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90"/>
  </p:notesMasterIdLst>
  <p:handoutMasterIdLst>
    <p:handoutMasterId r:id="rId91"/>
  </p:handoutMasterIdLst>
  <p:sldIdLst>
    <p:sldId id="459" r:id="rId5"/>
    <p:sldId id="475" r:id="rId6"/>
    <p:sldId id="514" r:id="rId7"/>
    <p:sldId id="614" r:id="rId8"/>
    <p:sldId id="615" r:id="rId9"/>
    <p:sldId id="616" r:id="rId10"/>
    <p:sldId id="617" r:id="rId11"/>
    <p:sldId id="618" r:id="rId12"/>
    <p:sldId id="619" r:id="rId13"/>
    <p:sldId id="620" r:id="rId14"/>
    <p:sldId id="621" r:id="rId15"/>
    <p:sldId id="622" r:id="rId16"/>
    <p:sldId id="623" r:id="rId17"/>
    <p:sldId id="624" r:id="rId18"/>
    <p:sldId id="625" r:id="rId19"/>
    <p:sldId id="626" r:id="rId20"/>
    <p:sldId id="627" r:id="rId21"/>
    <p:sldId id="628" r:id="rId22"/>
    <p:sldId id="629" r:id="rId23"/>
    <p:sldId id="613" r:id="rId24"/>
    <p:sldId id="605" r:id="rId25"/>
    <p:sldId id="587" r:id="rId26"/>
    <p:sldId id="604" r:id="rId27"/>
    <p:sldId id="608" r:id="rId28"/>
    <p:sldId id="606" r:id="rId29"/>
    <p:sldId id="610" r:id="rId30"/>
    <p:sldId id="600" r:id="rId31"/>
    <p:sldId id="611" r:id="rId32"/>
    <p:sldId id="612" r:id="rId33"/>
    <p:sldId id="603" r:id="rId34"/>
    <p:sldId id="607" r:id="rId35"/>
    <p:sldId id="602" r:id="rId36"/>
    <p:sldId id="589" r:id="rId37"/>
    <p:sldId id="588" r:id="rId38"/>
    <p:sldId id="590" r:id="rId39"/>
    <p:sldId id="591" r:id="rId40"/>
    <p:sldId id="595" r:id="rId41"/>
    <p:sldId id="598" r:id="rId42"/>
    <p:sldId id="599" r:id="rId43"/>
    <p:sldId id="594" r:id="rId44"/>
    <p:sldId id="601" r:id="rId45"/>
    <p:sldId id="596" r:id="rId46"/>
    <p:sldId id="597" r:id="rId47"/>
    <p:sldId id="593" r:id="rId48"/>
    <p:sldId id="592" r:id="rId49"/>
    <p:sldId id="586" r:id="rId50"/>
    <p:sldId id="533" r:id="rId51"/>
    <p:sldId id="548" r:id="rId52"/>
    <p:sldId id="542" r:id="rId53"/>
    <p:sldId id="581" r:id="rId54"/>
    <p:sldId id="585" r:id="rId55"/>
    <p:sldId id="552" r:id="rId56"/>
    <p:sldId id="502" r:id="rId57"/>
    <p:sldId id="501" r:id="rId58"/>
    <p:sldId id="493" r:id="rId59"/>
    <p:sldId id="488" r:id="rId60"/>
    <p:sldId id="505" r:id="rId61"/>
    <p:sldId id="496" r:id="rId62"/>
    <p:sldId id="494" r:id="rId63"/>
    <p:sldId id="495" r:id="rId64"/>
    <p:sldId id="503" r:id="rId65"/>
    <p:sldId id="504" r:id="rId66"/>
    <p:sldId id="584" r:id="rId67"/>
    <p:sldId id="551" r:id="rId68"/>
    <p:sldId id="539" r:id="rId69"/>
    <p:sldId id="547" r:id="rId70"/>
    <p:sldId id="541" r:id="rId71"/>
    <p:sldId id="543" r:id="rId72"/>
    <p:sldId id="554" r:id="rId73"/>
    <p:sldId id="561" r:id="rId74"/>
    <p:sldId id="562" r:id="rId75"/>
    <p:sldId id="563" r:id="rId76"/>
    <p:sldId id="564" r:id="rId77"/>
    <p:sldId id="565" r:id="rId78"/>
    <p:sldId id="566" r:id="rId79"/>
    <p:sldId id="567" r:id="rId80"/>
    <p:sldId id="568" r:id="rId81"/>
    <p:sldId id="569" r:id="rId82"/>
    <p:sldId id="570" r:id="rId83"/>
    <p:sldId id="571" r:id="rId84"/>
    <p:sldId id="572" r:id="rId85"/>
    <p:sldId id="573" r:id="rId86"/>
    <p:sldId id="574" r:id="rId87"/>
    <p:sldId id="545" r:id="rId88"/>
    <p:sldId id="534"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1D18C9-0E56-412F-9CDA-CF93E7FC5CF4}" v="9" dt="2026-02-20T15:48:59.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94660"/>
  </p:normalViewPr>
  <p:slideViewPr>
    <p:cSldViewPr snapToGrid="0">
      <p:cViewPr varScale="1">
        <p:scale>
          <a:sx n="54" d="100"/>
          <a:sy n="54" d="100"/>
        </p:scale>
        <p:origin x="528"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handoutMaster" Target="handoutMasters/handoutMaster1.xml"/><Relationship Id="rId9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 Id="rId9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modMainMaster">
      <pc:chgData name="Steven M Christey" userId="f24da668-4c1f-41c0-850e-113e2bdf78cf" providerId="ADAL" clId="{4664C2C3-D7E1-4188-BB25-E34F4B7B5B59}" dt="2026-02-20T16:17:55.310" v="6020" actId="9405"/>
      <pc:docMkLst>
        <pc:docMk/>
      </pc:docMkLst>
      <pc:sldChg chg="modSp mod">
        <pc:chgData name="Steven M Christey" userId="f24da668-4c1f-41c0-850e-113e2bdf78cf" providerId="ADAL" clId="{4664C2C3-D7E1-4188-BB25-E34F4B7B5B59}" dt="2026-02-20T15:40:14.240" v="4945" actId="20577"/>
        <pc:sldMkLst>
          <pc:docMk/>
          <pc:sldMk cId="1454278300" sldId="459"/>
        </pc:sldMkLst>
        <pc:spChg chg="mod">
          <ac:chgData name="Steven M Christey" userId="f24da668-4c1f-41c0-850e-113e2bdf78cf" providerId="ADAL" clId="{4664C2C3-D7E1-4188-BB25-E34F4B7B5B59}" dt="2026-02-20T15:40:14.240" v="4945"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2-20T15:40:49.124" v="5008" actId="6549"/>
        <pc:sldMkLst>
          <pc:docMk/>
          <pc:sldMk cId="1259113184" sldId="475"/>
        </pc:sldMkLst>
        <pc:spChg chg="mod">
          <ac:chgData name="Steven M Christey" userId="f24da668-4c1f-41c0-850e-113e2bdf78cf" providerId="ADAL" clId="{4664C2C3-D7E1-4188-BB25-E34F4B7B5B59}" dt="2026-02-20T15:40:49.124" v="5008" actId="6549"/>
          <ac:spMkLst>
            <pc:docMk/>
            <pc:sldMk cId="1259113184" sldId="475"/>
            <ac:spMk id="3" creationId="{32062DF9-CFF1-0BEE-15FF-59D403B018ED}"/>
          </ac:spMkLst>
        </pc:spChg>
      </pc:sldChg>
      <pc:sldChg chg="modSp mod">
        <pc:chgData name="Steven M Christey" userId="f24da668-4c1f-41c0-850e-113e2bdf78cf" providerId="ADAL" clId="{4664C2C3-D7E1-4188-BB25-E34F4B7B5B59}" dt="2026-02-20T15:53:39.139" v="5906" actId="20577"/>
        <pc:sldMkLst>
          <pc:docMk/>
          <pc:sldMk cId="915149386" sldId="514"/>
        </pc:sldMkLst>
        <pc:spChg chg="mod">
          <ac:chgData name="Steven M Christey" userId="f24da668-4c1f-41c0-850e-113e2bdf78cf" providerId="ADAL" clId="{4664C2C3-D7E1-4188-BB25-E34F4B7B5B59}" dt="2026-02-20T15:53:39.139" v="5906" actId="20577"/>
          <ac:spMkLst>
            <pc:docMk/>
            <pc:sldMk cId="915149386" sldId="514"/>
            <ac:spMk id="3" creationId="{D4348C02-DFCE-A2E4-D523-D69A254A7D49}"/>
          </ac:spMkLst>
        </pc:spChg>
      </pc:sldChg>
      <pc:sldChg chg="add">
        <pc:chgData name="Steven M Christey" userId="f24da668-4c1f-41c0-850e-113e2bdf78cf" providerId="ADAL" clId="{4664C2C3-D7E1-4188-BB25-E34F4B7B5B59}" dt="2026-01-23T04:07:01.009" v="851"/>
        <pc:sldMkLst>
          <pc:docMk/>
          <pc:sldMk cId="3682884880" sldId="533"/>
        </pc:sldMkLst>
      </pc:sldChg>
      <pc:sldChg chg="modSp mod">
        <pc:chgData name="Steven M Christey" userId="f24da668-4c1f-41c0-850e-113e2bdf78cf" providerId="ADAL" clId="{4664C2C3-D7E1-4188-BB25-E34F4B7B5B59}" dt="2026-01-23T04:45:31.295" v="2987" actId="20577"/>
        <pc:sldMkLst>
          <pc:docMk/>
          <pc:sldMk cId="1700506989" sldId="587"/>
        </pc:sldMkLst>
        <pc:spChg chg="mod">
          <ac:chgData name="Steven M Christey" userId="f24da668-4c1f-41c0-850e-113e2bdf78cf" providerId="ADAL" clId="{4664C2C3-D7E1-4188-BB25-E34F4B7B5B59}" dt="2026-01-23T04:43:23.933" v="2815" actId="20577"/>
          <ac:spMkLst>
            <pc:docMk/>
            <pc:sldMk cId="1700506989" sldId="587"/>
            <ac:spMk id="2" creationId="{34525669-F833-970A-1992-544784B7D974}"/>
          </ac:spMkLst>
        </pc:spChg>
        <pc:spChg chg="mod">
          <ac:chgData name="Steven M Christey" userId="f24da668-4c1f-41c0-850e-113e2bdf78cf" providerId="ADAL" clId="{4664C2C3-D7E1-4188-BB25-E34F4B7B5B59}" dt="2026-01-23T04:45:31.295" v="2987" actId="20577"/>
          <ac:spMkLst>
            <pc:docMk/>
            <pc:sldMk cId="1700506989" sldId="587"/>
            <ac:spMk id="3" creationId="{7EFAFBE8-5E16-E04A-7DAB-45787517A39B}"/>
          </ac:spMkLst>
        </pc:spChg>
      </pc:sldChg>
      <pc:sldChg chg="modSp mod ord">
        <pc:chgData name="Steven M Christey" userId="f24da668-4c1f-41c0-850e-113e2bdf78cf" providerId="ADAL" clId="{4664C2C3-D7E1-4188-BB25-E34F4B7B5B59}" dt="2026-01-23T16:00:31.788" v="4835" actId="20577"/>
        <pc:sldMkLst>
          <pc:docMk/>
          <pc:sldMk cId="1448064836" sldId="600"/>
        </pc:sldMkLst>
        <pc:spChg chg="mod">
          <ac:chgData name="Steven M Christey" userId="f24da668-4c1f-41c0-850e-113e2bdf78cf" providerId="ADAL" clId="{4664C2C3-D7E1-4188-BB25-E34F4B7B5B59}" dt="2026-01-23T16:00:31.788" v="4835" actId="20577"/>
          <ac:spMkLst>
            <pc:docMk/>
            <pc:sldMk cId="1448064836" sldId="600"/>
            <ac:spMk id="3" creationId="{804254B7-80EC-9B3C-89B4-185759EF5317}"/>
          </ac:spMkLst>
        </pc:spChg>
      </pc:sldChg>
      <pc:sldChg chg="modSp mod ord">
        <pc:chgData name="Steven M Christey" userId="f24da668-4c1f-41c0-850e-113e2bdf78cf" providerId="ADAL" clId="{4664C2C3-D7E1-4188-BB25-E34F4B7B5B59}" dt="2026-01-23T16:04:29.060" v="4921" actId="20577"/>
        <pc:sldMkLst>
          <pc:docMk/>
          <pc:sldMk cId="3102423152" sldId="603"/>
        </pc:sldMkLst>
        <pc:spChg chg="mod">
          <ac:chgData name="Steven M Christey" userId="f24da668-4c1f-41c0-850e-113e2bdf78cf" providerId="ADAL" clId="{4664C2C3-D7E1-4188-BB25-E34F4B7B5B59}" dt="2026-01-23T16:04:29.060" v="4921" actId="20577"/>
          <ac:spMkLst>
            <pc:docMk/>
            <pc:sldMk cId="3102423152" sldId="603"/>
            <ac:spMk id="3" creationId="{192F5E06-C0E8-CAF3-2A5E-F02F582D2968}"/>
          </ac:spMkLst>
        </pc:spChg>
      </pc:sldChg>
      <pc:sldChg chg="modSp add mod">
        <pc:chgData name="Steven M Christey" userId="f24da668-4c1f-41c0-850e-113e2bdf78cf" providerId="ADAL" clId="{4664C2C3-D7E1-4188-BB25-E34F4B7B5B59}" dt="2026-01-23T05:28:56.352" v="3507" actId="20577"/>
        <pc:sldMkLst>
          <pc:docMk/>
          <pc:sldMk cId="4156464104" sldId="604"/>
        </pc:sldMkLst>
        <pc:spChg chg="mod">
          <ac:chgData name="Steven M Christey" userId="f24da668-4c1f-41c0-850e-113e2bdf78cf" providerId="ADAL" clId="{4664C2C3-D7E1-4188-BB25-E34F4B7B5B59}" dt="2026-01-23T04:32:55.376" v="2631" actId="20577"/>
          <ac:spMkLst>
            <pc:docMk/>
            <pc:sldMk cId="4156464104" sldId="604"/>
            <ac:spMk id="2" creationId="{032008F0-3C52-F4A8-548D-35698B43A3CB}"/>
          </ac:spMkLst>
        </pc:spChg>
        <pc:spChg chg="mod">
          <ac:chgData name="Steven M Christey" userId="f24da668-4c1f-41c0-850e-113e2bdf78cf" providerId="ADAL" clId="{4664C2C3-D7E1-4188-BB25-E34F4B7B5B59}" dt="2026-01-23T05:28:56.352" v="3507" actId="20577"/>
          <ac:spMkLst>
            <pc:docMk/>
            <pc:sldMk cId="4156464104" sldId="604"/>
            <ac:spMk id="3" creationId="{C86C0050-3E7E-C9C9-4F7C-DEB4555C2824}"/>
          </ac:spMkLst>
        </pc:spChg>
      </pc:sldChg>
      <pc:sldChg chg="addSp delSp modSp new mod">
        <pc:chgData name="Steven M Christey" userId="f24da668-4c1f-41c0-850e-113e2bdf78cf" providerId="ADAL" clId="{4664C2C3-D7E1-4188-BB25-E34F4B7B5B59}" dt="2026-01-23T04:59:10.440" v="3056" actId="20577"/>
        <pc:sldMkLst>
          <pc:docMk/>
          <pc:sldMk cId="3395146205" sldId="605"/>
        </pc:sldMkLst>
        <pc:spChg chg="mod">
          <ac:chgData name="Steven M Christey" userId="f24da668-4c1f-41c0-850e-113e2bdf78cf" providerId="ADAL" clId="{4664C2C3-D7E1-4188-BB25-E34F4B7B5B59}" dt="2026-01-23T04:59:10.440" v="3056" actId="20577"/>
          <ac:spMkLst>
            <pc:docMk/>
            <pc:sldMk cId="3395146205" sldId="605"/>
            <ac:spMk id="2" creationId="{8F3BEEF8-66F3-2D4B-B2CC-CD30A73943E6}"/>
          </ac:spMkLst>
        </pc:spChg>
        <pc:picChg chg="add mod">
          <ac:chgData name="Steven M Christey" userId="f24da668-4c1f-41c0-850e-113e2bdf78cf" providerId="ADAL" clId="{4664C2C3-D7E1-4188-BB25-E34F4B7B5B59}" dt="2026-01-23T04:37:34.925" v="2664" actId="1076"/>
          <ac:picMkLst>
            <pc:docMk/>
            <pc:sldMk cId="3395146205" sldId="605"/>
            <ac:picMk id="6" creationId="{101C9C1E-28EA-0E5E-C37B-1B01E0678800}"/>
          </ac:picMkLst>
        </pc:picChg>
      </pc:sldChg>
      <pc:sldChg chg="addSp delSp modSp new mod ord">
        <pc:chgData name="Steven M Christey" userId="f24da668-4c1f-41c0-850e-113e2bdf78cf" providerId="ADAL" clId="{4664C2C3-D7E1-4188-BB25-E34F4B7B5B59}" dt="2026-01-23T15:59:22.440" v="4777" actId="20577"/>
        <pc:sldMkLst>
          <pc:docMk/>
          <pc:sldMk cId="46448550" sldId="606"/>
        </pc:sldMkLst>
        <pc:spChg chg="mod">
          <ac:chgData name="Steven M Christey" userId="f24da668-4c1f-41c0-850e-113e2bdf78cf" providerId="ADAL" clId="{4664C2C3-D7E1-4188-BB25-E34F4B7B5B59}" dt="2026-01-23T04:49:16.800" v="3040" actId="20577"/>
          <ac:spMkLst>
            <pc:docMk/>
            <pc:sldMk cId="46448550" sldId="606"/>
            <ac:spMk id="2" creationId="{0C122FBA-23B8-01FA-B203-DD14A8501CD3}"/>
          </ac:spMkLst>
        </pc:spChg>
        <pc:spChg chg="add del mod">
          <ac:chgData name="Steven M Christey" userId="f24da668-4c1f-41c0-850e-113e2bdf78cf" providerId="ADAL" clId="{4664C2C3-D7E1-4188-BB25-E34F4B7B5B59}" dt="2026-01-23T15:59:22.440" v="4777" actId="20577"/>
          <ac:spMkLst>
            <pc:docMk/>
            <pc:sldMk cId="46448550" sldId="606"/>
            <ac:spMk id="3" creationId="{B7C35984-C366-E15E-1546-D1AB0C49AD57}"/>
          </ac:spMkLst>
        </pc:spChg>
        <pc:picChg chg="add mod">
          <ac:chgData name="Steven M Christey" userId="f24da668-4c1f-41c0-850e-113e2bdf78cf" providerId="ADAL" clId="{4664C2C3-D7E1-4188-BB25-E34F4B7B5B59}" dt="2026-01-23T05:23:58.897" v="3337" actId="1076"/>
          <ac:picMkLst>
            <pc:docMk/>
            <pc:sldMk cId="46448550" sldId="606"/>
            <ac:picMk id="8" creationId="{57F0156C-964D-8215-4BBF-2CFA0005BB0D}"/>
          </ac:picMkLst>
        </pc:picChg>
      </pc:sldChg>
      <pc:sldChg chg="modSp new mod">
        <pc:chgData name="Steven M Christey" userId="f24da668-4c1f-41c0-850e-113e2bdf78cf" providerId="ADAL" clId="{4664C2C3-D7E1-4188-BB25-E34F4B7B5B59}" dt="2026-01-23T05:25:07.019" v="3390" actId="13926"/>
        <pc:sldMkLst>
          <pc:docMk/>
          <pc:sldMk cId="3714116022" sldId="607"/>
        </pc:sldMkLst>
        <pc:spChg chg="mod">
          <ac:chgData name="Steven M Christey" userId="f24da668-4c1f-41c0-850e-113e2bdf78cf" providerId="ADAL" clId="{4664C2C3-D7E1-4188-BB25-E34F4B7B5B59}" dt="2026-01-23T05:25:07.019" v="3390" actId="13926"/>
          <ac:spMkLst>
            <pc:docMk/>
            <pc:sldMk cId="3714116022" sldId="607"/>
            <ac:spMk id="2" creationId="{1863F2FB-64FB-88CE-FB60-33E93AEAE19D}"/>
          </ac:spMkLst>
        </pc:spChg>
      </pc:sldChg>
      <pc:sldChg chg="modSp new mod">
        <pc:chgData name="Steven M Christey" userId="f24da668-4c1f-41c0-850e-113e2bdf78cf" providerId="ADAL" clId="{4664C2C3-D7E1-4188-BB25-E34F4B7B5B59}" dt="2026-01-23T05:56:58.572" v="3962" actId="20577"/>
        <pc:sldMkLst>
          <pc:docMk/>
          <pc:sldMk cId="4213820352" sldId="608"/>
        </pc:sldMkLst>
        <pc:spChg chg="mod">
          <ac:chgData name="Steven M Christey" userId="f24da668-4c1f-41c0-850e-113e2bdf78cf" providerId="ADAL" clId="{4664C2C3-D7E1-4188-BB25-E34F4B7B5B59}" dt="2026-01-23T05:30:36.903" v="3541" actId="20577"/>
          <ac:spMkLst>
            <pc:docMk/>
            <pc:sldMk cId="4213820352" sldId="608"/>
            <ac:spMk id="2" creationId="{92533D73-56B8-0377-5176-545741F2A2A2}"/>
          </ac:spMkLst>
        </pc:spChg>
        <pc:spChg chg="mod">
          <ac:chgData name="Steven M Christey" userId="f24da668-4c1f-41c0-850e-113e2bdf78cf" providerId="ADAL" clId="{4664C2C3-D7E1-4188-BB25-E34F4B7B5B59}" dt="2026-01-23T05:56:58.572" v="3962" actId="20577"/>
          <ac:spMkLst>
            <pc:docMk/>
            <pc:sldMk cId="4213820352" sldId="608"/>
            <ac:spMk id="3" creationId="{DDD022E7-23DB-3E55-B34F-D445469EE3C6}"/>
          </ac:spMkLst>
        </pc:spChg>
      </pc:sldChg>
      <pc:sldChg chg="modSp new mod modNotesTx">
        <pc:chgData name="Steven M Christey" userId="f24da668-4c1f-41c0-850e-113e2bdf78cf" providerId="ADAL" clId="{4664C2C3-D7E1-4188-BB25-E34F4B7B5B59}" dt="2026-01-23T06:43:42.227" v="4698" actId="20577"/>
        <pc:sldMkLst>
          <pc:docMk/>
          <pc:sldMk cId="2478383120" sldId="610"/>
        </pc:sldMkLst>
        <pc:spChg chg="mod">
          <ac:chgData name="Steven M Christey" userId="f24da668-4c1f-41c0-850e-113e2bdf78cf" providerId="ADAL" clId="{4664C2C3-D7E1-4188-BB25-E34F4B7B5B59}" dt="2026-01-23T05:47:48.225" v="3776" actId="20577"/>
          <ac:spMkLst>
            <pc:docMk/>
            <pc:sldMk cId="2478383120" sldId="610"/>
            <ac:spMk id="2" creationId="{0DD22B91-CF52-82DC-C95E-47CAC26D2408}"/>
          </ac:spMkLst>
        </pc:spChg>
        <pc:spChg chg="mod">
          <ac:chgData name="Steven M Christey" userId="f24da668-4c1f-41c0-850e-113e2bdf78cf" providerId="ADAL" clId="{4664C2C3-D7E1-4188-BB25-E34F4B7B5B59}" dt="2026-01-23T06:43:42.227" v="4698" actId="20577"/>
          <ac:spMkLst>
            <pc:docMk/>
            <pc:sldMk cId="2478383120" sldId="610"/>
            <ac:spMk id="3" creationId="{29D1F220-4304-EF6E-5E18-0D7B078334D3}"/>
          </ac:spMkLst>
        </pc:spChg>
      </pc:sldChg>
      <pc:sldChg chg="modSp add mod">
        <pc:chgData name="Steven M Christey" userId="f24da668-4c1f-41c0-850e-113e2bdf78cf" providerId="ADAL" clId="{4664C2C3-D7E1-4188-BB25-E34F4B7B5B59}" dt="2026-01-23T16:59:36.758" v="4922" actId="404"/>
        <pc:sldMkLst>
          <pc:docMk/>
          <pc:sldMk cId="3074733896" sldId="611"/>
        </pc:sldMkLst>
        <pc:spChg chg="mod">
          <ac:chgData name="Steven M Christey" userId="f24da668-4c1f-41c0-850e-113e2bdf78cf" providerId="ADAL" clId="{4664C2C3-D7E1-4188-BB25-E34F4B7B5B59}" dt="2026-01-23T16:59:36.758" v="4922" actId="404"/>
          <ac:spMkLst>
            <pc:docMk/>
            <pc:sldMk cId="3074733896" sldId="611"/>
            <ac:spMk id="3" creationId="{586173D8-86D0-A6CE-F891-DD17E0490E50}"/>
          </ac:spMkLst>
        </pc:spChg>
      </pc:sldChg>
      <pc:sldChg chg="add">
        <pc:chgData name="Steven M Christey" userId="f24da668-4c1f-41c0-850e-113e2bdf78cf" providerId="ADAL" clId="{4664C2C3-D7E1-4188-BB25-E34F4B7B5B59}" dt="2026-01-23T16:01:39.975" v="4850"/>
        <pc:sldMkLst>
          <pc:docMk/>
          <pc:sldMk cId="815765649" sldId="612"/>
        </pc:sldMkLst>
      </pc:sldChg>
      <pc:sldChg chg="modSp new mod">
        <pc:chgData name="Steven M Christey" userId="f24da668-4c1f-41c0-850e-113e2bdf78cf" providerId="ADAL" clId="{4664C2C3-D7E1-4188-BB25-E34F4B7B5B59}" dt="2026-02-20T15:42:03.045" v="5185" actId="20577"/>
        <pc:sldMkLst>
          <pc:docMk/>
          <pc:sldMk cId="315433382" sldId="613"/>
        </pc:sldMkLst>
        <pc:spChg chg="mod">
          <ac:chgData name="Steven M Christey" userId="f24da668-4c1f-41c0-850e-113e2bdf78cf" providerId="ADAL" clId="{4664C2C3-D7E1-4188-BB25-E34F4B7B5B59}" dt="2026-02-20T15:42:03.045" v="5185" actId="20577"/>
          <ac:spMkLst>
            <pc:docMk/>
            <pc:sldMk cId="315433382" sldId="613"/>
            <ac:spMk id="2" creationId="{762A21E2-93C6-338B-6EE5-96B96BC64DC2}"/>
          </ac:spMkLst>
        </pc:spChg>
      </pc:sldChg>
      <pc:sldChg chg="modSp new mod">
        <pc:chgData name="Steven M Christey" userId="f24da668-4c1f-41c0-850e-113e2bdf78cf" providerId="ADAL" clId="{4664C2C3-D7E1-4188-BB25-E34F4B7B5B59}" dt="2026-02-20T15:54:26.431" v="6019" actId="6549"/>
        <pc:sldMkLst>
          <pc:docMk/>
          <pc:sldMk cId="1041529818" sldId="614"/>
        </pc:sldMkLst>
        <pc:spChg chg="mod">
          <ac:chgData name="Steven M Christey" userId="f24da668-4c1f-41c0-850e-113e2bdf78cf" providerId="ADAL" clId="{4664C2C3-D7E1-4188-BB25-E34F4B7B5B59}" dt="2026-02-20T15:44:05.678" v="5345" actId="20577"/>
          <ac:spMkLst>
            <pc:docMk/>
            <pc:sldMk cId="1041529818" sldId="614"/>
            <ac:spMk id="2" creationId="{06EF5A1A-BF6C-4186-732B-CF8D2D22BC81}"/>
          </ac:spMkLst>
        </pc:spChg>
        <pc:spChg chg="mod">
          <ac:chgData name="Steven M Christey" userId="f24da668-4c1f-41c0-850e-113e2bdf78cf" providerId="ADAL" clId="{4664C2C3-D7E1-4188-BB25-E34F4B7B5B59}" dt="2026-02-20T15:54:26.431" v="6019" actId="6549"/>
          <ac:spMkLst>
            <pc:docMk/>
            <pc:sldMk cId="1041529818" sldId="614"/>
            <ac:spMk id="3" creationId="{C069FD25-0C16-B328-29F8-1CC2DEB3A9F4}"/>
          </ac:spMkLst>
        </pc:spChg>
      </pc:sldChg>
      <pc:sldChg chg="addSp modSp new mod">
        <pc:chgData name="Steven M Christey" userId="f24da668-4c1f-41c0-850e-113e2bdf78cf" providerId="ADAL" clId="{4664C2C3-D7E1-4188-BB25-E34F4B7B5B59}" dt="2026-02-20T16:17:55.310" v="6020" actId="9405"/>
        <pc:sldMkLst>
          <pc:docMk/>
          <pc:sldMk cId="4199783726" sldId="615"/>
        </pc:sldMkLst>
        <pc:picChg chg="add mod">
          <ac:chgData name="Steven M Christey" userId="f24da668-4c1f-41c0-850e-113e2bdf78cf" providerId="ADAL" clId="{4664C2C3-D7E1-4188-BB25-E34F4B7B5B59}" dt="2026-02-20T15:45:53.293" v="5472" actId="14100"/>
          <ac:picMkLst>
            <pc:docMk/>
            <pc:sldMk cId="4199783726" sldId="615"/>
            <ac:picMk id="4" creationId="{46E24C7F-F11A-8457-44F3-EC5031F8B6E7}"/>
          </ac:picMkLst>
        </pc:picChg>
        <pc:inkChg chg="add">
          <ac:chgData name="Steven M Christey" userId="f24da668-4c1f-41c0-850e-113e2bdf78cf" providerId="ADAL" clId="{4664C2C3-D7E1-4188-BB25-E34F4B7B5B59}" dt="2026-02-20T16:17:55.310" v="6020" actId="9405"/>
          <ac:inkMkLst>
            <pc:docMk/>
            <pc:sldMk cId="4199783726" sldId="615"/>
            <ac:inkMk id="5" creationId="{9F6885FE-AC56-620E-9C41-CF6666DE50F6}"/>
          </ac:inkMkLst>
        </pc:inkChg>
      </pc:sldChg>
      <pc:sldChg chg="addSp modSp new mod">
        <pc:chgData name="Steven M Christey" userId="f24da668-4c1f-41c0-850e-113e2bdf78cf" providerId="ADAL" clId="{4664C2C3-D7E1-4188-BB25-E34F4B7B5B59}" dt="2026-02-20T15:46:09.912" v="5477" actId="1076"/>
        <pc:sldMkLst>
          <pc:docMk/>
          <pc:sldMk cId="3833706742" sldId="616"/>
        </pc:sldMkLst>
        <pc:picChg chg="add mod">
          <ac:chgData name="Steven M Christey" userId="f24da668-4c1f-41c0-850e-113e2bdf78cf" providerId="ADAL" clId="{4664C2C3-D7E1-4188-BB25-E34F4B7B5B59}" dt="2026-02-20T15:46:09.912" v="5477" actId="1076"/>
          <ac:picMkLst>
            <pc:docMk/>
            <pc:sldMk cId="3833706742" sldId="616"/>
            <ac:picMk id="4" creationId="{E17F2383-D61E-A478-4B03-DA681C12730A}"/>
          </ac:picMkLst>
        </pc:picChg>
      </pc:sldChg>
      <pc:sldChg chg="addSp delSp modSp new mod">
        <pc:chgData name="Steven M Christey" userId="f24da668-4c1f-41c0-850e-113e2bdf78cf" providerId="ADAL" clId="{4664C2C3-D7E1-4188-BB25-E34F4B7B5B59}" dt="2026-02-20T15:46:52.570" v="5485" actId="962"/>
        <pc:sldMkLst>
          <pc:docMk/>
          <pc:sldMk cId="3837186153" sldId="617"/>
        </pc:sldMkLst>
        <pc:picChg chg="add del mod">
          <ac:chgData name="Steven M Christey" userId="f24da668-4c1f-41c0-850e-113e2bdf78cf" providerId="ADAL" clId="{4664C2C3-D7E1-4188-BB25-E34F4B7B5B59}" dt="2026-02-20T15:46:35.447" v="5482" actId="478"/>
          <ac:picMkLst>
            <pc:docMk/>
            <pc:sldMk cId="3837186153" sldId="617"/>
            <ac:picMk id="4" creationId="{579A38AC-B029-96FE-166A-ADE01DDCBD7E}"/>
          </ac:picMkLst>
        </pc:picChg>
        <pc:picChg chg="add mod">
          <ac:chgData name="Steven M Christey" userId="f24da668-4c1f-41c0-850e-113e2bdf78cf" providerId="ADAL" clId="{4664C2C3-D7E1-4188-BB25-E34F4B7B5B59}" dt="2026-02-20T15:46:52.570" v="5485" actId="962"/>
          <ac:picMkLst>
            <pc:docMk/>
            <pc:sldMk cId="3837186153" sldId="617"/>
            <ac:picMk id="6" creationId="{B1566C40-66D2-CF46-E68F-63A531619F1F}"/>
          </ac:picMkLst>
        </pc:picChg>
      </pc:sldChg>
      <pc:sldChg chg="addSp modSp new mod">
        <pc:chgData name="Steven M Christey" userId="f24da668-4c1f-41c0-850e-113e2bdf78cf" providerId="ADAL" clId="{4664C2C3-D7E1-4188-BB25-E34F4B7B5B59}" dt="2026-02-20T15:47:29.881" v="5489" actId="962"/>
        <pc:sldMkLst>
          <pc:docMk/>
          <pc:sldMk cId="2263683018" sldId="618"/>
        </pc:sldMkLst>
        <pc:picChg chg="add mod">
          <ac:chgData name="Steven M Christey" userId="f24da668-4c1f-41c0-850e-113e2bdf78cf" providerId="ADAL" clId="{4664C2C3-D7E1-4188-BB25-E34F4B7B5B59}" dt="2026-02-20T15:47:29.881" v="5489" actId="962"/>
          <ac:picMkLst>
            <pc:docMk/>
            <pc:sldMk cId="2263683018" sldId="618"/>
            <ac:picMk id="4" creationId="{6F355C61-593B-9BC2-D2F5-676EC65F08D5}"/>
          </ac:picMkLst>
        </pc:picChg>
      </pc:sldChg>
      <pc:sldChg chg="addSp modSp new mod">
        <pc:chgData name="Steven M Christey" userId="f24da668-4c1f-41c0-850e-113e2bdf78cf" providerId="ADAL" clId="{4664C2C3-D7E1-4188-BB25-E34F4B7B5B59}" dt="2026-02-20T15:48:04.864" v="5496" actId="931"/>
        <pc:sldMkLst>
          <pc:docMk/>
          <pc:sldMk cId="2549164261" sldId="619"/>
        </pc:sldMkLst>
        <pc:picChg chg="add mod">
          <ac:chgData name="Steven M Christey" userId="f24da668-4c1f-41c0-850e-113e2bdf78cf" providerId="ADAL" clId="{4664C2C3-D7E1-4188-BB25-E34F4B7B5B59}" dt="2026-02-20T15:48:04.864" v="5496" actId="931"/>
          <ac:picMkLst>
            <pc:docMk/>
            <pc:sldMk cId="2549164261" sldId="619"/>
            <ac:picMk id="4" creationId="{6F4B8CAE-32B7-E032-DA53-1B32B5A25BF1}"/>
          </ac:picMkLst>
        </pc:picChg>
      </pc:sldChg>
      <pc:sldChg chg="addSp modSp add mod">
        <pc:chgData name="Steven M Christey" userId="f24da668-4c1f-41c0-850e-113e2bdf78cf" providerId="ADAL" clId="{4664C2C3-D7E1-4188-BB25-E34F4B7B5B59}" dt="2026-02-20T15:48:17.763" v="5499" actId="962"/>
        <pc:sldMkLst>
          <pc:docMk/>
          <pc:sldMk cId="2985762956" sldId="620"/>
        </pc:sldMkLst>
        <pc:picChg chg="add mod">
          <ac:chgData name="Steven M Christey" userId="f24da668-4c1f-41c0-850e-113e2bdf78cf" providerId="ADAL" clId="{4664C2C3-D7E1-4188-BB25-E34F4B7B5B59}" dt="2026-02-20T15:48:17.763" v="5499" actId="962"/>
          <ac:picMkLst>
            <pc:docMk/>
            <pc:sldMk cId="2985762956" sldId="620"/>
            <ac:picMk id="4" creationId="{282F3DEC-75D2-73AE-26D1-23FDB7522072}"/>
          </ac:picMkLst>
        </pc:picChg>
      </pc:sldChg>
      <pc:sldChg chg="addSp modSp add mod">
        <pc:chgData name="Steven M Christey" userId="f24da668-4c1f-41c0-850e-113e2bdf78cf" providerId="ADAL" clId="{4664C2C3-D7E1-4188-BB25-E34F4B7B5B59}" dt="2026-02-20T15:48:33.821" v="5502" actId="962"/>
        <pc:sldMkLst>
          <pc:docMk/>
          <pc:sldMk cId="3910918928" sldId="621"/>
        </pc:sldMkLst>
        <pc:picChg chg="add mod">
          <ac:chgData name="Steven M Christey" userId="f24da668-4c1f-41c0-850e-113e2bdf78cf" providerId="ADAL" clId="{4664C2C3-D7E1-4188-BB25-E34F4B7B5B59}" dt="2026-02-20T15:48:33.821" v="5502" actId="962"/>
          <ac:picMkLst>
            <pc:docMk/>
            <pc:sldMk cId="3910918928" sldId="621"/>
            <ac:picMk id="4" creationId="{DA57A18D-8870-7A83-DE88-EA2CD2ABCE46}"/>
          </ac:picMkLst>
        </pc:picChg>
      </pc:sldChg>
      <pc:sldChg chg="addSp modSp add mod">
        <pc:chgData name="Steven M Christey" userId="f24da668-4c1f-41c0-850e-113e2bdf78cf" providerId="ADAL" clId="{4664C2C3-D7E1-4188-BB25-E34F4B7B5B59}" dt="2026-02-20T15:48:44.052" v="5505" actId="962"/>
        <pc:sldMkLst>
          <pc:docMk/>
          <pc:sldMk cId="1995894155" sldId="622"/>
        </pc:sldMkLst>
        <pc:picChg chg="add mod">
          <ac:chgData name="Steven M Christey" userId="f24da668-4c1f-41c0-850e-113e2bdf78cf" providerId="ADAL" clId="{4664C2C3-D7E1-4188-BB25-E34F4B7B5B59}" dt="2026-02-20T15:48:44.052" v="5505" actId="962"/>
          <ac:picMkLst>
            <pc:docMk/>
            <pc:sldMk cId="1995894155" sldId="622"/>
            <ac:picMk id="4" creationId="{2587646C-E0F5-C372-4C90-CBF3AE3E0589}"/>
          </ac:picMkLst>
        </pc:picChg>
      </pc:sldChg>
      <pc:sldChg chg="addSp modSp add mod">
        <pc:chgData name="Steven M Christey" userId="f24da668-4c1f-41c0-850e-113e2bdf78cf" providerId="ADAL" clId="{4664C2C3-D7E1-4188-BB25-E34F4B7B5B59}" dt="2026-02-20T15:48:54.062" v="5508" actId="962"/>
        <pc:sldMkLst>
          <pc:docMk/>
          <pc:sldMk cId="2010714324" sldId="623"/>
        </pc:sldMkLst>
        <pc:picChg chg="add mod">
          <ac:chgData name="Steven M Christey" userId="f24da668-4c1f-41c0-850e-113e2bdf78cf" providerId="ADAL" clId="{4664C2C3-D7E1-4188-BB25-E34F4B7B5B59}" dt="2026-02-20T15:48:54.062" v="5508" actId="962"/>
          <ac:picMkLst>
            <pc:docMk/>
            <pc:sldMk cId="2010714324" sldId="623"/>
            <ac:picMk id="4" creationId="{757D0797-BEDF-F74B-03AC-F6FED2AF8819}"/>
          </ac:picMkLst>
        </pc:picChg>
      </pc:sldChg>
      <pc:sldChg chg="addSp modSp add mod">
        <pc:chgData name="Steven M Christey" userId="f24da668-4c1f-41c0-850e-113e2bdf78cf" providerId="ADAL" clId="{4664C2C3-D7E1-4188-BB25-E34F4B7B5B59}" dt="2026-02-20T15:49:31.151" v="5517" actId="14100"/>
        <pc:sldMkLst>
          <pc:docMk/>
          <pc:sldMk cId="797462730" sldId="624"/>
        </pc:sldMkLst>
        <pc:picChg chg="add mod">
          <ac:chgData name="Steven M Christey" userId="f24da668-4c1f-41c0-850e-113e2bdf78cf" providerId="ADAL" clId="{4664C2C3-D7E1-4188-BB25-E34F4B7B5B59}" dt="2026-02-20T15:49:31.151" v="5517" actId="14100"/>
          <ac:picMkLst>
            <pc:docMk/>
            <pc:sldMk cId="797462730" sldId="624"/>
            <ac:picMk id="4" creationId="{1C1696F7-D370-C94A-F6A7-9E3EAEBB1B47}"/>
          </ac:picMkLst>
        </pc:picChg>
      </pc:sldChg>
      <pc:sldChg chg="addSp modSp add mod">
        <pc:chgData name="Steven M Christey" userId="f24da668-4c1f-41c0-850e-113e2bdf78cf" providerId="ADAL" clId="{4664C2C3-D7E1-4188-BB25-E34F4B7B5B59}" dt="2026-02-20T15:49:42.085" v="5520" actId="962"/>
        <pc:sldMkLst>
          <pc:docMk/>
          <pc:sldMk cId="1552597407" sldId="625"/>
        </pc:sldMkLst>
        <pc:picChg chg="add mod">
          <ac:chgData name="Steven M Christey" userId="f24da668-4c1f-41c0-850e-113e2bdf78cf" providerId="ADAL" clId="{4664C2C3-D7E1-4188-BB25-E34F4B7B5B59}" dt="2026-02-20T15:49:42.085" v="5520" actId="962"/>
          <ac:picMkLst>
            <pc:docMk/>
            <pc:sldMk cId="1552597407" sldId="625"/>
            <ac:picMk id="4" creationId="{B7B403F3-35D8-B6FB-39D0-BC67FDF9C2E9}"/>
          </ac:picMkLst>
        </pc:picChg>
      </pc:sldChg>
      <pc:sldChg chg="addSp modSp add mod">
        <pc:chgData name="Steven M Christey" userId="f24da668-4c1f-41c0-850e-113e2bdf78cf" providerId="ADAL" clId="{4664C2C3-D7E1-4188-BB25-E34F4B7B5B59}" dt="2026-02-20T15:49:53.375" v="5523" actId="962"/>
        <pc:sldMkLst>
          <pc:docMk/>
          <pc:sldMk cId="93690769" sldId="626"/>
        </pc:sldMkLst>
        <pc:picChg chg="add mod">
          <ac:chgData name="Steven M Christey" userId="f24da668-4c1f-41c0-850e-113e2bdf78cf" providerId="ADAL" clId="{4664C2C3-D7E1-4188-BB25-E34F4B7B5B59}" dt="2026-02-20T15:49:53.375" v="5523" actId="962"/>
          <ac:picMkLst>
            <pc:docMk/>
            <pc:sldMk cId="93690769" sldId="626"/>
            <ac:picMk id="4" creationId="{9D1AFA0B-7301-3E53-6CA7-D5D99AC494EA}"/>
          </ac:picMkLst>
        </pc:picChg>
      </pc:sldChg>
      <pc:sldChg chg="addSp modSp add mod">
        <pc:chgData name="Steven M Christey" userId="f24da668-4c1f-41c0-850e-113e2bdf78cf" providerId="ADAL" clId="{4664C2C3-D7E1-4188-BB25-E34F4B7B5B59}" dt="2026-02-20T15:50:03.064" v="5526" actId="962"/>
        <pc:sldMkLst>
          <pc:docMk/>
          <pc:sldMk cId="837604649" sldId="627"/>
        </pc:sldMkLst>
        <pc:picChg chg="add mod">
          <ac:chgData name="Steven M Christey" userId="f24da668-4c1f-41c0-850e-113e2bdf78cf" providerId="ADAL" clId="{4664C2C3-D7E1-4188-BB25-E34F4B7B5B59}" dt="2026-02-20T15:50:03.064" v="5526" actId="962"/>
          <ac:picMkLst>
            <pc:docMk/>
            <pc:sldMk cId="837604649" sldId="627"/>
            <ac:picMk id="4" creationId="{852B936C-7B8F-1434-E069-56937B9E46D6}"/>
          </ac:picMkLst>
        </pc:picChg>
      </pc:sldChg>
      <pc:sldChg chg="addSp modSp add mod">
        <pc:chgData name="Steven M Christey" userId="f24da668-4c1f-41c0-850e-113e2bdf78cf" providerId="ADAL" clId="{4664C2C3-D7E1-4188-BB25-E34F4B7B5B59}" dt="2026-02-20T15:50:18.769" v="5531" actId="1076"/>
        <pc:sldMkLst>
          <pc:docMk/>
          <pc:sldMk cId="309230840" sldId="628"/>
        </pc:sldMkLst>
        <pc:picChg chg="add mod">
          <ac:chgData name="Steven M Christey" userId="f24da668-4c1f-41c0-850e-113e2bdf78cf" providerId="ADAL" clId="{4664C2C3-D7E1-4188-BB25-E34F4B7B5B59}" dt="2026-02-20T15:50:18.769" v="5531" actId="1076"/>
          <ac:picMkLst>
            <pc:docMk/>
            <pc:sldMk cId="309230840" sldId="628"/>
            <ac:picMk id="4" creationId="{59CAAEFD-1AD6-49E6-DAB4-3BABE077335E}"/>
          </ac:picMkLst>
        </pc:picChg>
      </pc:sldChg>
      <pc:sldChg chg="modSp new mod">
        <pc:chgData name="Steven M Christey" userId="f24da668-4c1f-41c0-850e-113e2bdf78cf" providerId="ADAL" clId="{4664C2C3-D7E1-4188-BB25-E34F4B7B5B59}" dt="2026-02-20T15:52:00.998" v="5773" actId="20577"/>
        <pc:sldMkLst>
          <pc:docMk/>
          <pc:sldMk cId="3683225041" sldId="629"/>
        </pc:sldMkLst>
        <pc:spChg chg="mod">
          <ac:chgData name="Steven M Christey" userId="f24da668-4c1f-41c0-850e-113e2bdf78cf" providerId="ADAL" clId="{4664C2C3-D7E1-4188-BB25-E34F4B7B5B59}" dt="2026-02-20T15:50:42.646" v="5542" actId="20577"/>
          <ac:spMkLst>
            <pc:docMk/>
            <pc:sldMk cId="3683225041" sldId="629"/>
            <ac:spMk id="2" creationId="{10AB8BAD-DEC8-3302-D41D-CE2CF1133C45}"/>
          </ac:spMkLst>
        </pc:spChg>
        <pc:spChg chg="mod">
          <ac:chgData name="Steven M Christey" userId="f24da668-4c1f-41c0-850e-113e2bdf78cf" providerId="ADAL" clId="{4664C2C3-D7E1-4188-BB25-E34F4B7B5B59}" dt="2026-02-20T15:52:00.998" v="5773" actId="20577"/>
          <ac:spMkLst>
            <pc:docMk/>
            <pc:sldMk cId="3683225041" sldId="629"/>
            <ac:spMk id="3" creationId="{131E3304-FCBA-0157-D0E1-CF2D669A2152}"/>
          </ac:spMkLst>
        </pc:spChg>
      </pc:sldChg>
      <pc:sldMasterChg chg="setBg modSldLayout">
        <pc:chgData name="Steven M Christey" userId="f24da668-4c1f-41c0-850e-113e2bdf78cf" providerId="ADAL" clId="{4664C2C3-D7E1-4188-BB25-E34F4B7B5B59}" dt="2026-01-23T06:40:50.186" v="4522"/>
        <pc:sldMasterMkLst>
          <pc:docMk/>
          <pc:sldMasterMk cId="571324812" sldId="2147483656"/>
        </pc:sldMasterMkLst>
        <pc:sldLayoutChg chg="modSp mod setBg">
          <pc:chgData name="Steven M Christey" userId="f24da668-4c1f-41c0-850e-113e2bdf78cf" providerId="ADAL" clId="{4664C2C3-D7E1-4188-BB25-E34F4B7B5B59}" dt="2026-01-23T06:40:50.186" v="4522"/>
          <pc:sldLayoutMkLst>
            <pc:docMk/>
            <pc:sldMasterMk cId="571324812" sldId="2147483656"/>
            <pc:sldLayoutMk cId="827350116" sldId="2147483660"/>
          </pc:sldLayoutMkLst>
          <pc:spChg chg="mod">
            <ac:chgData name="Steven M Christey" userId="f24da668-4c1f-41c0-850e-113e2bdf78cf" providerId="ADAL" clId="{4664C2C3-D7E1-4188-BB25-E34F4B7B5B59}" dt="2026-01-23T05:37:21.589" v="3651" actId="20577"/>
            <ac:spMkLst>
              <pc:docMk/>
              <pc:sldMasterMk cId="571324812" sldId="2147483656"/>
              <pc:sldLayoutMk cId="827350116" sldId="2147483660"/>
              <ac:spMk id="7" creationId="{9E70A04F-8616-609D-8225-4AD857445D04}"/>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160288765" sldId="2147483661"/>
          </pc:sldLayoutMkLst>
          <pc:spChg chg="mod">
            <ac:chgData name="Steven M Christey" userId="f24da668-4c1f-41c0-850e-113e2bdf78cf" providerId="ADAL" clId="{4664C2C3-D7E1-4188-BB25-E34F4B7B5B59}" dt="2026-01-23T05:37:27.952" v="3653" actId="20577"/>
            <ac:spMkLst>
              <pc:docMk/>
              <pc:sldMasterMk cId="571324812" sldId="2147483656"/>
              <pc:sldLayoutMk cId="4160288765" sldId="2147483661"/>
              <ac:spMk id="4" creationId="{89A8502D-2927-9695-96E9-8F406706FAB8}"/>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838690321" sldId="2147483662"/>
          </pc:sldLayoutMkLst>
          <pc:spChg chg="mod">
            <ac:chgData name="Steven M Christey" userId="f24da668-4c1f-41c0-850e-113e2bdf78cf" providerId="ADAL" clId="{4664C2C3-D7E1-4188-BB25-E34F4B7B5B59}" dt="2026-01-23T05:37:33.179" v="3655" actId="20577"/>
            <ac:spMkLst>
              <pc:docMk/>
              <pc:sldMasterMk cId="571324812" sldId="2147483656"/>
              <pc:sldLayoutMk cId="838690321" sldId="2147483662"/>
              <ac:spMk id="7" creationId="{C07B8B59-72BB-402C-0548-28CBE824E528}"/>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234124309" sldId="2147483663"/>
          </pc:sldLayoutMkLst>
          <pc:spChg chg="mod">
            <ac:chgData name="Steven M Christey" userId="f24da668-4c1f-41c0-850e-113e2bdf78cf" providerId="ADAL" clId="{4664C2C3-D7E1-4188-BB25-E34F4B7B5B59}" dt="2026-01-23T05:37:39.417" v="3657" actId="20577"/>
            <ac:spMkLst>
              <pc:docMk/>
              <pc:sldMasterMk cId="571324812" sldId="2147483656"/>
              <pc:sldLayoutMk cId="4234124309" sldId="2147483663"/>
              <ac:spMk id="4" creationId="{6DE9556C-601C-A625-8E9C-D685CD0558F6}"/>
            </ac:spMkLst>
          </pc:spChg>
        </pc:sldLayoutChg>
        <pc:sldLayoutChg chg="setBg">
          <pc:chgData name="Steven M Christey" userId="f24da668-4c1f-41c0-850e-113e2bdf78cf" providerId="ADAL" clId="{4664C2C3-D7E1-4188-BB25-E34F4B7B5B59}" dt="2026-01-23T06:40:50.186" v="4522"/>
          <pc:sldLayoutMkLst>
            <pc:docMk/>
            <pc:sldMasterMk cId="571324812" sldId="2147483656"/>
            <pc:sldLayoutMk cId="1217307357" sldId="2147483664"/>
          </pc:sldLayoutMkLst>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115249480" sldId="2147483665"/>
          </pc:sldLayoutMkLst>
          <pc:spChg chg="mod">
            <ac:chgData name="Steven M Christey" userId="f24da668-4c1f-41c0-850e-113e2bdf78cf" providerId="ADAL" clId="{4664C2C3-D7E1-4188-BB25-E34F4B7B5B59}" dt="2026-01-23T05:37:16.509" v="3649" actId="20577"/>
            <ac:spMkLst>
              <pc:docMk/>
              <pc:sldMasterMk cId="571324812" sldId="2147483656"/>
              <pc:sldLayoutMk cId="115249480" sldId="2147483665"/>
              <ac:spMk id="4" creationId="{0547FED3-2C30-F4E6-3048-5675580799A0}"/>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126487817" sldId="2147483666"/>
          </pc:sldLayoutMkLst>
          <pc:spChg chg="mod">
            <ac:chgData name="Steven M Christey" userId="f24da668-4c1f-41c0-850e-113e2bdf78cf" providerId="ADAL" clId="{4664C2C3-D7E1-4188-BB25-E34F4B7B5B59}" dt="2026-01-23T05:37:08.346" v="3647" actId="20577"/>
            <ac:spMkLst>
              <pc:docMk/>
              <pc:sldMasterMk cId="571324812" sldId="2147483656"/>
              <pc:sldLayoutMk cId="4126487817" sldId="2147483666"/>
              <ac:spMk id="20" creationId="{64B792E7-8D76-4EA8-9A42-E8F018734208}"/>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31849749" sldId="2147483667"/>
          </pc:sldLayoutMkLst>
          <pc:spChg chg="mod">
            <ac:chgData name="Steven M Christey" userId="f24da668-4c1f-41c0-850e-113e2bdf78cf" providerId="ADAL" clId="{4664C2C3-D7E1-4188-BB25-E34F4B7B5B59}" dt="2026-01-23T05:37:03.404" v="3645" actId="20577"/>
            <ac:spMkLst>
              <pc:docMk/>
              <pc:sldMasterMk cId="571324812" sldId="2147483656"/>
              <pc:sldLayoutMk cId="431849749" sldId="2147483667"/>
              <ac:spMk id="6" creationId="{DC740274-008C-0C73-052B-7BFB85A6125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2/20/2026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0T16:17:55.3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0 124,'211'1,"562"-19,-599 8,67-7,-216 14,-1-2,0-1,42-17,-43 15,0 0,1 1,45-6,309 7,-228 8,66 18,-20-1,22-16,78 2,-222 0,-1 4,73 17,-107-16,176 37,-162-39,0-1,58-1,-27-10,-55 2,0 1,1 1,-1 1,41 7,-54-3,0 1,0 0,-1 2,0-1,23 17,-20-13,0 0,39 15,60 25,-91-38,1 0,0-2,1-1,0-1,1-1,33 4,-48-11,0 0,0 0,1-1,-1-1,0 0,16-4,-4-4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
            </a:r>
          </a:p>
        </p:txBody>
      </p:sp>
      <p:sp>
        <p:nvSpPr>
          <p:cNvPr id="4" name="Slide Number Placeholder 3"/>
          <p:cNvSpPr>
            <a:spLocks noGrp="1"/>
          </p:cNvSpPr>
          <p:nvPr>
            <p:ph type="sldNum" sz="quarter" idx="5"/>
          </p:nvPr>
        </p:nvSpPr>
        <p:spPr/>
        <p:txBody>
          <a:bodyPr/>
          <a:lstStyle/>
          <a:p>
            <a:fld id="{D58F3C89-9E49-4851-A18A-DAECD34FD650}" type="slidenum">
              <a:rPr lang="en-US" smtClean="0"/>
              <a:t>26</a:t>
            </a:fld>
            <a:endParaRPr lang="en-US"/>
          </a:p>
        </p:txBody>
      </p:sp>
    </p:spTree>
    <p:extLst>
      <p:ext uri="{BB962C8B-B14F-4D97-AF65-F5344CB8AC3E}">
        <p14:creationId xmlns:p14="http://schemas.microsoft.com/office/powerpoint/2010/main" val="9544261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February 20, 2026</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Seifried proposal to update CWE-1427 (prompt injection)</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r>
              <a:rPr lang="en-US" dirty="0">
                <a:latin typeface="Tahoma"/>
                <a:ea typeface="Tahoma"/>
                <a:cs typeface="Tahoma"/>
              </a:rPr>
              <a:t>CWE 4.20 to be released April 2026</a:t>
            </a:r>
          </a:p>
          <a:p>
            <a:pPr marL="307975" indent="-307975"/>
            <a:r>
              <a:rPr lang="en-US" dirty="0">
                <a:latin typeface="Tahoma"/>
                <a:ea typeface="Tahoma"/>
                <a:cs typeface="Tahoma"/>
              </a:rPr>
              <a:t>AI-related CDR</a:t>
            </a:r>
          </a:p>
          <a:p>
            <a:pPr marL="685922" lvl="1" indent="-307975"/>
            <a:r>
              <a:rPr lang="en-US" dirty="0">
                <a:latin typeface="Tahoma"/>
                <a:ea typeface="Tahoma"/>
                <a:cs typeface="Tahoma"/>
              </a:rPr>
              <a:t>5 to 7 AI-related submissions; at least one new submission</a:t>
            </a:r>
          </a:p>
          <a:p>
            <a:pPr marL="685922" lvl="1" indent="-307975"/>
            <a:r>
              <a:rPr lang="en-US" dirty="0">
                <a:latin typeface="Tahoma"/>
                <a:ea typeface="Tahoma"/>
                <a:cs typeface="Tahoma"/>
              </a:rPr>
              <a:t>Steve to work with Erick on ANSI escape injection submission</a:t>
            </a:r>
          </a:p>
          <a:p>
            <a:pPr marL="685922" lvl="1" indent="-307975"/>
            <a:r>
              <a:rPr lang="en-US" dirty="0">
                <a:latin typeface="Tahoma"/>
                <a:ea typeface="Tahoma"/>
                <a:cs typeface="Tahoma"/>
              </a:rPr>
              <a:t>Some other submissions to be converted to modifications</a:t>
            </a:r>
          </a:p>
          <a:p>
            <a:pPr marL="307975" indent="-307975"/>
            <a:r>
              <a:rPr lang="en-US" dirty="0">
                <a:latin typeface="Tahoma"/>
                <a:ea typeface="Tahoma"/>
                <a:cs typeface="Tahoma"/>
              </a:rPr>
              <a:t>No progress this month on potential observed examples</a:t>
            </a:r>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5A1A-BF6C-4186-732B-CF8D2D22BC81}"/>
              </a:ext>
            </a:extLst>
          </p:cNvPr>
          <p:cNvSpPr>
            <a:spLocks noGrp="1"/>
          </p:cNvSpPr>
          <p:nvPr>
            <p:ph type="title"/>
          </p:nvPr>
        </p:nvSpPr>
        <p:spPr/>
        <p:txBody>
          <a:bodyPr/>
          <a:lstStyle/>
          <a:p>
            <a:r>
              <a:rPr lang="en-US" dirty="0"/>
              <a:t>Proposal to Modify CWE-1427</a:t>
            </a:r>
          </a:p>
        </p:txBody>
      </p:sp>
      <p:sp>
        <p:nvSpPr>
          <p:cNvPr id="3" name="Content Placeholder 2">
            <a:extLst>
              <a:ext uri="{FF2B5EF4-FFF2-40B4-BE49-F238E27FC236}">
                <a16:creationId xmlns:a16="http://schemas.microsoft.com/office/drawing/2014/main" id="{C069FD25-0C16-B328-29F8-1CC2DEB3A9F4}"/>
              </a:ext>
            </a:extLst>
          </p:cNvPr>
          <p:cNvSpPr>
            <a:spLocks noGrp="1"/>
          </p:cNvSpPr>
          <p:nvPr>
            <p:ph idx="1"/>
          </p:nvPr>
        </p:nvSpPr>
        <p:spPr/>
        <p:txBody>
          <a:bodyPr/>
          <a:lstStyle/>
          <a:p>
            <a:r>
              <a:rPr lang="en-US" dirty="0"/>
              <a:t>Author: Kurt Seifried (Cloud Security Alliance)</a:t>
            </a:r>
          </a:p>
          <a:p>
            <a:r>
              <a:rPr lang="en-US" dirty="0"/>
              <a:t>Provided as PDF to the CWE Team with permission to share with AI WG</a:t>
            </a:r>
          </a:p>
          <a:p>
            <a:r>
              <a:rPr lang="en-US" dirty="0"/>
              <a:t>20+ pages long!</a:t>
            </a:r>
          </a:p>
          <a:p>
            <a:r>
              <a:rPr lang="en-US" dirty="0"/>
              <a:t>Each issue is presented with multiple options</a:t>
            </a:r>
          </a:p>
          <a:p>
            <a:r>
              <a:rPr lang="en-US" dirty="0"/>
              <a:t>Potential to add new entries</a:t>
            </a:r>
          </a:p>
          <a:p>
            <a:endParaRPr lang="en-US" dirty="0"/>
          </a:p>
        </p:txBody>
      </p:sp>
      <p:sp>
        <p:nvSpPr>
          <p:cNvPr id="4" name="Slide Number Placeholder 3">
            <a:extLst>
              <a:ext uri="{FF2B5EF4-FFF2-40B4-BE49-F238E27FC236}">
                <a16:creationId xmlns:a16="http://schemas.microsoft.com/office/drawing/2014/main" id="{C588D158-42E6-F284-BF4D-1716B6E368F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41529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33B0A5-E2AF-2AB9-CD1D-49A2607028B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imeline&#10;&#10;AI-generated content may be incorrect.">
            <a:extLst>
              <a:ext uri="{FF2B5EF4-FFF2-40B4-BE49-F238E27FC236}">
                <a16:creationId xmlns:a16="http://schemas.microsoft.com/office/drawing/2014/main" id="{46E24C7F-F11A-8457-44F3-EC5031F8B6E7}"/>
              </a:ext>
            </a:extLst>
          </p:cNvPr>
          <p:cNvPicPr>
            <a:picLocks noChangeAspect="1"/>
          </p:cNvPicPr>
          <p:nvPr/>
        </p:nvPicPr>
        <p:blipFill>
          <a:blip r:embed="rId2"/>
          <a:stretch>
            <a:fillRect/>
          </a:stretch>
        </p:blipFill>
        <p:spPr>
          <a:xfrm>
            <a:off x="1330289" y="755136"/>
            <a:ext cx="9242461" cy="5136626"/>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9F6885FE-AC56-620E-9C41-CF6666DE50F6}"/>
                  </a:ext>
                </a:extLst>
              </p14:cNvPr>
              <p14:cNvContentPartPr/>
              <p14:nvPr/>
            </p14:nvContentPartPr>
            <p14:xfrm>
              <a:off x="7629615" y="1956037"/>
              <a:ext cx="1749960" cy="145440"/>
            </p14:xfrm>
          </p:contentPart>
        </mc:Choice>
        <mc:Fallback>
          <p:pic>
            <p:nvPicPr>
              <p:cNvPr id="5" name="Ink 4">
                <a:extLst>
                  <a:ext uri="{FF2B5EF4-FFF2-40B4-BE49-F238E27FC236}">
                    <a16:creationId xmlns:a16="http://schemas.microsoft.com/office/drawing/2014/main" id="{9F6885FE-AC56-620E-9C41-CF6666DE50F6}"/>
                  </a:ext>
                </a:extLst>
              </p:cNvPr>
              <p:cNvPicPr/>
              <p:nvPr/>
            </p:nvPicPr>
            <p:blipFill>
              <a:blip r:embed="rId4"/>
              <a:stretch>
                <a:fillRect/>
              </a:stretch>
            </p:blipFill>
            <p:spPr>
              <a:xfrm>
                <a:off x="7575615" y="1848397"/>
                <a:ext cx="1857600" cy="361080"/>
              </a:xfrm>
              <a:prstGeom prst="rect">
                <a:avLst/>
              </a:prstGeom>
            </p:spPr>
          </p:pic>
        </mc:Fallback>
      </mc:AlternateContent>
    </p:spTree>
    <p:extLst>
      <p:ext uri="{BB962C8B-B14F-4D97-AF65-F5344CB8AC3E}">
        <p14:creationId xmlns:p14="http://schemas.microsoft.com/office/powerpoint/2010/main" val="4199783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C8289D-79BE-26DB-A8B3-B6925BD789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E17F2383-D61E-A478-4B03-DA681C12730A}"/>
              </a:ext>
            </a:extLst>
          </p:cNvPr>
          <p:cNvPicPr>
            <a:picLocks noChangeAspect="1"/>
          </p:cNvPicPr>
          <p:nvPr/>
        </p:nvPicPr>
        <p:blipFill>
          <a:blip r:embed="rId2"/>
          <a:stretch>
            <a:fillRect/>
          </a:stretch>
        </p:blipFill>
        <p:spPr>
          <a:xfrm>
            <a:off x="1816059" y="1500004"/>
            <a:ext cx="8245555" cy="4229467"/>
          </a:xfrm>
          <a:prstGeom prst="rect">
            <a:avLst/>
          </a:prstGeom>
        </p:spPr>
      </p:pic>
    </p:spTree>
    <p:extLst>
      <p:ext uri="{BB962C8B-B14F-4D97-AF65-F5344CB8AC3E}">
        <p14:creationId xmlns:p14="http://schemas.microsoft.com/office/powerpoint/2010/main" val="3833706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0CD250-121D-DFB0-5AF1-8727ECBA014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6" name="Picture 5" descr="Graphical user interface, text, table, email&#10;&#10;AI-generated content may be incorrect.">
            <a:extLst>
              <a:ext uri="{FF2B5EF4-FFF2-40B4-BE49-F238E27FC236}">
                <a16:creationId xmlns:a16="http://schemas.microsoft.com/office/drawing/2014/main" id="{B1566C40-66D2-CF46-E68F-63A531619F1F}"/>
              </a:ext>
            </a:extLst>
          </p:cNvPr>
          <p:cNvPicPr>
            <a:picLocks noChangeAspect="1"/>
          </p:cNvPicPr>
          <p:nvPr/>
        </p:nvPicPr>
        <p:blipFill>
          <a:blip r:embed="rId2"/>
          <a:stretch>
            <a:fillRect/>
          </a:stretch>
        </p:blipFill>
        <p:spPr>
          <a:xfrm>
            <a:off x="2030377" y="544580"/>
            <a:ext cx="8131245" cy="5768840"/>
          </a:xfrm>
          <a:prstGeom prst="rect">
            <a:avLst/>
          </a:prstGeom>
        </p:spPr>
      </p:pic>
    </p:spTree>
    <p:extLst>
      <p:ext uri="{BB962C8B-B14F-4D97-AF65-F5344CB8AC3E}">
        <p14:creationId xmlns:p14="http://schemas.microsoft.com/office/powerpoint/2010/main" val="3837186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E90950-5D4D-1684-3A3D-06AB8B48C1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6F355C61-593B-9BC2-D2F5-676EC65F08D5}"/>
              </a:ext>
            </a:extLst>
          </p:cNvPr>
          <p:cNvPicPr>
            <a:picLocks noChangeAspect="1"/>
          </p:cNvPicPr>
          <p:nvPr/>
        </p:nvPicPr>
        <p:blipFill>
          <a:blip r:embed="rId2"/>
          <a:stretch>
            <a:fillRect/>
          </a:stretch>
        </p:blipFill>
        <p:spPr>
          <a:xfrm>
            <a:off x="1961791" y="639838"/>
            <a:ext cx="8268417" cy="5578323"/>
          </a:xfrm>
          <a:prstGeom prst="rect">
            <a:avLst/>
          </a:prstGeom>
        </p:spPr>
      </p:pic>
    </p:spTree>
    <p:extLst>
      <p:ext uri="{BB962C8B-B14F-4D97-AF65-F5344CB8AC3E}">
        <p14:creationId xmlns:p14="http://schemas.microsoft.com/office/powerpoint/2010/main" val="2263683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E59939-D9B0-1C8F-6B46-9202577215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a:extLst>
              <a:ext uri="{FF2B5EF4-FFF2-40B4-BE49-F238E27FC236}">
                <a16:creationId xmlns:a16="http://schemas.microsoft.com/office/drawing/2014/main" id="{6F4B8CAE-32B7-E032-DA53-1B32B5A25BF1}"/>
              </a:ext>
            </a:extLst>
          </p:cNvPr>
          <p:cNvPicPr>
            <a:picLocks noChangeAspect="1"/>
          </p:cNvPicPr>
          <p:nvPr/>
        </p:nvPicPr>
        <p:blipFill>
          <a:blip r:embed="rId2"/>
          <a:stretch>
            <a:fillRect/>
          </a:stretch>
        </p:blipFill>
        <p:spPr>
          <a:xfrm>
            <a:off x="2015136" y="929423"/>
            <a:ext cx="8161727" cy="4999153"/>
          </a:xfrm>
          <a:prstGeom prst="rect">
            <a:avLst/>
          </a:prstGeom>
        </p:spPr>
      </p:pic>
    </p:spTree>
    <p:extLst>
      <p:ext uri="{BB962C8B-B14F-4D97-AF65-F5344CB8AC3E}">
        <p14:creationId xmlns:p14="http://schemas.microsoft.com/office/powerpoint/2010/main" val="2549164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05C5-5FF6-139B-ECB6-C1FD1A7EAB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300170-C9E0-26F2-9B1E-A5799E0F17C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282F3DEC-75D2-73AE-26D1-23FDB7522072}"/>
              </a:ext>
            </a:extLst>
          </p:cNvPr>
          <p:cNvPicPr>
            <a:picLocks noChangeAspect="1"/>
          </p:cNvPicPr>
          <p:nvPr/>
        </p:nvPicPr>
        <p:blipFill>
          <a:blip r:embed="rId2"/>
          <a:stretch>
            <a:fillRect/>
          </a:stretch>
        </p:blipFill>
        <p:spPr>
          <a:xfrm>
            <a:off x="2335204" y="373115"/>
            <a:ext cx="7521592" cy="6111770"/>
          </a:xfrm>
          <a:prstGeom prst="rect">
            <a:avLst/>
          </a:prstGeom>
        </p:spPr>
      </p:pic>
    </p:spTree>
    <p:extLst>
      <p:ext uri="{BB962C8B-B14F-4D97-AF65-F5344CB8AC3E}">
        <p14:creationId xmlns:p14="http://schemas.microsoft.com/office/powerpoint/2010/main" val="2985762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7875E-2C64-2D21-BCB1-AA1478E8888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ACF02-D090-1E1C-9EA4-6CA70665BB9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DA57A18D-8870-7A83-DE88-EA2CD2ABCE46}"/>
              </a:ext>
            </a:extLst>
          </p:cNvPr>
          <p:cNvPicPr>
            <a:picLocks noChangeAspect="1"/>
          </p:cNvPicPr>
          <p:nvPr/>
        </p:nvPicPr>
        <p:blipFill>
          <a:blip r:embed="rId2"/>
          <a:stretch>
            <a:fillRect/>
          </a:stretch>
        </p:blipFill>
        <p:spPr>
          <a:xfrm>
            <a:off x="2045619" y="354063"/>
            <a:ext cx="8100762" cy="6149873"/>
          </a:xfrm>
          <a:prstGeom prst="rect">
            <a:avLst/>
          </a:prstGeom>
        </p:spPr>
      </p:pic>
    </p:spTree>
    <p:extLst>
      <p:ext uri="{BB962C8B-B14F-4D97-AF65-F5344CB8AC3E}">
        <p14:creationId xmlns:p14="http://schemas.microsoft.com/office/powerpoint/2010/main" val="3910918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FB3F-44AA-4113-28D5-FE304CFB74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820469-BB6E-2979-0290-DD9C2C942F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2587646C-E0F5-C372-4C90-CBF3AE3E0589}"/>
              </a:ext>
            </a:extLst>
          </p:cNvPr>
          <p:cNvPicPr>
            <a:picLocks noChangeAspect="1"/>
          </p:cNvPicPr>
          <p:nvPr/>
        </p:nvPicPr>
        <p:blipFill>
          <a:blip r:embed="rId2"/>
          <a:stretch>
            <a:fillRect/>
          </a:stretch>
        </p:blipFill>
        <p:spPr>
          <a:xfrm>
            <a:off x="2369497" y="643648"/>
            <a:ext cx="7453006" cy="5570703"/>
          </a:xfrm>
          <a:prstGeom prst="rect">
            <a:avLst/>
          </a:prstGeom>
        </p:spPr>
      </p:pic>
    </p:spTree>
    <p:extLst>
      <p:ext uri="{BB962C8B-B14F-4D97-AF65-F5344CB8AC3E}">
        <p14:creationId xmlns:p14="http://schemas.microsoft.com/office/powerpoint/2010/main" val="199589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72F7E-0063-FD27-0EC1-F3FE68161D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93EC91-882F-9E67-E89F-CDD4DB17D0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table, email&#10;&#10;AI-generated content may be incorrect.">
            <a:extLst>
              <a:ext uri="{FF2B5EF4-FFF2-40B4-BE49-F238E27FC236}">
                <a16:creationId xmlns:a16="http://schemas.microsoft.com/office/drawing/2014/main" id="{757D0797-BEDF-F74B-03AC-F6FED2AF8819}"/>
              </a:ext>
            </a:extLst>
          </p:cNvPr>
          <p:cNvPicPr>
            <a:picLocks noChangeAspect="1"/>
          </p:cNvPicPr>
          <p:nvPr/>
        </p:nvPicPr>
        <p:blipFill>
          <a:blip r:embed="rId2"/>
          <a:stretch>
            <a:fillRect/>
          </a:stretch>
        </p:blipFill>
        <p:spPr>
          <a:xfrm>
            <a:off x="3341131" y="472184"/>
            <a:ext cx="5509737" cy="5913632"/>
          </a:xfrm>
          <a:prstGeom prst="rect">
            <a:avLst/>
          </a:prstGeom>
        </p:spPr>
      </p:pic>
    </p:spTree>
    <p:extLst>
      <p:ext uri="{BB962C8B-B14F-4D97-AF65-F5344CB8AC3E}">
        <p14:creationId xmlns:p14="http://schemas.microsoft.com/office/powerpoint/2010/main" val="2010714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6CEE-0605-5F29-3B9A-15C9983FAA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AAFCC-ADE5-9183-7F03-FF33A67421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1C1696F7-D370-C94A-F6A7-9E3EAEBB1B47}"/>
              </a:ext>
            </a:extLst>
          </p:cNvPr>
          <p:cNvPicPr>
            <a:picLocks noChangeAspect="1"/>
          </p:cNvPicPr>
          <p:nvPr/>
        </p:nvPicPr>
        <p:blipFill>
          <a:blip r:embed="rId2"/>
          <a:stretch>
            <a:fillRect/>
          </a:stretch>
        </p:blipFill>
        <p:spPr>
          <a:xfrm>
            <a:off x="2557463" y="863790"/>
            <a:ext cx="6843711" cy="5311537"/>
          </a:xfrm>
          <a:prstGeom prst="rect">
            <a:avLst/>
          </a:prstGeom>
        </p:spPr>
      </p:pic>
    </p:spTree>
    <p:extLst>
      <p:ext uri="{BB962C8B-B14F-4D97-AF65-F5344CB8AC3E}">
        <p14:creationId xmlns:p14="http://schemas.microsoft.com/office/powerpoint/2010/main" val="797462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ACE9B-E0BF-3157-D742-F511C7FF31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E5B45D-D887-9F56-F2C1-062EF13FDD3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B7B403F3-35D8-B6FB-39D0-BC67FDF9C2E9}"/>
              </a:ext>
            </a:extLst>
          </p:cNvPr>
          <p:cNvPicPr>
            <a:picLocks noChangeAspect="1"/>
          </p:cNvPicPr>
          <p:nvPr/>
        </p:nvPicPr>
        <p:blipFill>
          <a:blip r:embed="rId2"/>
          <a:stretch>
            <a:fillRect/>
          </a:stretch>
        </p:blipFill>
        <p:spPr>
          <a:xfrm>
            <a:off x="3310648" y="757958"/>
            <a:ext cx="5570703" cy="5342083"/>
          </a:xfrm>
          <a:prstGeom prst="rect">
            <a:avLst/>
          </a:prstGeom>
        </p:spPr>
      </p:pic>
    </p:spTree>
    <p:extLst>
      <p:ext uri="{BB962C8B-B14F-4D97-AF65-F5344CB8AC3E}">
        <p14:creationId xmlns:p14="http://schemas.microsoft.com/office/powerpoint/2010/main" val="1552597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6A191-D29D-C1FF-2EE1-678FA88707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3A1D64-4A3F-FEC9-604E-3283FDC7646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9D1AFA0B-7301-3E53-6CA7-D5D99AC494EA}"/>
              </a:ext>
            </a:extLst>
          </p:cNvPr>
          <p:cNvPicPr>
            <a:picLocks noChangeAspect="1"/>
          </p:cNvPicPr>
          <p:nvPr/>
        </p:nvPicPr>
        <p:blipFill>
          <a:blip r:embed="rId2"/>
          <a:stretch>
            <a:fillRect/>
          </a:stretch>
        </p:blipFill>
        <p:spPr>
          <a:xfrm>
            <a:off x="2906753" y="857027"/>
            <a:ext cx="6378493" cy="5143946"/>
          </a:xfrm>
          <a:prstGeom prst="rect">
            <a:avLst/>
          </a:prstGeom>
        </p:spPr>
      </p:pic>
    </p:spTree>
    <p:extLst>
      <p:ext uri="{BB962C8B-B14F-4D97-AF65-F5344CB8AC3E}">
        <p14:creationId xmlns:p14="http://schemas.microsoft.com/office/powerpoint/2010/main" val="93690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FD404-53A0-179C-C66A-40309C58CD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CF857-6EAE-14F6-40E2-D3C59DF3766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852B936C-7B8F-1434-E069-56937B9E46D6}"/>
              </a:ext>
            </a:extLst>
          </p:cNvPr>
          <p:cNvPicPr>
            <a:picLocks noChangeAspect="1"/>
          </p:cNvPicPr>
          <p:nvPr/>
        </p:nvPicPr>
        <p:blipFill>
          <a:blip r:embed="rId2"/>
          <a:stretch>
            <a:fillRect/>
          </a:stretch>
        </p:blipFill>
        <p:spPr>
          <a:xfrm>
            <a:off x="3047736" y="437891"/>
            <a:ext cx="6096528" cy="5982218"/>
          </a:xfrm>
          <a:prstGeom prst="rect">
            <a:avLst/>
          </a:prstGeom>
        </p:spPr>
      </p:pic>
    </p:spTree>
    <p:extLst>
      <p:ext uri="{BB962C8B-B14F-4D97-AF65-F5344CB8AC3E}">
        <p14:creationId xmlns:p14="http://schemas.microsoft.com/office/powerpoint/2010/main" val="837604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41B4D-9FAB-6AAB-299F-35352B110E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5689A9-4383-A13A-3CD0-B71DC96D07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59CAAEFD-1AD6-49E6-DAB4-3BABE077335E}"/>
              </a:ext>
            </a:extLst>
          </p:cNvPr>
          <p:cNvPicPr>
            <a:picLocks noChangeAspect="1"/>
          </p:cNvPicPr>
          <p:nvPr/>
        </p:nvPicPr>
        <p:blipFill>
          <a:blip r:embed="rId2"/>
          <a:stretch>
            <a:fillRect/>
          </a:stretch>
        </p:blipFill>
        <p:spPr>
          <a:xfrm>
            <a:off x="2423345" y="1376939"/>
            <a:ext cx="7861243" cy="4904536"/>
          </a:xfrm>
          <a:prstGeom prst="rect">
            <a:avLst/>
          </a:prstGeom>
        </p:spPr>
      </p:pic>
    </p:spTree>
    <p:extLst>
      <p:ext uri="{BB962C8B-B14F-4D97-AF65-F5344CB8AC3E}">
        <p14:creationId xmlns:p14="http://schemas.microsoft.com/office/powerpoint/2010/main" val="309230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8BAD-DEC8-3302-D41D-CE2CF1133C45}"/>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31E3304-FCBA-0157-D0E1-CF2D669A2152}"/>
              </a:ext>
            </a:extLst>
          </p:cNvPr>
          <p:cNvSpPr>
            <a:spLocks noGrp="1"/>
          </p:cNvSpPr>
          <p:nvPr>
            <p:ph idx="1"/>
          </p:nvPr>
        </p:nvSpPr>
        <p:spPr/>
        <p:txBody>
          <a:bodyPr/>
          <a:lstStyle/>
          <a:p>
            <a:r>
              <a:rPr lang="en-US" dirty="0"/>
              <a:t>Steve to coordinate with Kurt to review and share his document more openly, e.g., through CDR</a:t>
            </a:r>
          </a:p>
          <a:p>
            <a:r>
              <a:rPr lang="en-US" dirty="0"/>
              <a:t>Initial focus on “quick-win” scenarios</a:t>
            </a:r>
          </a:p>
          <a:p>
            <a:r>
              <a:rPr lang="en-US" dirty="0"/>
              <a:t>Organizational/hierarchical issues may be more difficult</a:t>
            </a:r>
          </a:p>
        </p:txBody>
      </p:sp>
      <p:sp>
        <p:nvSpPr>
          <p:cNvPr id="4" name="Slide Number Placeholder 3">
            <a:extLst>
              <a:ext uri="{FF2B5EF4-FFF2-40B4-BE49-F238E27FC236}">
                <a16:creationId xmlns:a16="http://schemas.microsoft.com/office/drawing/2014/main" id="{8603EDF8-C280-73E1-946A-58A386BB342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83225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21E2-93C6-338B-6EE5-96B96BC64DC2}"/>
              </a:ext>
            </a:extLst>
          </p:cNvPr>
          <p:cNvSpPr>
            <a:spLocks noGrp="1"/>
          </p:cNvSpPr>
          <p:nvPr>
            <p:ph type="ctrTitle" sz="quarter"/>
          </p:nvPr>
        </p:nvSpPr>
        <p:spPr/>
        <p:txBody>
          <a:bodyPr/>
          <a:lstStyle/>
          <a:p>
            <a:r>
              <a:rPr lang="en-US" dirty="0"/>
              <a:t>Observed Examples – Older Slides (January 2026)</a:t>
            </a:r>
          </a:p>
        </p:txBody>
      </p:sp>
      <p:sp>
        <p:nvSpPr>
          <p:cNvPr id="3" name="Slide Number Placeholder 2">
            <a:extLst>
              <a:ext uri="{FF2B5EF4-FFF2-40B4-BE49-F238E27FC236}">
                <a16:creationId xmlns:a16="http://schemas.microsoft.com/office/drawing/2014/main" id="{A6771BA5-3489-53D2-46F8-81439EFF345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5433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EEF8-66F3-2D4B-B2CC-CD30A73943E6}"/>
              </a:ext>
            </a:extLst>
          </p:cNvPr>
          <p:cNvSpPr>
            <a:spLocks noGrp="1"/>
          </p:cNvSpPr>
          <p:nvPr>
            <p:ph type="title"/>
          </p:nvPr>
        </p:nvSpPr>
        <p:spPr/>
        <p:txBody>
          <a:bodyPr/>
          <a:lstStyle/>
          <a:p>
            <a:r>
              <a:rPr lang="en-US" dirty="0"/>
              <a:t>Summary of Last Modification Meeting?</a:t>
            </a:r>
            <a:br>
              <a:rPr lang="en-US" dirty="0"/>
            </a:br>
            <a:r>
              <a:rPr lang="en-US" dirty="0"/>
              <a:t>(November 2025)</a:t>
            </a:r>
          </a:p>
        </p:txBody>
      </p:sp>
      <p:pic>
        <p:nvPicPr>
          <p:cNvPr id="6" name="Content Placeholder 5">
            <a:extLst>
              <a:ext uri="{FF2B5EF4-FFF2-40B4-BE49-F238E27FC236}">
                <a16:creationId xmlns:a16="http://schemas.microsoft.com/office/drawing/2014/main" id="{101C9C1E-28EA-0E5E-C37B-1B01E0678800}"/>
              </a:ext>
            </a:extLst>
          </p:cNvPr>
          <p:cNvPicPr>
            <a:picLocks noGrp="1" noChangeAspect="1"/>
          </p:cNvPicPr>
          <p:nvPr>
            <p:ph idx="1"/>
          </p:nvPr>
        </p:nvPicPr>
        <p:blipFill>
          <a:blip r:embed="rId2"/>
          <a:stretch>
            <a:fillRect/>
          </a:stretch>
        </p:blipFill>
        <p:spPr>
          <a:xfrm>
            <a:off x="1478071" y="1346094"/>
            <a:ext cx="8442543" cy="4753684"/>
          </a:xfrm>
        </p:spPr>
      </p:pic>
      <p:sp>
        <p:nvSpPr>
          <p:cNvPr id="4" name="Slide Number Placeholder 3">
            <a:extLst>
              <a:ext uri="{FF2B5EF4-FFF2-40B4-BE49-F238E27FC236}">
                <a16:creationId xmlns:a16="http://schemas.microsoft.com/office/drawing/2014/main" id="{40E9ED6C-CC16-29FA-29A6-63345EECF55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5146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sz="2800" dirty="0"/>
              <a:t>What We Did (s/We/What Steve Thought We/): 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sz="2000" dirty="0"/>
              <a:t>Original Situation</a:t>
            </a:r>
          </a:p>
          <a:p>
            <a:pPr lvl="1"/>
            <a:r>
              <a:rPr lang="en-US" sz="2000" dirty="0"/>
              <a:t>Since AI/ML is software, it could be subject to nearly all 900+ weaknesses</a:t>
            </a:r>
          </a:p>
          <a:p>
            <a:pPr lvl="2"/>
            <a:r>
              <a:rPr lang="en-US" sz="2000" dirty="0"/>
              <a:t>As of CWE 4.19.1, there are 17 CWEs tagged with AI/ML label</a:t>
            </a:r>
          </a:p>
          <a:p>
            <a:pPr lvl="1"/>
            <a:r>
              <a:rPr lang="en-US" sz="2000" dirty="0"/>
              <a:t>3 to 5 AI-only entries? Can’t count ‘</a:t>
            </a:r>
            <a:r>
              <a:rPr lang="en-US" sz="2000" dirty="0" err="1"/>
              <a:t>em</a:t>
            </a:r>
            <a:r>
              <a:rPr lang="en-US" sz="2000" dirty="0"/>
              <a:t> at the moment, schema-wise</a:t>
            </a:r>
          </a:p>
          <a:p>
            <a:pPr lvl="1"/>
            <a:r>
              <a:rPr lang="en-US" sz="2000" dirty="0"/>
              <a:t>Do data-science related CWEs count as “AI”?</a:t>
            </a:r>
          </a:p>
          <a:p>
            <a:r>
              <a:rPr lang="en-US" sz="2000" dirty="0"/>
              <a:t>Original Goal: determine other general CWEs that seem to appear frequently in AI/ML components</a:t>
            </a:r>
          </a:p>
          <a:p>
            <a:r>
              <a:rPr lang="en-US" sz="2000" dirty="0"/>
              <a:t>Original Plan</a:t>
            </a:r>
          </a:p>
          <a:p>
            <a:pPr lvl="1"/>
            <a:r>
              <a:rPr lang="en-US" sz="2000" dirty="0"/>
              <a:t>(Success) identify AI/ML related products</a:t>
            </a:r>
          </a:p>
          <a:p>
            <a:pPr lvl="1"/>
            <a:r>
              <a:rPr lang="en-US" sz="2000" dirty="0"/>
              <a:t>(Success) Search NVD for descriptions for those products</a:t>
            </a:r>
          </a:p>
          <a:p>
            <a:pPr lvl="1"/>
            <a:r>
              <a:rPr lang="en-US" sz="2000" dirty="0"/>
              <a:t>(fail?) Find observed examples!</a:t>
            </a:r>
          </a:p>
          <a:p>
            <a:pPr lvl="2"/>
            <a:r>
              <a:rPr lang="en-US" sz="2000" dirty="0"/>
              <a:t>AI modification subgroup: “this is a Misuse Of Our Time And Expertise”</a:t>
            </a:r>
          </a:p>
          <a:p>
            <a:pPr lvl="3"/>
            <a:r>
              <a:rPr lang="en-US" sz="2000" dirty="0"/>
              <a:t>Steve: huh. Interesting.</a:t>
            </a:r>
          </a:p>
          <a:p>
            <a:endParaRPr lang="en-US" sz="2000"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FEE7-2FBA-4418-CF6F-82504B4C4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008F0-3C52-F4A8-548D-35698B43A3CB}"/>
              </a:ext>
            </a:extLst>
          </p:cNvPr>
          <p:cNvSpPr>
            <a:spLocks noGrp="1"/>
          </p:cNvSpPr>
          <p:nvPr>
            <p:ph type="title"/>
          </p:nvPr>
        </p:nvSpPr>
        <p:spPr/>
        <p:txBody>
          <a:bodyPr/>
          <a:lstStyle/>
          <a:p>
            <a:r>
              <a:rPr lang="en-US" sz="2800" dirty="0"/>
              <a:t>New Plan? Based on Feedback</a:t>
            </a:r>
          </a:p>
        </p:txBody>
      </p:sp>
      <p:sp>
        <p:nvSpPr>
          <p:cNvPr id="3" name="Content Placeholder 2">
            <a:extLst>
              <a:ext uri="{FF2B5EF4-FFF2-40B4-BE49-F238E27FC236}">
                <a16:creationId xmlns:a16="http://schemas.microsoft.com/office/drawing/2014/main" id="{C86C0050-3E7E-C9C9-4F7C-DEB4555C2824}"/>
              </a:ext>
            </a:extLst>
          </p:cNvPr>
          <p:cNvSpPr>
            <a:spLocks noGrp="1"/>
          </p:cNvSpPr>
          <p:nvPr>
            <p:ph idx="1"/>
          </p:nvPr>
        </p:nvSpPr>
        <p:spPr/>
        <p:txBody>
          <a:bodyPr/>
          <a:lstStyle/>
          <a:p>
            <a:r>
              <a:rPr lang="en-US" sz="1600" dirty="0"/>
              <a:t>New Plan (?)</a:t>
            </a:r>
          </a:p>
          <a:p>
            <a:pPr lvl="1"/>
            <a:r>
              <a:rPr lang="en-US" sz="1600" dirty="0"/>
              <a:t>Find </a:t>
            </a:r>
            <a:r>
              <a:rPr lang="en-US" sz="1600" dirty="0" err="1"/>
              <a:t>obex</a:t>
            </a:r>
            <a:r>
              <a:rPr lang="en-US" sz="1600" dirty="0"/>
              <a:t> for </a:t>
            </a:r>
            <a:r>
              <a:rPr lang="en-US" sz="1600" b="1" dirty="0"/>
              <a:t>AI-</a:t>
            </a:r>
            <a:r>
              <a:rPr lang="en-US" sz="1600" b="1" u="sng" dirty="0"/>
              <a:t>specific</a:t>
            </a:r>
            <a:r>
              <a:rPr lang="en-US" sz="1600" dirty="0"/>
              <a:t> weaknesses</a:t>
            </a:r>
          </a:p>
          <a:p>
            <a:pPr lvl="1"/>
            <a:r>
              <a:rPr lang="en-US" sz="1600" dirty="0"/>
              <a:t>But… but… this is the Modification subgroup?</a:t>
            </a:r>
          </a:p>
          <a:p>
            <a:pPr lvl="1"/>
            <a:r>
              <a:rPr lang="en-US" sz="1600" dirty="0"/>
              <a:t>We have Observed Examples (and Demonstrative Examples) for each AI-related CWE so far</a:t>
            </a:r>
          </a:p>
          <a:p>
            <a:r>
              <a:rPr lang="en-US" sz="1600" dirty="0"/>
              <a:t>Current Context</a:t>
            </a:r>
          </a:p>
          <a:p>
            <a:pPr lvl="1"/>
            <a:r>
              <a:rPr lang="en-US" sz="1600" dirty="0"/>
              <a:t>This WG brainstormed names of many products related to AI</a:t>
            </a:r>
          </a:p>
          <a:p>
            <a:pPr lvl="2"/>
            <a:r>
              <a:rPr lang="en-US" sz="1600" dirty="0"/>
              <a:t>Many were AI-supporting products (data science), or products that used AI</a:t>
            </a:r>
          </a:p>
          <a:p>
            <a:pPr lvl="1"/>
            <a:r>
              <a:rPr lang="en-US" sz="1600" dirty="0"/>
              <a:t>CWE Team searched recent CVE descriptions for AI-related products</a:t>
            </a:r>
          </a:p>
          <a:p>
            <a:pPr lvl="2"/>
            <a:r>
              <a:rPr lang="en-US" sz="1600" dirty="0"/>
              <a:t>866 matches as of last count</a:t>
            </a:r>
          </a:p>
          <a:p>
            <a:pPr lvl="3"/>
            <a:r>
              <a:rPr lang="en-US" sz="1600" dirty="0">
                <a:solidFill>
                  <a:srgbClr val="C00000"/>
                </a:solidFill>
              </a:rPr>
              <a:t>58 are NVD-CWE-</a:t>
            </a:r>
            <a:r>
              <a:rPr lang="en-US" sz="1600" dirty="0" err="1">
                <a:solidFill>
                  <a:srgbClr val="C00000"/>
                </a:solidFill>
              </a:rPr>
              <a:t>noinfo</a:t>
            </a:r>
            <a:endParaRPr lang="en-US" sz="1600" dirty="0">
              <a:solidFill>
                <a:srgbClr val="C00000"/>
              </a:solidFill>
            </a:endParaRPr>
          </a:p>
          <a:p>
            <a:pPr lvl="3"/>
            <a:r>
              <a:rPr lang="en-US" sz="1600" dirty="0">
                <a:solidFill>
                  <a:srgbClr val="C00000"/>
                </a:solidFill>
              </a:rPr>
              <a:t>36 others have no CWE (and, 17 “NVD-CWE-Other”)</a:t>
            </a:r>
          </a:p>
          <a:p>
            <a:pPr lvl="2"/>
            <a:r>
              <a:rPr lang="en-US" sz="1600" dirty="0"/>
              <a:t>164 unique products or product combinations</a:t>
            </a:r>
          </a:p>
          <a:p>
            <a:pPr lvl="3"/>
            <a:r>
              <a:rPr lang="en-US" sz="1600" dirty="0"/>
              <a:t>Many products flagged because LLM/GPT/etc. was in the name</a:t>
            </a:r>
          </a:p>
          <a:p>
            <a:pPr lvl="2"/>
            <a:r>
              <a:rPr lang="en-US" sz="1600" dirty="0"/>
              <a:t>NVD’s CPE data was incomplete.</a:t>
            </a:r>
          </a:p>
          <a:p>
            <a:pPr lvl="3"/>
            <a:r>
              <a:rPr lang="en-US" sz="1600" dirty="0"/>
              <a:t>Ideas on using AI to infer CPEs? (it’s been done)</a:t>
            </a:r>
          </a:p>
          <a:p>
            <a:endParaRPr lang="en-US" sz="1600" dirty="0"/>
          </a:p>
          <a:p>
            <a:endParaRPr lang="en-US" sz="1600" dirty="0"/>
          </a:p>
        </p:txBody>
      </p:sp>
      <p:sp>
        <p:nvSpPr>
          <p:cNvPr id="4" name="Slide Number Placeholder 3">
            <a:extLst>
              <a:ext uri="{FF2B5EF4-FFF2-40B4-BE49-F238E27FC236}">
                <a16:creationId xmlns:a16="http://schemas.microsoft.com/office/drawing/2014/main" id="{2BBA4BEF-FFD1-7AFA-B812-C047748FFA8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56464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3D73-56B8-0377-5176-545741F2A2A2}"/>
              </a:ext>
            </a:extLst>
          </p:cNvPr>
          <p:cNvSpPr>
            <a:spLocks noGrp="1"/>
          </p:cNvSpPr>
          <p:nvPr>
            <p:ph type="title"/>
          </p:nvPr>
        </p:nvSpPr>
        <p:spPr/>
        <p:txBody>
          <a:bodyPr/>
          <a:lstStyle/>
          <a:p>
            <a:r>
              <a:rPr lang="en-US" dirty="0"/>
              <a:t>Interesting CWEs (biased human sample)</a:t>
            </a:r>
          </a:p>
        </p:txBody>
      </p:sp>
      <p:sp>
        <p:nvSpPr>
          <p:cNvPr id="3" name="Content Placeholder 2">
            <a:extLst>
              <a:ext uri="{FF2B5EF4-FFF2-40B4-BE49-F238E27FC236}">
                <a16:creationId xmlns:a16="http://schemas.microsoft.com/office/drawing/2014/main" id="{DDD022E7-23DB-3E55-B34F-D445469EE3C6}"/>
              </a:ext>
            </a:extLst>
          </p:cNvPr>
          <p:cNvSpPr>
            <a:spLocks noGrp="1"/>
          </p:cNvSpPr>
          <p:nvPr>
            <p:ph idx="1"/>
          </p:nvPr>
        </p:nvSpPr>
        <p:spPr/>
        <p:txBody>
          <a:bodyPr/>
          <a:lstStyle/>
          <a:p>
            <a:r>
              <a:rPr lang="en-US" dirty="0"/>
              <a:t>Where did AI learn this? Or is it just regular software errors?</a:t>
            </a:r>
          </a:p>
          <a:p>
            <a:pPr lvl="1"/>
            <a:r>
              <a:rPr lang="en-US" dirty="0"/>
              <a:t>53 CWE-617: Reachable Assertion</a:t>
            </a:r>
          </a:p>
          <a:p>
            <a:pPr lvl="1"/>
            <a:r>
              <a:rPr lang="en-US" dirty="0"/>
              <a:t>53 CWE-20: Improper Input Validation</a:t>
            </a:r>
          </a:p>
          <a:p>
            <a:pPr lvl="1"/>
            <a:r>
              <a:rPr lang="en-US" dirty="0"/>
              <a:t>38 CWE-862: Missing Authorization</a:t>
            </a:r>
          </a:p>
          <a:p>
            <a:pPr lvl="1"/>
            <a:r>
              <a:rPr lang="en-US" dirty="0"/>
              <a:t>4 CWE-475: Undefined Behavior for Input to API</a:t>
            </a:r>
          </a:p>
          <a:p>
            <a:pPr lvl="1"/>
            <a:r>
              <a:rPr lang="en-US" dirty="0"/>
              <a:t>3 CWE-840: Business Logic Errors</a:t>
            </a:r>
          </a:p>
          <a:p>
            <a:pPr lvl="2"/>
            <a:r>
              <a:rPr lang="en-US" dirty="0"/>
              <a:t>Not even a weakness! (it’s a category)</a:t>
            </a:r>
          </a:p>
          <a:p>
            <a:pPr lvl="1"/>
            <a:endParaRPr lang="en-US" dirty="0"/>
          </a:p>
          <a:p>
            <a:r>
              <a:rPr lang="en-US" dirty="0">
                <a:solidFill>
                  <a:srgbClr val="C00000"/>
                </a:solidFill>
              </a:rPr>
              <a:t>1 CWE-1039: Inadequate Detection or Handling of Adversarial Input Perturbations in Automated Recognition Mechanism</a:t>
            </a:r>
          </a:p>
          <a:p>
            <a:r>
              <a:rPr lang="en-US" dirty="0">
                <a:solidFill>
                  <a:srgbClr val="C00000"/>
                </a:solidFill>
              </a:rPr>
              <a:t>1 CWE-1426: Improper Validation of Generative AI Output</a:t>
            </a:r>
          </a:p>
        </p:txBody>
      </p:sp>
      <p:sp>
        <p:nvSpPr>
          <p:cNvPr id="4" name="Slide Number Placeholder 3">
            <a:extLst>
              <a:ext uri="{FF2B5EF4-FFF2-40B4-BE49-F238E27FC236}">
                <a16:creationId xmlns:a16="http://schemas.microsoft.com/office/drawing/2014/main" id="{5766C86D-47D0-78EE-1755-04E8275AB3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13820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22FBA-23B8-01FA-B203-DD14A8501CD3}"/>
              </a:ext>
            </a:extLst>
          </p:cNvPr>
          <p:cNvSpPr>
            <a:spLocks noGrp="1"/>
          </p:cNvSpPr>
          <p:nvPr>
            <p:ph type="title"/>
          </p:nvPr>
        </p:nvSpPr>
        <p:spPr/>
        <p:txBody>
          <a:bodyPr/>
          <a:lstStyle/>
          <a:p>
            <a:r>
              <a:rPr lang="en-US" dirty="0"/>
              <a:t>Could We? Should We? Memory…</a:t>
            </a:r>
          </a:p>
        </p:txBody>
      </p:sp>
      <p:sp>
        <p:nvSpPr>
          <p:cNvPr id="3" name="Content Placeholder 2">
            <a:extLst>
              <a:ext uri="{FF2B5EF4-FFF2-40B4-BE49-F238E27FC236}">
                <a16:creationId xmlns:a16="http://schemas.microsoft.com/office/drawing/2014/main" id="{B7C35984-C366-E15E-1546-D1AB0C49AD57}"/>
              </a:ext>
            </a:extLst>
          </p:cNvPr>
          <p:cNvSpPr>
            <a:spLocks noGrp="1"/>
          </p:cNvSpPr>
          <p:nvPr>
            <p:ph idx="1"/>
          </p:nvPr>
        </p:nvSpPr>
        <p:spPr>
          <a:xfrm>
            <a:off x="616449" y="1371601"/>
            <a:ext cx="4812078" cy="4794737"/>
          </a:xfrm>
        </p:spPr>
        <p:txBody>
          <a:bodyPr/>
          <a:lstStyle/>
          <a:p>
            <a:r>
              <a:rPr lang="en-US" dirty="0"/>
              <a:t>We’ve only</a:t>
            </a:r>
          </a:p>
          <a:p>
            <a:r>
              <a:rPr lang="en-US" dirty="0"/>
              <a:t>Been looking at C</a:t>
            </a:r>
            <a:r>
              <a:rPr lang="en-US" dirty="0">
                <a:highlight>
                  <a:srgbClr val="FFFF00"/>
                </a:highlight>
              </a:rPr>
              <a:t>B</a:t>
            </a:r>
            <a:r>
              <a:rPr lang="en-US" dirty="0"/>
              <a:t>E</a:t>
            </a:r>
          </a:p>
          <a:p>
            <a:pPr lvl="1"/>
            <a:r>
              <a:rPr lang="en-US" dirty="0"/>
              <a:t>That’s how auto-transcripts spell it</a:t>
            </a:r>
          </a:p>
          <a:p>
            <a:r>
              <a:rPr lang="en-US" dirty="0"/>
              <a:t>But it’s only some… times!</a:t>
            </a:r>
          </a:p>
          <a:p>
            <a:r>
              <a:rPr lang="en-US" dirty="0"/>
              <a:t>So we get laughter</a:t>
            </a:r>
          </a:p>
          <a:p>
            <a:pPr lvl="1"/>
            <a:r>
              <a:rPr lang="en-US" dirty="0"/>
              <a:t>We will remember</a:t>
            </a:r>
          </a:p>
          <a:p>
            <a:pPr lvl="1"/>
            <a:r>
              <a:rPr lang="en-US" dirty="0"/>
              <a:t>The </a:t>
            </a:r>
            <a:r>
              <a:rPr lang="en-US" dirty="0" err="1"/>
              <a:t>berr</a:t>
            </a:r>
            <a:r>
              <a:rPr lang="en-US" dirty="0"/>
              <a:t>…</a:t>
            </a:r>
            <a:r>
              <a:rPr lang="en-US" dirty="0" err="1"/>
              <a:t>ies</a:t>
            </a:r>
            <a:endParaRPr lang="en-US" dirty="0"/>
          </a:p>
          <a:p>
            <a:endParaRPr lang="en-US" dirty="0"/>
          </a:p>
          <a:p>
            <a:r>
              <a:rPr lang="en-US" dirty="0"/>
              <a:t>I had a point?</a:t>
            </a:r>
          </a:p>
          <a:p>
            <a:endParaRPr lang="en-US" dirty="0"/>
          </a:p>
        </p:txBody>
      </p:sp>
      <p:sp>
        <p:nvSpPr>
          <p:cNvPr id="4" name="Slide Number Placeholder 3">
            <a:extLst>
              <a:ext uri="{FF2B5EF4-FFF2-40B4-BE49-F238E27FC236}">
                <a16:creationId xmlns:a16="http://schemas.microsoft.com/office/drawing/2014/main" id="{2D011767-D96D-7AAA-1746-69F218B4DA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8" name="Picture 7" descr="Website&#10;&#10;AI-generated content may be incorrect.">
            <a:extLst>
              <a:ext uri="{FF2B5EF4-FFF2-40B4-BE49-F238E27FC236}">
                <a16:creationId xmlns:a16="http://schemas.microsoft.com/office/drawing/2014/main" id="{57F0156C-964D-8215-4BBF-2CFA0005BB0D}"/>
              </a:ext>
            </a:extLst>
          </p:cNvPr>
          <p:cNvPicPr>
            <a:picLocks noChangeAspect="1"/>
          </p:cNvPicPr>
          <p:nvPr/>
        </p:nvPicPr>
        <p:blipFill>
          <a:blip r:embed="rId2"/>
          <a:stretch>
            <a:fillRect/>
          </a:stretch>
        </p:blipFill>
        <p:spPr>
          <a:xfrm>
            <a:off x="5798872" y="3063710"/>
            <a:ext cx="5521310" cy="3102628"/>
          </a:xfrm>
          <a:prstGeom prst="rect">
            <a:avLst/>
          </a:prstGeom>
        </p:spPr>
      </p:pic>
    </p:spTree>
    <p:extLst>
      <p:ext uri="{BB962C8B-B14F-4D97-AF65-F5344CB8AC3E}">
        <p14:creationId xmlns:p14="http://schemas.microsoft.com/office/powerpoint/2010/main" val="46448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2B91-CF52-82DC-C95E-47CAC26D2408}"/>
              </a:ext>
            </a:extLst>
          </p:cNvPr>
          <p:cNvSpPr>
            <a:spLocks noGrp="1"/>
          </p:cNvSpPr>
          <p:nvPr>
            <p:ph type="title"/>
          </p:nvPr>
        </p:nvSpPr>
        <p:spPr/>
        <p:txBody>
          <a:bodyPr/>
          <a:lstStyle/>
          <a:p>
            <a:r>
              <a:rPr lang="en-US" dirty="0"/>
              <a:t>Oh, Right, the Point.</a:t>
            </a:r>
          </a:p>
        </p:txBody>
      </p:sp>
      <p:sp>
        <p:nvSpPr>
          <p:cNvPr id="3" name="Content Placeholder 2">
            <a:extLst>
              <a:ext uri="{FF2B5EF4-FFF2-40B4-BE49-F238E27FC236}">
                <a16:creationId xmlns:a16="http://schemas.microsoft.com/office/drawing/2014/main" id="{29D1F220-4304-EF6E-5E18-0D7B078334D3}"/>
              </a:ext>
            </a:extLst>
          </p:cNvPr>
          <p:cNvSpPr>
            <a:spLocks noGrp="1"/>
          </p:cNvSpPr>
          <p:nvPr>
            <p:ph idx="1"/>
          </p:nvPr>
        </p:nvSpPr>
        <p:spPr/>
        <p:txBody>
          <a:bodyPr/>
          <a:lstStyle/>
          <a:p>
            <a:r>
              <a:rPr lang="en-US" dirty="0"/>
              <a:t>What “we remember,” at least in CVE, might not be what we’re looking for</a:t>
            </a:r>
          </a:p>
          <a:p>
            <a:r>
              <a:rPr lang="en-US" dirty="0"/>
              <a:t>What “we simply forget,” could be… omission of critical weakness-related details?</a:t>
            </a:r>
          </a:p>
          <a:p>
            <a:pPr lvl="1"/>
            <a:r>
              <a:rPr lang="en-US" dirty="0"/>
              <a:t>JUST LIKE CLOUD DID TO US 2-3 YEARS AGO</a:t>
            </a:r>
          </a:p>
          <a:p>
            <a:endParaRPr lang="en-US" dirty="0"/>
          </a:p>
          <a:p>
            <a:r>
              <a:rPr lang="en-US" dirty="0"/>
              <a:t>Challenge:</a:t>
            </a:r>
          </a:p>
          <a:p>
            <a:pPr lvl="1"/>
            <a:r>
              <a:rPr lang="en-US" dirty="0"/>
              <a:t>If you/we can’t find CVEs with AI-related CWEs</a:t>
            </a:r>
          </a:p>
          <a:p>
            <a:pPr lvl="1"/>
            <a:r>
              <a:rPr lang="en-US" dirty="0"/>
              <a:t>… then can you provide examples of real-world vulns/weaknesses in which:</a:t>
            </a:r>
          </a:p>
          <a:p>
            <a:pPr lvl="2"/>
            <a:r>
              <a:rPr lang="en-US" dirty="0"/>
              <a:t>There are sufficient technical details</a:t>
            </a:r>
          </a:p>
          <a:p>
            <a:pPr lvl="2"/>
            <a:r>
              <a:rPr lang="en-US" dirty="0"/>
              <a:t>The reference emphasizes (or at least has a section for) what the developer did wrong [or at least, didn’t do right]</a:t>
            </a:r>
          </a:p>
          <a:p>
            <a:pPr lvl="2"/>
            <a:endParaRPr lang="en-US" dirty="0"/>
          </a:p>
          <a:p>
            <a:pPr lvl="2"/>
            <a:endParaRPr lang="en-US" dirty="0"/>
          </a:p>
          <a:p>
            <a:pPr lvl="2"/>
            <a:endParaRPr lang="en-US" dirty="0"/>
          </a:p>
        </p:txBody>
      </p:sp>
      <p:sp>
        <p:nvSpPr>
          <p:cNvPr id="4" name="Slide Number Placeholder 3">
            <a:extLst>
              <a:ext uri="{FF2B5EF4-FFF2-40B4-BE49-F238E27FC236}">
                <a16:creationId xmlns:a16="http://schemas.microsoft.com/office/drawing/2014/main" id="{6D26F156-F7A1-61AC-83D4-DCA7CDD1A7F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78383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F339-D82E-44B4-0D51-3A4CC1FF029A}"/>
              </a:ext>
            </a:extLst>
          </p:cNvPr>
          <p:cNvSpPr>
            <a:spLocks noGrp="1"/>
          </p:cNvSpPr>
          <p:nvPr>
            <p:ph type="title"/>
          </p:nvPr>
        </p:nvSpPr>
        <p:spPr/>
        <p:txBody>
          <a:bodyPr/>
          <a:lstStyle/>
          <a:p>
            <a:r>
              <a:rPr lang="en-US" dirty="0"/>
              <a:t>Selecting an Observed Example (</a:t>
            </a:r>
            <a:r>
              <a:rPr lang="en-US" dirty="0" err="1"/>
              <a:t>obex</a:t>
            </a:r>
            <a:r>
              <a:rPr lang="en-US" dirty="0"/>
              <a:t>)</a:t>
            </a:r>
          </a:p>
        </p:txBody>
      </p:sp>
      <p:sp>
        <p:nvSpPr>
          <p:cNvPr id="3" name="Content Placeholder 2">
            <a:extLst>
              <a:ext uri="{FF2B5EF4-FFF2-40B4-BE49-F238E27FC236}">
                <a16:creationId xmlns:a16="http://schemas.microsoft.com/office/drawing/2014/main" id="{804254B7-80EC-9B3C-89B4-185759EF5317}"/>
              </a:ext>
            </a:extLst>
          </p:cNvPr>
          <p:cNvSpPr>
            <a:spLocks noGrp="1"/>
          </p:cNvSpPr>
          <p:nvPr>
            <p:ph idx="1"/>
          </p:nvPr>
        </p:nvSpPr>
        <p:spPr/>
        <p:txBody>
          <a:bodyPr/>
          <a:lstStyle/>
          <a:p>
            <a:r>
              <a:rPr lang="en-US" dirty="0"/>
              <a:t>Goal: easily understandable to the CWE user</a:t>
            </a:r>
          </a:p>
          <a:p>
            <a:r>
              <a:rPr lang="en-US" dirty="0"/>
              <a:t>CVE (or vuln report) description and/or references should clearly identify the weakness</a:t>
            </a:r>
          </a:p>
          <a:p>
            <a:r>
              <a:rPr lang="en-US" dirty="0"/>
              <a:t>Strong preference: technical details available</a:t>
            </a:r>
          </a:p>
          <a:p>
            <a:r>
              <a:rPr lang="en-US" dirty="0"/>
              <a:t>Easily understandable?</a:t>
            </a:r>
          </a:p>
          <a:p>
            <a:pPr lvl="1"/>
            <a:r>
              <a:rPr lang="en-US" dirty="0"/>
              <a:t>Avoid deep nuances or complicated attack scenarios</a:t>
            </a:r>
          </a:p>
          <a:p>
            <a:endParaRPr lang="en-US" dirty="0"/>
          </a:p>
          <a:p>
            <a:r>
              <a:rPr lang="en-US" dirty="0"/>
              <a:t>(groups of </a:t>
            </a:r>
            <a:r>
              <a:rPr lang="en-US" dirty="0" err="1"/>
              <a:t>obex</a:t>
            </a:r>
            <a:r>
              <a:rPr lang="en-US" dirty="0"/>
              <a:t> within a CWE)</a:t>
            </a:r>
          </a:p>
          <a:p>
            <a:r>
              <a:rPr lang="en-US" dirty="0"/>
              <a:t>Diversity of product types represented, variations on the weakness, maybe attack surface</a:t>
            </a:r>
          </a:p>
          <a:p>
            <a:endParaRPr lang="en-US" dirty="0"/>
          </a:p>
          <a:p>
            <a:endParaRPr lang="en-US" dirty="0"/>
          </a:p>
        </p:txBody>
      </p:sp>
      <p:sp>
        <p:nvSpPr>
          <p:cNvPr id="4" name="Slide Number Placeholder 3">
            <a:extLst>
              <a:ext uri="{FF2B5EF4-FFF2-40B4-BE49-F238E27FC236}">
                <a16:creationId xmlns:a16="http://schemas.microsoft.com/office/drawing/2014/main" id="{747DFCB5-7443-1A4B-BA6E-16862AED15A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8064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15026-FD2A-D2BD-A8F3-BDF1233CF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75E05-B425-6469-8E77-A12EC69294B9}"/>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586173D8-86D0-A6CE-F891-DD17E0490E50}"/>
              </a:ext>
            </a:extLst>
          </p:cNvPr>
          <p:cNvSpPr>
            <a:spLocks noGrp="1"/>
          </p:cNvSpPr>
          <p:nvPr>
            <p:ph idx="1"/>
          </p:nvPr>
        </p:nvSpPr>
        <p:spPr/>
        <p:txBody>
          <a:bodyPr/>
          <a:lstStyle/>
          <a:p>
            <a:r>
              <a:rPr lang="en-US" sz="1200" dirty="0"/>
              <a:t>Discussed in the May meeting</a:t>
            </a:r>
          </a:p>
          <a:p>
            <a:r>
              <a:rPr lang="en-US" sz="1200" dirty="0"/>
              <a:t>ML Platforms</a:t>
            </a:r>
          </a:p>
          <a:p>
            <a:pPr lvl="1"/>
            <a:r>
              <a:rPr lang="en-US" sz="1200" dirty="0"/>
              <a:t>TensorFlow (400+ CVEs), H20, </a:t>
            </a:r>
            <a:r>
              <a:rPr lang="en-US" sz="1200" dirty="0" err="1"/>
              <a:t>PyTorch</a:t>
            </a:r>
            <a:r>
              <a:rPr lang="en-US" sz="1200" dirty="0"/>
              <a:t>, JAX, </a:t>
            </a:r>
            <a:r>
              <a:rPr lang="en-US" sz="1200" dirty="0" err="1">
                <a:solidFill>
                  <a:srgbClr val="FF0000"/>
                </a:solidFill>
              </a:rPr>
              <a:t>LMStudio</a:t>
            </a:r>
            <a:r>
              <a:rPr lang="en-US" sz="1200" dirty="0">
                <a:solidFill>
                  <a:srgbClr val="FF0000"/>
                </a:solidFill>
              </a:rPr>
              <a:t>, </a:t>
            </a:r>
            <a:r>
              <a:rPr lang="en-US" sz="1200" dirty="0" err="1">
                <a:solidFill>
                  <a:srgbClr val="FF0000"/>
                </a:solidFill>
              </a:rPr>
              <a:t>OLlama</a:t>
            </a:r>
            <a:endParaRPr lang="en-US" sz="1200" dirty="0">
              <a:solidFill>
                <a:srgbClr val="FF0000"/>
              </a:solidFill>
            </a:endParaRPr>
          </a:p>
          <a:p>
            <a:r>
              <a:rPr lang="en-US" sz="1200" dirty="0"/>
              <a:t>(other examples during meeting)</a:t>
            </a:r>
          </a:p>
          <a:p>
            <a:pPr lvl="1"/>
            <a:r>
              <a:rPr lang="en-US" sz="1200" dirty="0" err="1"/>
              <a:t>HuggingFace</a:t>
            </a:r>
            <a:r>
              <a:rPr lang="en-US" sz="1200" dirty="0"/>
              <a:t> – “friendly” API/SDK similar to GitHub; one example of a “model provider”. (Also Nemo)</a:t>
            </a:r>
          </a:p>
          <a:p>
            <a:pPr lvl="1"/>
            <a:r>
              <a:rPr lang="en-US" sz="1200" dirty="0" err="1"/>
              <a:t>vLLM</a:t>
            </a:r>
            <a:r>
              <a:rPr lang="en-US" sz="1200" dirty="0"/>
              <a:t>, TRT-LLM (</a:t>
            </a:r>
            <a:r>
              <a:rPr lang="en-US" sz="1200" dirty="0" err="1"/>
              <a:t>TensorRT</a:t>
            </a:r>
            <a:r>
              <a:rPr lang="en-US" sz="1200" dirty="0"/>
              <a:t>-LLM) – “model-serving frameworks” – servers that handle distribution, load balancing, etc., and provide APIs</a:t>
            </a:r>
          </a:p>
          <a:p>
            <a:pPr lvl="1"/>
            <a:r>
              <a:rPr lang="en-US" sz="1200" dirty="0" err="1"/>
              <a:t>MLFlow</a:t>
            </a:r>
            <a:endParaRPr lang="en-US" sz="1200" dirty="0"/>
          </a:p>
          <a:p>
            <a:pPr lvl="1"/>
            <a:r>
              <a:rPr lang="en-US" sz="1200" dirty="0"/>
              <a:t>Google Vertex AI is another, Amazon </a:t>
            </a:r>
            <a:r>
              <a:rPr lang="en-US" sz="1200" dirty="0" err="1"/>
              <a:t>Sagemaker</a:t>
            </a:r>
            <a:r>
              <a:rPr lang="en-US" sz="1200" dirty="0"/>
              <a:t>, and IBM Watson Studio</a:t>
            </a:r>
          </a:p>
          <a:p>
            <a:pPr lvl="1"/>
            <a:r>
              <a:rPr lang="en-US" sz="1200" dirty="0"/>
              <a:t>Kaggle, Microsoft </a:t>
            </a:r>
            <a:r>
              <a:rPr lang="en-US" sz="1200" dirty="0" err="1"/>
              <a:t>AutoML</a:t>
            </a:r>
            <a:r>
              <a:rPr lang="en-US" sz="1200" dirty="0"/>
              <a:t>, </a:t>
            </a:r>
            <a:r>
              <a:rPr lang="en-US" sz="1200" dirty="0" err="1"/>
              <a:t>LMStudio</a:t>
            </a:r>
            <a:r>
              <a:rPr lang="en-US" sz="1200" dirty="0"/>
              <a:t> </a:t>
            </a:r>
          </a:p>
          <a:p>
            <a:r>
              <a:rPr lang="en-US" sz="1200" dirty="0"/>
              <a:t>Libraries / SDKs</a:t>
            </a:r>
          </a:p>
          <a:p>
            <a:pPr lvl="1"/>
            <a:r>
              <a:rPr lang="en-US" sz="1200" dirty="0" err="1"/>
              <a:t>Gradio</a:t>
            </a:r>
            <a:r>
              <a:rPr lang="en-US" sz="1200" dirty="0"/>
              <a:t>, </a:t>
            </a:r>
            <a:r>
              <a:rPr lang="en-US" sz="1200" dirty="0" err="1"/>
              <a:t>ZenML</a:t>
            </a:r>
            <a:r>
              <a:rPr lang="en-US" sz="1200" dirty="0"/>
              <a:t>, </a:t>
            </a:r>
            <a:r>
              <a:rPr lang="en-US" sz="1200" dirty="0" err="1"/>
              <a:t>Taipy</a:t>
            </a:r>
            <a:r>
              <a:rPr lang="en-US" sz="1200" dirty="0"/>
              <a:t>, ACON,, </a:t>
            </a:r>
            <a:r>
              <a:rPr lang="en-US" sz="1200" dirty="0" err="1"/>
              <a:t>HuggingFace</a:t>
            </a:r>
            <a:r>
              <a:rPr lang="en-US" sz="1200" dirty="0"/>
              <a:t> Transformer, KERAS, data-science-centric libraries like (Scikit-learn, </a:t>
            </a:r>
            <a:r>
              <a:rPr lang="en-US" sz="1200" dirty="0" err="1"/>
              <a:t>numpy</a:t>
            </a:r>
            <a:r>
              <a:rPr lang="en-US" sz="1200" dirty="0"/>
              <a:t>, </a:t>
            </a:r>
            <a:r>
              <a:rPr lang="en-US" sz="1200" dirty="0" err="1"/>
              <a:t>matplot</a:t>
            </a:r>
            <a:r>
              <a:rPr lang="en-US" sz="1200" dirty="0"/>
              <a:t> lib)</a:t>
            </a:r>
          </a:p>
          <a:p>
            <a:r>
              <a:rPr lang="en-US" sz="1200" dirty="0"/>
              <a:t>Frameworks</a:t>
            </a:r>
          </a:p>
          <a:p>
            <a:pPr lvl="1"/>
            <a:r>
              <a:rPr lang="en-US" sz="1200" dirty="0"/>
              <a:t>Rasa, </a:t>
            </a:r>
            <a:r>
              <a:rPr lang="en-US" sz="1200" dirty="0" err="1"/>
              <a:t>DialogFlowCX</a:t>
            </a:r>
            <a:r>
              <a:rPr lang="en-US" sz="1200" dirty="0"/>
              <a:t>, </a:t>
            </a:r>
            <a:r>
              <a:rPr lang="en-US" sz="1200" dirty="0" err="1"/>
              <a:t>LangChain</a:t>
            </a:r>
            <a:r>
              <a:rPr lang="en-US" sz="1200" dirty="0"/>
              <a:t> framework for agentic AI, </a:t>
            </a:r>
            <a:r>
              <a:rPr lang="en-US" sz="1200" dirty="0" err="1"/>
              <a:t>Onnx</a:t>
            </a:r>
            <a:r>
              <a:rPr lang="en-US" sz="1200" dirty="0"/>
              <a:t>, </a:t>
            </a:r>
            <a:r>
              <a:rPr lang="en-US" sz="1200" dirty="0" err="1"/>
              <a:t>DeepPavlov</a:t>
            </a:r>
            <a:r>
              <a:rPr lang="en-US" sz="1200" dirty="0"/>
              <a:t>, Vision models like YOLO</a:t>
            </a:r>
          </a:p>
          <a:p>
            <a:r>
              <a:rPr lang="en-US" sz="1200" dirty="0"/>
              <a:t>The models themselves (</a:t>
            </a:r>
            <a:r>
              <a:rPr lang="en-US" sz="1200" dirty="0" err="1"/>
              <a:t>LLama</a:t>
            </a:r>
            <a:r>
              <a:rPr lang="en-US" sz="1200" dirty="0"/>
              <a:t>, </a:t>
            </a:r>
            <a:r>
              <a:rPr lang="en-US" sz="1200" dirty="0" err="1"/>
              <a:t>Deepseek</a:t>
            </a:r>
            <a:r>
              <a:rPr lang="en-US" sz="1200" dirty="0"/>
              <a:t>, Claude, Mistral, GPT family, Gemini, Grok, Qwen). Consider open-source versus hosted, where versions might be better tracked/stable in OSS</a:t>
            </a:r>
          </a:p>
          <a:p>
            <a:r>
              <a:rPr lang="en-US" sz="1200" dirty="0" err="1"/>
              <a:t>HuggingFace</a:t>
            </a:r>
            <a:r>
              <a:rPr lang="en-US" sz="1200" dirty="0"/>
              <a:t> and Black Duck are doing some work in the supply-chain area. Linux / SSF is working in AI BOMs</a:t>
            </a:r>
          </a:p>
          <a:p>
            <a:r>
              <a:rPr lang="en-US" sz="1200" dirty="0"/>
              <a:t>Can auto-load models – subverting that could cause some damage</a:t>
            </a:r>
          </a:p>
          <a:p>
            <a:r>
              <a:rPr lang="en-US" sz="1200" dirty="0"/>
              <a:t>“AI features” in various products</a:t>
            </a:r>
          </a:p>
        </p:txBody>
      </p:sp>
      <p:sp>
        <p:nvSpPr>
          <p:cNvPr id="4" name="Slide Number Placeholder 3">
            <a:extLst>
              <a:ext uri="{FF2B5EF4-FFF2-40B4-BE49-F238E27FC236}">
                <a16:creationId xmlns:a16="http://schemas.microsoft.com/office/drawing/2014/main" id="{75E609DE-03E3-2E5C-B2A1-5D5C9EFDCB7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74733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DFA8-9751-5A2D-A626-394DAA65E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4D531-9F73-430E-EE76-E07A57C76647}"/>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77D609F8-9D93-67DA-A920-78A3BB8226D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C5E1C59B-AA8E-98BC-0170-06A2B5CBB5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5765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D3827-DC11-52D0-8A55-6E4B78EE4999}"/>
              </a:ext>
            </a:extLst>
          </p:cNvPr>
          <p:cNvSpPr>
            <a:spLocks noGrp="1"/>
          </p:cNvSpPr>
          <p:nvPr>
            <p:ph type="title"/>
          </p:nvPr>
        </p:nvSpPr>
        <p:spPr/>
        <p:txBody>
          <a:bodyPr/>
          <a:lstStyle/>
          <a:p>
            <a:r>
              <a:rPr lang="en-US" dirty="0"/>
              <a:t>Upcoming Dates</a:t>
            </a:r>
          </a:p>
        </p:txBody>
      </p:sp>
      <p:sp>
        <p:nvSpPr>
          <p:cNvPr id="3" name="Content Placeholder 2">
            <a:extLst>
              <a:ext uri="{FF2B5EF4-FFF2-40B4-BE49-F238E27FC236}">
                <a16:creationId xmlns:a16="http://schemas.microsoft.com/office/drawing/2014/main" id="{192F5E06-C0E8-CAF3-2A5E-F02F582D2968}"/>
              </a:ext>
            </a:extLst>
          </p:cNvPr>
          <p:cNvSpPr>
            <a:spLocks noGrp="1"/>
          </p:cNvSpPr>
          <p:nvPr>
            <p:ph idx="1"/>
          </p:nvPr>
        </p:nvSpPr>
        <p:spPr/>
        <p:txBody>
          <a:bodyPr/>
          <a:lstStyle/>
          <a:p>
            <a:r>
              <a:rPr lang="en-US" dirty="0"/>
              <a:t>Next CWE release (4.20) sometime around April 2026</a:t>
            </a:r>
          </a:p>
          <a:p>
            <a:r>
              <a:rPr lang="en-US" dirty="0"/>
              <a:t>Next new-entry meeting – February 6</a:t>
            </a:r>
          </a:p>
          <a:p>
            <a:r>
              <a:rPr lang="en-US" dirty="0"/>
              <a:t>Next modification meeting – February 20</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E836F51-A8F4-27EB-24F0-F6364C296FD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024231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3F2FB-64FB-88CE-FB60-33E93AEAE19D}"/>
              </a:ext>
            </a:extLst>
          </p:cNvPr>
          <p:cNvSpPr>
            <a:spLocks noGrp="1"/>
          </p:cNvSpPr>
          <p:nvPr>
            <p:ph type="ctrTitle" sz="quarter"/>
          </p:nvPr>
        </p:nvSpPr>
        <p:spPr/>
        <p:txBody>
          <a:bodyPr/>
          <a:lstStyle/>
          <a:p>
            <a:r>
              <a:rPr lang="en-US" dirty="0">
                <a:highlight>
                  <a:srgbClr val="FFFF00"/>
                </a:highlight>
              </a:rPr>
              <a:t>OTHER SLIDES (TBD AS OF JANUARY 22)</a:t>
            </a:r>
          </a:p>
        </p:txBody>
      </p:sp>
      <p:sp>
        <p:nvSpPr>
          <p:cNvPr id="3" name="Slide Number Placeholder 2">
            <a:extLst>
              <a:ext uri="{FF2B5EF4-FFF2-40B4-BE49-F238E27FC236}">
                <a16:creationId xmlns:a16="http://schemas.microsoft.com/office/drawing/2014/main" id="{B17C2C5D-9062-3EDE-6AA1-C9BA3973265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14116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785F-BFA5-A7E9-3D81-B5982001E9CA}"/>
              </a:ext>
            </a:extLst>
          </p:cNvPr>
          <p:cNvSpPr>
            <a:spLocks noGrp="1"/>
          </p:cNvSpPr>
          <p:nvPr>
            <p:ph type="title"/>
          </p:nvPr>
        </p:nvSpPr>
        <p:spPr/>
        <p:txBody>
          <a:bodyPr/>
          <a:lstStyle/>
          <a:p>
            <a:r>
              <a:rPr lang="en-US" dirty="0"/>
              <a:t>Submission to Focus Discussion / Review</a:t>
            </a:r>
          </a:p>
        </p:txBody>
      </p:sp>
      <p:sp>
        <p:nvSpPr>
          <p:cNvPr id="3" name="Content Placeholder 2">
            <a:extLst>
              <a:ext uri="{FF2B5EF4-FFF2-40B4-BE49-F238E27FC236}">
                <a16:creationId xmlns:a16="http://schemas.microsoft.com/office/drawing/2014/main" id="{1F8A9096-2A41-BA25-9E32-C3D9F6B3E34F}"/>
              </a:ext>
            </a:extLst>
          </p:cNvPr>
          <p:cNvSpPr>
            <a:spLocks noGrp="1"/>
          </p:cNvSpPr>
          <p:nvPr>
            <p:ph idx="1"/>
          </p:nvPr>
        </p:nvSpPr>
        <p:spPr/>
        <p:txBody>
          <a:bodyPr/>
          <a:lstStyle/>
          <a:p>
            <a:endParaRPr lang="en-US" dirty="0"/>
          </a:p>
          <a:p>
            <a:r>
              <a:rPr lang="en-US" dirty="0"/>
              <a:t>Should we focus only on AI-specific or ML-specific weaknesses, instead of “regular” CWEs in traditional software?</a:t>
            </a:r>
          </a:p>
          <a:p>
            <a:r>
              <a:rPr lang="en-US" dirty="0"/>
              <a:t>AI/ML is a “vector” in which a weakness is produced</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r>
              <a:rPr lang="en-US" dirty="0"/>
              <a:t>Observed example report will be re-run and made available ASAP</a:t>
            </a:r>
          </a:p>
          <a:p>
            <a:endParaRPr lang="en-US" dirty="0"/>
          </a:p>
        </p:txBody>
      </p:sp>
      <p:sp>
        <p:nvSpPr>
          <p:cNvPr id="4" name="Slide Number Placeholder 3">
            <a:extLst>
              <a:ext uri="{FF2B5EF4-FFF2-40B4-BE49-F238E27FC236}">
                <a16:creationId xmlns:a16="http://schemas.microsoft.com/office/drawing/2014/main" id="{3357EC01-788B-404B-F8D7-0F6ECF94CD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29345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400" dirty="0"/>
              <a:t>Discussed in the May meeting</a:t>
            </a:r>
          </a:p>
          <a:p>
            <a:r>
              <a:rPr lang="en-US" sz="1400" dirty="0"/>
              <a:t>ML Platforms</a:t>
            </a:r>
          </a:p>
          <a:p>
            <a:pPr lvl="1"/>
            <a:r>
              <a:rPr lang="en-US" sz="1400" dirty="0"/>
              <a:t>TensorFlow (400+ CVEs), H20, </a:t>
            </a:r>
            <a:r>
              <a:rPr lang="en-US" sz="1400" dirty="0" err="1"/>
              <a:t>PyTorch</a:t>
            </a:r>
            <a:r>
              <a:rPr lang="en-US" sz="1400" dirty="0"/>
              <a:t>, JAX, </a:t>
            </a:r>
            <a:r>
              <a:rPr lang="en-US" sz="1400" dirty="0" err="1">
                <a:solidFill>
                  <a:srgbClr val="FF0000"/>
                </a:solidFill>
              </a:rPr>
              <a:t>LMStudio</a:t>
            </a:r>
            <a:r>
              <a:rPr lang="en-US" sz="1400" dirty="0">
                <a:solidFill>
                  <a:srgbClr val="FF0000"/>
                </a:solidFill>
              </a:rPr>
              <a:t>, </a:t>
            </a:r>
            <a:r>
              <a:rPr lang="en-US" sz="1400" dirty="0" err="1">
                <a:solidFill>
                  <a:srgbClr val="FF0000"/>
                </a:solidFill>
              </a:rPr>
              <a:t>OLlama</a:t>
            </a:r>
            <a:endParaRPr lang="en-US" sz="1400" dirty="0">
              <a:solidFill>
                <a:srgbClr val="FF0000"/>
              </a:solidFill>
            </a:endParaRPr>
          </a:p>
          <a:p>
            <a:r>
              <a:rPr lang="en-US" sz="1400" dirty="0"/>
              <a:t>(other examples during meeting)</a:t>
            </a:r>
          </a:p>
          <a:p>
            <a:pPr lvl="1"/>
            <a:r>
              <a:rPr lang="en-US" sz="1400" dirty="0" err="1"/>
              <a:t>HuggingFace</a:t>
            </a:r>
            <a:r>
              <a:rPr lang="en-US" sz="1400" dirty="0"/>
              <a:t> – “friendly” API/SDK similar to GitHub; one example of a “model provider”. (Also Nemo)</a:t>
            </a:r>
          </a:p>
          <a:p>
            <a:pPr lvl="1"/>
            <a:r>
              <a:rPr lang="en-US" sz="1400" dirty="0" err="1"/>
              <a:t>vLLM</a:t>
            </a:r>
            <a:r>
              <a:rPr lang="en-US" sz="1400" dirty="0"/>
              <a:t>, TRT-LLM (</a:t>
            </a:r>
            <a:r>
              <a:rPr lang="en-US" sz="1400" dirty="0" err="1"/>
              <a:t>TensorRT</a:t>
            </a:r>
            <a:r>
              <a:rPr lang="en-US" sz="1400" dirty="0"/>
              <a:t>-LLM) – “model-serving frameworks” – servers that handle distribution, load balancing, etc., and provide APIs</a:t>
            </a:r>
          </a:p>
          <a:p>
            <a:pPr lvl="1"/>
            <a:r>
              <a:rPr lang="en-US" sz="1400" dirty="0" err="1"/>
              <a:t>MLFlow</a:t>
            </a:r>
            <a:endParaRPr lang="en-US" sz="1400" dirty="0"/>
          </a:p>
          <a:p>
            <a:pPr lvl="1"/>
            <a:r>
              <a:rPr lang="en-US" sz="1400" dirty="0"/>
              <a:t>Google Vertex AI is another, Amazon </a:t>
            </a:r>
            <a:r>
              <a:rPr lang="en-US" sz="1400" dirty="0" err="1"/>
              <a:t>Sagemaker</a:t>
            </a:r>
            <a:r>
              <a:rPr lang="en-US" sz="1400" dirty="0"/>
              <a:t>, and IBM Watson Studio</a:t>
            </a:r>
          </a:p>
          <a:p>
            <a:pPr lvl="1"/>
            <a:r>
              <a:rPr lang="en-US" sz="1400" dirty="0"/>
              <a:t>Kaggle, Microsoft </a:t>
            </a:r>
            <a:r>
              <a:rPr lang="en-US" sz="1400" dirty="0" err="1"/>
              <a:t>AutoML</a:t>
            </a:r>
            <a:r>
              <a:rPr lang="en-US" sz="1400" dirty="0"/>
              <a:t>, </a:t>
            </a:r>
            <a:r>
              <a:rPr lang="en-US" sz="1400" dirty="0" err="1"/>
              <a:t>LMStudio</a:t>
            </a:r>
            <a:r>
              <a:rPr lang="en-US" sz="1400" dirty="0"/>
              <a:t> </a:t>
            </a:r>
          </a:p>
          <a:p>
            <a:r>
              <a:rPr lang="en-US" sz="1400" dirty="0"/>
              <a:t>Libraries / SDKs</a:t>
            </a:r>
          </a:p>
          <a:p>
            <a:pPr lvl="1"/>
            <a:r>
              <a:rPr lang="en-US" sz="1400" dirty="0" err="1"/>
              <a:t>Gradio</a:t>
            </a:r>
            <a:r>
              <a:rPr lang="en-US" sz="1400" dirty="0"/>
              <a:t>, </a:t>
            </a:r>
            <a:r>
              <a:rPr lang="en-US" sz="1400" dirty="0" err="1"/>
              <a:t>ZenML</a:t>
            </a:r>
            <a:r>
              <a:rPr lang="en-US" sz="1400" dirty="0"/>
              <a:t>, </a:t>
            </a:r>
            <a:r>
              <a:rPr lang="en-US" sz="1400" dirty="0" err="1"/>
              <a:t>Taipy</a:t>
            </a:r>
            <a:r>
              <a:rPr lang="en-US" sz="1400" dirty="0"/>
              <a:t>, ACON,, </a:t>
            </a:r>
            <a:r>
              <a:rPr lang="en-US" sz="1400" dirty="0" err="1"/>
              <a:t>HuggingFace</a:t>
            </a:r>
            <a:r>
              <a:rPr lang="en-US" sz="1400" dirty="0"/>
              <a:t> Transformer, KERAS, data-science-centric libraries like (Scikit-learn, </a:t>
            </a:r>
            <a:r>
              <a:rPr lang="en-US" sz="1400" dirty="0" err="1"/>
              <a:t>numpy</a:t>
            </a:r>
            <a:r>
              <a:rPr lang="en-US" sz="1400" dirty="0"/>
              <a:t>, </a:t>
            </a:r>
            <a:r>
              <a:rPr lang="en-US" sz="1400" dirty="0" err="1"/>
              <a:t>matplot</a:t>
            </a:r>
            <a:r>
              <a:rPr lang="en-US" sz="1400" dirty="0"/>
              <a:t> lib)</a:t>
            </a:r>
          </a:p>
          <a:p>
            <a:r>
              <a:rPr lang="en-US" sz="1400" dirty="0"/>
              <a:t>Frameworks</a:t>
            </a:r>
          </a:p>
          <a:p>
            <a:pPr lvl="1"/>
            <a:r>
              <a:rPr lang="en-US" sz="1400" dirty="0"/>
              <a:t>Rasa, </a:t>
            </a:r>
            <a:r>
              <a:rPr lang="en-US" sz="1400" dirty="0" err="1"/>
              <a:t>DialogFlowCX</a:t>
            </a:r>
            <a:r>
              <a:rPr lang="en-US" sz="1400" dirty="0"/>
              <a:t>, </a:t>
            </a:r>
            <a:r>
              <a:rPr lang="en-US" sz="1400" dirty="0" err="1"/>
              <a:t>LangChain</a:t>
            </a:r>
            <a:r>
              <a:rPr lang="en-US" sz="1400" dirty="0"/>
              <a:t> framework for agentic AI, </a:t>
            </a:r>
            <a:r>
              <a:rPr lang="en-US" sz="1400" dirty="0" err="1"/>
              <a:t>Onnx</a:t>
            </a:r>
            <a:r>
              <a:rPr lang="en-US" sz="1400" dirty="0"/>
              <a:t>, </a:t>
            </a:r>
            <a:r>
              <a:rPr lang="en-US" sz="1400" dirty="0" err="1"/>
              <a:t>DeepPavlov</a:t>
            </a:r>
            <a:r>
              <a:rPr lang="en-US" sz="1400" dirty="0"/>
              <a:t>, Vision models like YOLO</a:t>
            </a:r>
          </a:p>
          <a:p>
            <a:r>
              <a:rPr lang="en-US" sz="1400" dirty="0"/>
              <a:t>The models themselves (</a:t>
            </a:r>
            <a:r>
              <a:rPr lang="en-US" sz="1400" dirty="0" err="1"/>
              <a:t>LLama</a:t>
            </a:r>
            <a:r>
              <a:rPr lang="en-US" sz="1400" dirty="0"/>
              <a:t>, </a:t>
            </a:r>
            <a:r>
              <a:rPr lang="en-US" sz="1400" dirty="0" err="1"/>
              <a:t>Deepseek</a:t>
            </a:r>
            <a:r>
              <a:rPr lang="en-US" sz="1400" dirty="0"/>
              <a:t>, Claude, Mistral, GPT family, Gemini, Grok, Qwen). Consider open-source versus hosted, where versions might be better tracked/stable in OSS</a:t>
            </a:r>
          </a:p>
          <a:p>
            <a:r>
              <a:rPr lang="en-US" sz="1400" dirty="0" err="1"/>
              <a:t>HuggingFace</a:t>
            </a:r>
            <a:r>
              <a:rPr lang="en-US" sz="1400" dirty="0"/>
              <a:t> and Black Duck are doing some work in the supply-chain area. Linux / SSF is working in AI BOMs</a:t>
            </a:r>
          </a:p>
          <a:p>
            <a:r>
              <a:rPr lang="en-US" sz="1400" dirty="0"/>
              <a:t>Can auto-load models – subverting that could cause some damage</a:t>
            </a:r>
          </a:p>
          <a:p>
            <a:r>
              <a:rPr lang="en-US" sz="1400" dirty="0"/>
              <a:t>“AI features” in various products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24C6-101D-706E-ADE5-967031525A6A}"/>
              </a:ext>
            </a:extLst>
          </p:cNvPr>
          <p:cNvSpPr>
            <a:spLocks noGrp="1"/>
          </p:cNvSpPr>
          <p:nvPr>
            <p:ph type="title"/>
          </p:nvPr>
        </p:nvSpPr>
        <p:spPr/>
        <p:txBody>
          <a:bodyPr/>
          <a:lstStyle/>
          <a:p>
            <a:r>
              <a:rPr lang="en-US" dirty="0"/>
              <a:t>Initial Findings – Finding AI/ML Related CVEs</a:t>
            </a:r>
          </a:p>
        </p:txBody>
      </p:sp>
      <p:sp>
        <p:nvSpPr>
          <p:cNvPr id="3" name="Content Placeholder 2">
            <a:extLst>
              <a:ext uri="{FF2B5EF4-FFF2-40B4-BE49-F238E27FC236}">
                <a16:creationId xmlns:a16="http://schemas.microsoft.com/office/drawing/2014/main" id="{62F6D486-F5B9-4EB9-7D76-9D8DD439D4F3}"/>
              </a:ext>
            </a:extLst>
          </p:cNvPr>
          <p:cNvSpPr>
            <a:spLocks noGrp="1"/>
          </p:cNvSpPr>
          <p:nvPr>
            <p:ph idx="1"/>
          </p:nvPr>
        </p:nvSpPr>
        <p:spPr/>
        <p:txBody>
          <a:bodyPr/>
          <a:lstStyle/>
          <a:p>
            <a:r>
              <a:rPr lang="en-US" dirty="0"/>
              <a:t>Using “enriched” NVD data from June 1, 2024 to June 1, 2025</a:t>
            </a:r>
          </a:p>
          <a:p>
            <a:pPr lvl="1"/>
            <a:r>
              <a:rPr lang="en-US" dirty="0"/>
              <a:t>Just happened to be available</a:t>
            </a:r>
          </a:p>
          <a:p>
            <a:r>
              <a:rPr lang="en-US" dirty="0"/>
              <a:t>Keyword matches against listed products</a:t>
            </a:r>
          </a:p>
          <a:p>
            <a:pPr lvl="1"/>
            <a:r>
              <a:rPr lang="en-US" dirty="0"/>
              <a:t>Lots of false negatives due to spelling variations (“XY” vs. “X Y”)</a:t>
            </a:r>
          </a:p>
          <a:p>
            <a:pPr lvl="1"/>
            <a:r>
              <a:rPr lang="en-US" dirty="0"/>
              <a:t>Could attempt CPE data – which is likely incomplete</a:t>
            </a:r>
          </a:p>
          <a:p>
            <a:r>
              <a:rPr lang="en-US" dirty="0"/>
              <a:t>299 CVEs found (so far)</a:t>
            </a:r>
          </a:p>
          <a:p>
            <a:r>
              <a:rPr lang="en-US" dirty="0"/>
              <a:t>Various false positives</a:t>
            </a:r>
          </a:p>
          <a:p>
            <a:r>
              <a:rPr lang="en-US" dirty="0"/>
              <a:t>Incorrect CWE mappings</a:t>
            </a:r>
          </a:p>
          <a:p>
            <a:pPr lvl="1"/>
            <a:r>
              <a:rPr lang="en-US" dirty="0"/>
              <a:t>e.g., one CVE has CWE-20 (improper input validation) but is clearly for relative path traversal (CWE-23)</a:t>
            </a:r>
          </a:p>
          <a:p>
            <a:endParaRPr lang="en-US" dirty="0"/>
          </a:p>
        </p:txBody>
      </p:sp>
      <p:sp>
        <p:nvSpPr>
          <p:cNvPr id="4" name="Slide Number Placeholder 3">
            <a:extLst>
              <a:ext uri="{FF2B5EF4-FFF2-40B4-BE49-F238E27FC236}">
                <a16:creationId xmlns:a16="http://schemas.microsoft.com/office/drawing/2014/main" id="{DFEAB0F3-FD12-5B1E-5531-13F7B6EDDC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027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C55A-E333-2243-4E9E-3BAC951D3A5D}"/>
              </a:ext>
            </a:extLst>
          </p:cNvPr>
          <p:cNvSpPr>
            <a:spLocks noGrp="1"/>
          </p:cNvSpPr>
          <p:nvPr>
            <p:ph type="title"/>
          </p:nvPr>
        </p:nvSpPr>
        <p:spPr/>
        <p:txBody>
          <a:bodyPr/>
          <a:lstStyle/>
          <a:p>
            <a:r>
              <a:rPr lang="en-US" dirty="0"/>
              <a:t>Initial Findings – Most Common CWE Mappings</a:t>
            </a:r>
          </a:p>
        </p:txBody>
      </p:sp>
      <p:sp>
        <p:nvSpPr>
          <p:cNvPr id="3" name="Content Placeholder 2">
            <a:extLst>
              <a:ext uri="{FF2B5EF4-FFF2-40B4-BE49-F238E27FC236}">
                <a16:creationId xmlns:a16="http://schemas.microsoft.com/office/drawing/2014/main" id="{2CB2715F-530D-1C6A-4453-B5E535D82374}"/>
              </a:ext>
            </a:extLst>
          </p:cNvPr>
          <p:cNvSpPr>
            <a:spLocks noGrp="1"/>
          </p:cNvSpPr>
          <p:nvPr>
            <p:ph idx="1"/>
          </p:nvPr>
        </p:nvSpPr>
        <p:spPr>
          <a:xfrm>
            <a:off x="616449" y="1371601"/>
            <a:ext cx="5478329" cy="4794737"/>
          </a:xfrm>
        </p:spPr>
        <p:txBody>
          <a:bodyPr/>
          <a:lstStyle/>
          <a:p>
            <a:r>
              <a:rPr lang="en-US" sz="2000" dirty="0"/>
              <a:t>CWEs:</a:t>
            </a:r>
          </a:p>
          <a:p>
            <a:pPr lvl="1"/>
            <a:r>
              <a:rPr lang="en-US" sz="2000" dirty="0"/>
              <a:t>23 CWE-502 – untrusted deserialization</a:t>
            </a:r>
          </a:p>
          <a:p>
            <a:pPr lvl="1"/>
            <a:r>
              <a:rPr lang="en-US" sz="2000" dirty="0"/>
              <a:t>21 CWE-22 – path traversal</a:t>
            </a:r>
          </a:p>
          <a:p>
            <a:pPr lvl="1"/>
            <a:r>
              <a:rPr lang="en-US" sz="2000" dirty="0"/>
              <a:t>20 </a:t>
            </a:r>
            <a:r>
              <a:rPr lang="en-US" sz="2000" dirty="0">
                <a:solidFill>
                  <a:srgbClr val="FF0000"/>
                </a:solidFill>
              </a:rPr>
              <a:t>NVD-CWE-</a:t>
            </a:r>
            <a:r>
              <a:rPr lang="en-US" sz="2000" dirty="0" err="1">
                <a:solidFill>
                  <a:srgbClr val="FF0000"/>
                </a:solidFill>
              </a:rPr>
              <a:t>noinfo</a:t>
            </a:r>
            <a:endParaRPr lang="en-US" sz="2000" dirty="0">
              <a:solidFill>
                <a:srgbClr val="FF0000"/>
              </a:solidFill>
            </a:endParaRPr>
          </a:p>
          <a:p>
            <a:pPr lvl="1"/>
            <a:r>
              <a:rPr lang="en-US" sz="2000" dirty="0"/>
              <a:t>20 CWE-400 – high-level resource consumption</a:t>
            </a:r>
          </a:p>
          <a:p>
            <a:pPr lvl="1"/>
            <a:r>
              <a:rPr lang="en-US" sz="2000" dirty="0"/>
              <a:t>19 CWE-79 - XSS</a:t>
            </a:r>
          </a:p>
          <a:p>
            <a:pPr lvl="1"/>
            <a:r>
              <a:rPr lang="en-US" sz="2000" dirty="0"/>
              <a:t>18 CWE-918 - SSRF</a:t>
            </a:r>
          </a:p>
          <a:p>
            <a:pPr lvl="1"/>
            <a:r>
              <a:rPr lang="en-US" sz="2000" dirty="0"/>
              <a:t>15 CWE-94 – code injection</a:t>
            </a:r>
          </a:p>
          <a:p>
            <a:pPr lvl="1"/>
            <a:r>
              <a:rPr lang="en-US" sz="2000" dirty="0"/>
              <a:t>11 CWE-284 – access control</a:t>
            </a:r>
          </a:p>
          <a:p>
            <a:endParaRPr lang="en-US" sz="2000" dirty="0"/>
          </a:p>
        </p:txBody>
      </p:sp>
      <p:sp>
        <p:nvSpPr>
          <p:cNvPr id="4" name="Slide Number Placeholder 3">
            <a:extLst>
              <a:ext uri="{FF2B5EF4-FFF2-40B4-BE49-F238E27FC236}">
                <a16:creationId xmlns:a16="http://schemas.microsoft.com/office/drawing/2014/main" id="{3690E29C-8636-26CC-4467-0813BFDE5B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Content Placeholder 2">
            <a:extLst>
              <a:ext uri="{FF2B5EF4-FFF2-40B4-BE49-F238E27FC236}">
                <a16:creationId xmlns:a16="http://schemas.microsoft.com/office/drawing/2014/main" id="{A579C1F4-F10C-0D13-69C5-B750E6EF16C9}"/>
              </a:ext>
            </a:extLst>
          </p:cNvPr>
          <p:cNvSpPr txBox="1">
            <a:spLocks/>
          </p:cNvSpPr>
          <p:nvPr/>
        </p:nvSpPr>
        <p:spPr>
          <a:xfrm>
            <a:off x="6000251" y="1473201"/>
            <a:ext cx="5575300" cy="4794737"/>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CWEs:</a:t>
            </a:r>
          </a:p>
          <a:p>
            <a:pPr lvl="1"/>
            <a:r>
              <a:rPr lang="en-US" sz="2000" dirty="0"/>
              <a:t>9 CWE-89 - SQLi</a:t>
            </a:r>
          </a:p>
          <a:p>
            <a:pPr lvl="1"/>
            <a:r>
              <a:rPr lang="en-US" sz="2000" dirty="0"/>
              <a:t>9 CWE-352 - CSRF</a:t>
            </a:r>
          </a:p>
          <a:p>
            <a:pPr lvl="1"/>
            <a:r>
              <a:rPr lang="en-US" sz="2000" dirty="0"/>
              <a:t>9 CWE-20 – input validation</a:t>
            </a:r>
          </a:p>
          <a:p>
            <a:pPr lvl="1"/>
            <a:r>
              <a:rPr lang="en-US" sz="2000" dirty="0"/>
              <a:t>9 CWE-119 – high-level buffer overflows</a:t>
            </a:r>
          </a:p>
          <a:p>
            <a:pPr lvl="1"/>
            <a:r>
              <a:rPr lang="en-US" sz="2000" dirty="0"/>
              <a:t>8 CWE-77 – command injection</a:t>
            </a:r>
          </a:p>
          <a:p>
            <a:pPr lvl="1"/>
            <a:r>
              <a:rPr lang="en-US" sz="2000" dirty="0"/>
              <a:t>7 CWE-78 – OS command injection</a:t>
            </a:r>
          </a:p>
          <a:p>
            <a:pPr lvl="1"/>
            <a:r>
              <a:rPr lang="en-US" sz="2000" dirty="0"/>
              <a:t>7 CWE-434 – untrusted file upload</a:t>
            </a:r>
          </a:p>
          <a:p>
            <a:endParaRPr lang="en-US" sz="2000" dirty="0"/>
          </a:p>
        </p:txBody>
      </p:sp>
    </p:spTree>
    <p:extLst>
      <p:ext uri="{BB962C8B-B14F-4D97-AF65-F5344CB8AC3E}">
        <p14:creationId xmlns:p14="http://schemas.microsoft.com/office/powerpoint/2010/main" val="1583770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A079-559E-04FB-78DE-066E3648C623}"/>
              </a:ext>
            </a:extLst>
          </p:cNvPr>
          <p:cNvSpPr>
            <a:spLocks noGrp="1"/>
          </p:cNvSpPr>
          <p:nvPr>
            <p:ph type="ctrTitle" sz="quarter"/>
          </p:nvPr>
        </p:nvSpPr>
        <p:spPr/>
        <p:txBody>
          <a:bodyPr/>
          <a:lstStyle/>
          <a:p>
            <a:r>
              <a:rPr lang="en-US" dirty="0"/>
              <a:t>“Demo” – Potential Observed Examples Report</a:t>
            </a:r>
          </a:p>
        </p:txBody>
      </p:sp>
      <p:sp>
        <p:nvSpPr>
          <p:cNvPr id="3" name="Slide Number Placeholder 2">
            <a:extLst>
              <a:ext uri="{FF2B5EF4-FFF2-40B4-BE49-F238E27FC236}">
                <a16:creationId xmlns:a16="http://schemas.microsoft.com/office/drawing/2014/main" id="{EDD4055E-1704-F1D5-0879-53B9E21A8DF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648815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82884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5450FCDD-08B1-48D8-BB50-7A17E590A5EE}">
  <ds:schemaRefs>
    <ds:schemaRef ds:uri="aff8eeb6-53bf-44bf-a224-fac977cd228b"/>
    <ds:schemaRef ds:uri="http://schemas.microsoft.com/office/2006/documentManagement/types"/>
    <ds:schemaRef ds:uri="b5a44311-ed64-4a72-909f-c9dc6973bde2"/>
    <ds:schemaRef ds:uri="http://purl.org/dc/elements/1.1/"/>
    <ds:schemaRef ds:uri="http://purl.org/dc/terms/"/>
    <ds:schemaRef ds:uri="http://schemas.microsoft.com/office/2006/metadata/properties"/>
    <ds:schemaRef ds:uri="http://schemas.openxmlformats.org/package/2006/metadata/core-properties"/>
    <ds:schemaRef ds:uri="http://schemas.microsoft.com/office/infopath/2007/PartnerControls"/>
    <ds:schemaRef ds:uri="f3e578be-7961-41e8-91c9-b742ecb60a74"/>
    <ds:schemaRef ds:uri="http://www.w3.org/XML/1998/namespace"/>
    <ds:schemaRef ds:uri="http://purl.org/dc/dcmitype/"/>
  </ds:schemaRefs>
</ds:datastoreItem>
</file>

<file path=customXml/itemProps3.xml><?xml version="1.0" encoding="utf-8"?>
<ds:datastoreItem xmlns:ds="http://schemas.openxmlformats.org/officeDocument/2006/customXml" ds:itemID="{10F6FC14-EC19-43FE-8CEF-35F00732D9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1217</TotalTime>
  <Words>6233</Words>
  <Application>Microsoft Office PowerPoint</Application>
  <PresentationFormat>Widescreen</PresentationFormat>
  <Paragraphs>734</Paragraphs>
  <Slides>85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85</vt:i4>
      </vt:variant>
    </vt:vector>
  </HeadingPairs>
  <TitlesOfParts>
    <vt:vector size="94"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Proposal to Modify CWE-1427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Steps</vt:lpstr>
      <vt:lpstr>Observed Examples – Older Slides (January 2026)</vt:lpstr>
      <vt:lpstr>Summary of Last Modification Meeting? (November 2025)</vt:lpstr>
      <vt:lpstr>What We Did (s/We/What Steve Thought We/): Identifying Observed / Demonstrative Examples for “General” CWEs</vt:lpstr>
      <vt:lpstr>New Plan? Based on Feedback</vt:lpstr>
      <vt:lpstr>Interesting CWEs (biased human sample)</vt:lpstr>
      <vt:lpstr>Could We? Should We? Memory…</vt:lpstr>
      <vt:lpstr>Oh, Right, the Point.</vt:lpstr>
      <vt:lpstr>Selecting an Observed Example (obex)</vt:lpstr>
      <vt:lpstr>“Classes” of AI/ML Products</vt:lpstr>
      <vt:lpstr>“Classes” of AI/ML Products (2)</vt:lpstr>
      <vt:lpstr>Upcoming Dates</vt:lpstr>
      <vt:lpstr>OTHER SLIDES (TBD AS OF JANUARY 22)</vt:lpstr>
      <vt:lpstr>Submission to Focus Discussion / Review</vt:lpstr>
      <vt:lpstr>Basic Process</vt:lpstr>
      <vt:lpstr>Initial Investigation – from May</vt:lpstr>
      <vt:lpstr>“Classes” of AI/ML Products</vt:lpstr>
      <vt:lpstr>“Classes” of AI/ML Products (2)</vt:lpstr>
      <vt:lpstr>CVE-Driven Analysis</vt:lpstr>
      <vt:lpstr>Initial Findings – Finding AI/ML Related CVEs</vt:lpstr>
      <vt:lpstr>Initial Findings – Most Common CWE Mappings</vt:lpstr>
      <vt:lpstr>Anecdotal Observations of Common Weaknesses</vt:lpstr>
      <vt:lpstr>“Demo” – Potential Observed Examples Report</vt:lpstr>
      <vt:lpstr>Demonstrative Examples</vt:lpstr>
      <vt:lpstr>Demonstrative example - 1</vt:lpstr>
      <vt:lpstr>Collaboration on Data Gathering</vt:lpstr>
      <vt:lpstr>Next Steps</vt:lpstr>
      <vt:lpstr>Other / Older Slides</vt:lpstr>
      <vt:lpstr>Subgroups </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2026-02-20T16:18:04Z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