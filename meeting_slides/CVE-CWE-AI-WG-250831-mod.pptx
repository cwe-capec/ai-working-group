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62"/>
  </p:notesMasterIdLst>
  <p:handoutMasterIdLst>
    <p:handoutMasterId r:id="rId63"/>
  </p:handoutMasterIdLst>
  <p:sldIdLst>
    <p:sldId id="459" r:id="rId5"/>
    <p:sldId id="475" r:id="rId6"/>
    <p:sldId id="514" r:id="rId7"/>
    <p:sldId id="533" r:id="rId8"/>
    <p:sldId id="587" r:id="rId9"/>
    <p:sldId id="589" r:id="rId10"/>
    <p:sldId id="588" r:id="rId11"/>
    <p:sldId id="590" r:id="rId12"/>
    <p:sldId id="591" r:id="rId13"/>
    <p:sldId id="595" r:id="rId14"/>
    <p:sldId id="598" r:id="rId15"/>
    <p:sldId id="599" r:id="rId16"/>
    <p:sldId id="600" r:id="rId17"/>
    <p:sldId id="594" r:id="rId18"/>
    <p:sldId id="596" r:id="rId19"/>
    <p:sldId id="597" r:id="rId20"/>
    <p:sldId id="593" r:id="rId21"/>
    <p:sldId id="592" r:id="rId22"/>
    <p:sldId id="586" r:id="rId23"/>
    <p:sldId id="548" r:id="rId24"/>
    <p:sldId id="542" r:id="rId25"/>
    <p:sldId id="581" r:id="rId26"/>
    <p:sldId id="585" r:id="rId27"/>
    <p:sldId id="552" r:id="rId28"/>
    <p:sldId id="502" r:id="rId29"/>
    <p:sldId id="501" r:id="rId30"/>
    <p:sldId id="493" r:id="rId31"/>
    <p:sldId id="488" r:id="rId32"/>
    <p:sldId id="505" r:id="rId33"/>
    <p:sldId id="496" r:id="rId34"/>
    <p:sldId id="494" r:id="rId35"/>
    <p:sldId id="495" r:id="rId36"/>
    <p:sldId id="503" r:id="rId37"/>
    <p:sldId id="504" r:id="rId38"/>
    <p:sldId id="584" r:id="rId39"/>
    <p:sldId id="551" r:id="rId40"/>
    <p:sldId id="539" r:id="rId41"/>
    <p:sldId id="547" r:id="rId42"/>
    <p:sldId id="541" r:id="rId43"/>
    <p:sldId id="543" r:id="rId44"/>
    <p:sldId id="554" r:id="rId45"/>
    <p:sldId id="561" r:id="rId46"/>
    <p:sldId id="562" r:id="rId47"/>
    <p:sldId id="563" r:id="rId48"/>
    <p:sldId id="564" r:id="rId49"/>
    <p:sldId id="565" r:id="rId50"/>
    <p:sldId id="566" r:id="rId51"/>
    <p:sldId id="567" r:id="rId52"/>
    <p:sldId id="568" r:id="rId53"/>
    <p:sldId id="569" r:id="rId54"/>
    <p:sldId id="570" r:id="rId55"/>
    <p:sldId id="571" r:id="rId56"/>
    <p:sldId id="572" r:id="rId57"/>
    <p:sldId id="573" r:id="rId58"/>
    <p:sldId id="574" r:id="rId59"/>
    <p:sldId id="545" r:id="rId60"/>
    <p:sldId id="53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B05840-83A3-4257-BB0A-85535CFEE496}" v="6" dt="2025-08-29T15:02:15.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90" autoAdjust="0"/>
    <p:restoredTop sz="94660"/>
  </p:normalViewPr>
  <p:slideViewPr>
    <p:cSldViewPr snapToGrid="0">
      <p:cViewPr varScale="1">
        <p:scale>
          <a:sx n="60" d="100"/>
          <a:sy n="60" d="100"/>
        </p:scale>
        <p:origin x="682" y="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DAB05840-83A3-4257-BB0A-85535CFEE496}"/>
    <pc:docChg chg="undo custSel addSld modSld">
      <pc:chgData name="Steven M Christey" userId="f24da668-4c1f-41c0-850e-113e2bdf78cf" providerId="ADAL" clId="{DAB05840-83A3-4257-BB0A-85535CFEE496}" dt="2025-08-29T16:11:49.085" v="1488" actId="20577"/>
      <pc:docMkLst>
        <pc:docMk/>
      </pc:docMkLst>
      <pc:sldChg chg="modSp mod">
        <pc:chgData name="Steven M Christey" userId="f24da668-4c1f-41c0-850e-113e2bdf78cf" providerId="ADAL" clId="{DAB05840-83A3-4257-BB0A-85535CFEE496}" dt="2025-08-29T14:44:00.847" v="2" actId="13926"/>
        <pc:sldMkLst>
          <pc:docMk/>
          <pc:sldMk cId="2866401371" sldId="590"/>
        </pc:sldMkLst>
        <pc:spChg chg="mod">
          <ac:chgData name="Steven M Christey" userId="f24da668-4c1f-41c0-850e-113e2bdf78cf" providerId="ADAL" clId="{DAB05840-83A3-4257-BB0A-85535CFEE496}" dt="2025-08-29T14:44:00.847" v="2" actId="13926"/>
          <ac:spMkLst>
            <pc:docMk/>
            <pc:sldMk cId="2866401371" sldId="590"/>
            <ac:spMk id="3" creationId="{06B667B9-DD36-BB17-870B-FF0BFBE328F5}"/>
          </ac:spMkLst>
        </pc:spChg>
      </pc:sldChg>
      <pc:sldChg chg="modSp mod">
        <pc:chgData name="Steven M Christey" userId="f24da668-4c1f-41c0-850e-113e2bdf78cf" providerId="ADAL" clId="{DAB05840-83A3-4257-BB0A-85535CFEE496}" dt="2025-08-29T14:43:51.539" v="1" actId="13926"/>
        <pc:sldMkLst>
          <pc:docMk/>
          <pc:sldMk cId="2634053308" sldId="591"/>
        </pc:sldMkLst>
        <pc:spChg chg="mod">
          <ac:chgData name="Steven M Christey" userId="f24da668-4c1f-41c0-850e-113e2bdf78cf" providerId="ADAL" clId="{DAB05840-83A3-4257-BB0A-85535CFEE496}" dt="2025-08-29T14:43:51.539" v="1" actId="13926"/>
          <ac:spMkLst>
            <pc:docMk/>
            <pc:sldMk cId="2634053308" sldId="591"/>
            <ac:spMk id="3" creationId="{3D12BCC4-D733-3132-B1C9-9FACDE9BF720}"/>
          </ac:spMkLst>
        </pc:spChg>
      </pc:sldChg>
      <pc:sldChg chg="modSp new mod">
        <pc:chgData name="Steven M Christey" userId="f24da668-4c1f-41c0-850e-113e2bdf78cf" providerId="ADAL" clId="{DAB05840-83A3-4257-BB0A-85535CFEE496}" dt="2025-08-29T16:11:49.085" v="1488" actId="20577"/>
        <pc:sldMkLst>
          <pc:docMk/>
          <pc:sldMk cId="3957027965" sldId="598"/>
        </pc:sldMkLst>
        <pc:spChg chg="mod">
          <ac:chgData name="Steven M Christey" userId="f24da668-4c1f-41c0-850e-113e2bdf78cf" providerId="ADAL" clId="{DAB05840-83A3-4257-BB0A-85535CFEE496}" dt="2025-08-29T14:50:13.890" v="85" actId="20577"/>
          <ac:spMkLst>
            <pc:docMk/>
            <pc:sldMk cId="3957027965" sldId="598"/>
            <ac:spMk id="2" creationId="{0AC124C6-101D-706E-ADE5-967031525A6A}"/>
          </ac:spMkLst>
        </pc:spChg>
        <pc:spChg chg="mod">
          <ac:chgData name="Steven M Christey" userId="f24da668-4c1f-41c0-850e-113e2bdf78cf" providerId="ADAL" clId="{DAB05840-83A3-4257-BB0A-85535CFEE496}" dt="2025-08-29T16:11:49.085" v="1488" actId="20577"/>
          <ac:spMkLst>
            <pc:docMk/>
            <pc:sldMk cId="3957027965" sldId="598"/>
            <ac:spMk id="3" creationId="{62F6D486-F5B9-4EB9-7D76-9D8DD439D4F3}"/>
          </ac:spMkLst>
        </pc:spChg>
      </pc:sldChg>
      <pc:sldChg chg="addSp modSp new mod">
        <pc:chgData name="Steven M Christey" userId="f24da668-4c1f-41c0-850e-113e2bdf78cf" providerId="ADAL" clId="{DAB05840-83A3-4257-BB0A-85535CFEE496}" dt="2025-08-29T15:35:02.994" v="1323" actId="207"/>
        <pc:sldMkLst>
          <pc:docMk/>
          <pc:sldMk cId="1583770273" sldId="599"/>
        </pc:sldMkLst>
        <pc:spChg chg="mod">
          <ac:chgData name="Steven M Christey" userId="f24da668-4c1f-41c0-850e-113e2bdf78cf" providerId="ADAL" clId="{DAB05840-83A3-4257-BB0A-85535CFEE496}" dt="2025-08-29T14:55:28.555" v="403" actId="20577"/>
          <ac:spMkLst>
            <pc:docMk/>
            <pc:sldMk cId="1583770273" sldId="599"/>
            <ac:spMk id="2" creationId="{9747C55A-E333-2243-4E9E-3BAC951D3A5D}"/>
          </ac:spMkLst>
        </pc:spChg>
        <pc:spChg chg="mod">
          <ac:chgData name="Steven M Christey" userId="f24da668-4c1f-41c0-850e-113e2bdf78cf" providerId="ADAL" clId="{DAB05840-83A3-4257-BB0A-85535CFEE496}" dt="2025-08-29T15:35:02.994" v="1323" actId="207"/>
          <ac:spMkLst>
            <pc:docMk/>
            <pc:sldMk cId="1583770273" sldId="599"/>
            <ac:spMk id="3" creationId="{2CB2715F-530D-1C6A-4453-B5E535D82374}"/>
          </ac:spMkLst>
        </pc:spChg>
        <pc:spChg chg="add mod">
          <ac:chgData name="Steven M Christey" userId="f24da668-4c1f-41c0-850e-113e2bdf78cf" providerId="ADAL" clId="{DAB05840-83A3-4257-BB0A-85535CFEE496}" dt="2025-08-29T15:02:51.700" v="1112" actId="1076"/>
          <ac:spMkLst>
            <pc:docMk/>
            <pc:sldMk cId="1583770273" sldId="599"/>
            <ac:spMk id="5" creationId="{A579C1F4-F10C-0D13-69C5-B750E6EF16C9}"/>
          </ac:spMkLst>
        </pc:spChg>
      </pc:sldChg>
      <pc:sldChg chg="modSp new mod">
        <pc:chgData name="Steven M Christey" userId="f24da668-4c1f-41c0-850e-113e2bdf78cf" providerId="ADAL" clId="{DAB05840-83A3-4257-BB0A-85535CFEE496}" dt="2025-08-29T15:43:52.497" v="1480" actId="20577"/>
        <pc:sldMkLst>
          <pc:docMk/>
          <pc:sldMk cId="1281800135" sldId="600"/>
        </pc:sldMkLst>
        <pc:spChg chg="mod">
          <ac:chgData name="Steven M Christey" userId="f24da668-4c1f-41c0-850e-113e2bdf78cf" providerId="ADAL" clId="{DAB05840-83A3-4257-BB0A-85535CFEE496}" dt="2025-08-29T15:43:14.068" v="1361" actId="20577"/>
          <ac:spMkLst>
            <pc:docMk/>
            <pc:sldMk cId="1281800135" sldId="600"/>
            <ac:spMk id="2" creationId="{D6CCF339-D82E-44B4-0D51-3A4CC1FF029A}"/>
          </ac:spMkLst>
        </pc:spChg>
        <pc:spChg chg="mod">
          <ac:chgData name="Steven M Christey" userId="f24da668-4c1f-41c0-850e-113e2bdf78cf" providerId="ADAL" clId="{DAB05840-83A3-4257-BB0A-85535CFEE496}" dt="2025-08-29T15:43:52.497" v="1480" actId="20577"/>
          <ac:spMkLst>
            <pc:docMk/>
            <pc:sldMk cId="1281800135" sldId="600"/>
            <ac:spMk id="3" creationId="{804254B7-80EC-9B3C-89B4-185759EF5317}"/>
          </ac:spMkLst>
        </pc:spChg>
      </pc:sldChg>
    </pc:docChg>
  </pc:docChgLst>
  <pc:docChgLst>
    <pc:chgData name="Steven M Christey" userId="f24da668-4c1f-41c0-850e-113e2bdf78cf" providerId="ADAL" clId="{FDB9AAD0-A7D6-445A-8821-6C3AA3C12FA1}"/>
    <pc:docChg chg="modSld">
      <pc:chgData name="Steven M Christey" userId="f24da668-4c1f-41c0-850e-113e2bdf78cf" providerId="ADAL" clId="{FDB9AAD0-A7D6-445A-8821-6C3AA3C12FA1}" dt="2025-05-09T14:08:23.939" v="106" actId="20577"/>
      <pc:docMkLst>
        <pc:docMk/>
      </pc:docMkLst>
      <pc:sldChg chg="modSp mod">
        <pc:chgData name="Steven M Christey" userId="f24da668-4c1f-41c0-850e-113e2bdf78cf" providerId="ADAL" clId="{FDB9AAD0-A7D6-445A-8821-6C3AA3C12FA1}" dt="2025-05-09T14:07:01.966" v="12" actId="20577"/>
        <pc:sldMkLst>
          <pc:docMk/>
          <pc:sldMk cId="1454278300" sldId="459"/>
        </pc:sldMkLst>
      </pc:sldChg>
      <pc:sldChg chg="modSp mod">
        <pc:chgData name="Steven M Christey" userId="f24da668-4c1f-41c0-850e-113e2bdf78cf" providerId="ADAL" clId="{FDB9AAD0-A7D6-445A-8821-6C3AA3C12FA1}" dt="2025-05-09T14:08:23.939" v="106" actId="20577"/>
        <pc:sldMkLst>
          <pc:docMk/>
          <pc:sldMk cId="915149386" sldId="514"/>
        </pc:sldMkLst>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ldChg>
      <pc:sldChg chg="modSp mod">
        <pc:chgData name="Steven M Christey" userId="f24da668-4c1f-41c0-850e-113e2bdf78cf" providerId="ADAL" clId="{FFE09C7E-0819-41EC-8BAB-2A7E045CA1AC}" dt="2025-02-28T14:47:02.124" v="4" actId="20577"/>
        <pc:sldMkLst>
          <pc:docMk/>
          <pc:sldMk cId="1259113184" sldId="475"/>
        </pc:sldMkLst>
      </pc:sldChg>
      <pc:sldChg chg="modSp add mod">
        <pc:chgData name="Steven M Christey" userId="f24da668-4c1f-41c0-850e-113e2bdf78cf" providerId="ADAL" clId="{FFE09C7E-0819-41EC-8BAB-2A7E045CA1AC}" dt="2025-02-28T16:02:08.377" v="2982"/>
        <pc:sldMkLst>
          <pc:docMk/>
          <pc:sldMk cId="4197602607" sldId="488"/>
        </pc:sldMkLst>
      </pc:sldChg>
      <pc:sldChg chg="modSp add mod">
        <pc:chgData name="Steven M Christey" userId="f24da668-4c1f-41c0-850e-113e2bdf78cf" providerId="ADAL" clId="{FFE09C7E-0819-41EC-8BAB-2A7E045CA1AC}" dt="2025-02-28T15:36:30.182" v="2117" actId="20577"/>
        <pc:sldMkLst>
          <pc:docMk/>
          <pc:sldMk cId="4195993894" sldId="492"/>
        </pc:sldMkLst>
      </pc:sldChg>
      <pc:sldChg chg="modSp add mod ord">
        <pc:chgData name="Steven M Christey" userId="f24da668-4c1f-41c0-850e-113e2bdf78cf" providerId="ADAL" clId="{FFE09C7E-0819-41EC-8BAB-2A7E045CA1AC}" dt="2025-02-28T16:00:30.884" v="2976"/>
        <pc:sldMkLst>
          <pc:docMk/>
          <pc:sldMk cId="1870174279" sldId="493"/>
        </pc:sldMkLst>
      </pc:sldChg>
      <pc:sldChg chg="modSp add mod">
        <pc:chgData name="Steven M Christey" userId="f24da668-4c1f-41c0-850e-113e2bdf78cf" providerId="ADAL" clId="{FFE09C7E-0819-41EC-8BAB-2A7E045CA1AC}" dt="2025-02-28T15:02:03.856" v="344" actId="20577"/>
        <pc:sldMkLst>
          <pc:docMk/>
          <pc:sldMk cId="250821381" sldId="494"/>
        </pc:sldMkLst>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ldChg>
      <pc:sldChg chg="modSp add mod">
        <pc:chgData name="Steven M Christey" userId="f24da668-4c1f-41c0-850e-113e2bdf78cf" providerId="ADAL" clId="{FFE09C7E-0819-41EC-8BAB-2A7E045CA1AC}" dt="2025-02-28T15:06:30.487" v="512" actId="20577"/>
        <pc:sldMkLst>
          <pc:docMk/>
          <pc:sldMk cId="3618620616" sldId="497"/>
        </pc:sldMkLst>
      </pc:sldChg>
      <pc:sldChg chg="modSp add mod">
        <pc:chgData name="Steven M Christey" userId="f24da668-4c1f-41c0-850e-113e2bdf78cf" providerId="ADAL" clId="{FFE09C7E-0819-41EC-8BAB-2A7E045CA1AC}" dt="2025-02-28T15:58:12.692" v="2929"/>
        <pc:sldMkLst>
          <pc:docMk/>
          <pc:sldMk cId="2746674832" sldId="501"/>
        </pc:sldMkLst>
      </pc:sldChg>
      <pc:sldChg chg="modSp add mod">
        <pc:chgData name="Steven M Christey" userId="f24da668-4c1f-41c0-850e-113e2bdf78cf" providerId="ADAL" clId="{FFE09C7E-0819-41EC-8BAB-2A7E045CA1AC}" dt="2025-02-28T16:41:21.787" v="3296" actId="20577"/>
        <pc:sldMkLst>
          <pc:docMk/>
          <pc:sldMk cId="1027931571" sldId="502"/>
        </pc:sldMkLst>
      </pc:sldChg>
      <pc:sldChg chg="modSp add mod">
        <pc:chgData name="Steven M Christey" userId="f24da668-4c1f-41c0-850e-113e2bdf78cf" providerId="ADAL" clId="{FFE09C7E-0819-41EC-8BAB-2A7E045CA1AC}" dt="2025-02-28T15:01:01.653" v="339" actId="20577"/>
        <pc:sldMkLst>
          <pc:docMk/>
          <pc:sldMk cId="3197665598" sldId="503"/>
        </pc:sldMkLst>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ldChg>
      <pc:sldChg chg="modSp mod">
        <pc:chgData name="Steven M Christey" userId="f24da668-4c1f-41c0-850e-113e2bdf78cf" providerId="ADAL" clId="{FFE09C7E-0819-41EC-8BAB-2A7E045CA1AC}" dt="2025-02-28T14:49:51.439" v="117"/>
        <pc:sldMkLst>
          <pc:docMk/>
          <pc:sldMk cId="1565146543" sldId="548"/>
        </pc:sldMkLst>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ldChg>
      <pc:sldChg chg="modSp add mod">
        <pc:chgData name="Steven M Christey" userId="f24da668-4c1f-41c0-850e-113e2bdf78cf" providerId="ADAL" clId="{FFE09C7E-0819-41EC-8BAB-2A7E045CA1AC}" dt="2025-02-28T15:58:59.674" v="2958" actId="20577"/>
        <pc:sldMkLst>
          <pc:docMk/>
          <pc:sldMk cId="3655762862" sldId="576"/>
        </pc:sldMkLst>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5:42:06.315" v="736" actId="207"/>
        <pc:sldMkLst>
          <pc:docMk/>
          <pc:sldMk cId="1259113184" sldId="475"/>
        </pc:sldMkLst>
      </pc:sldChg>
      <pc:sldChg chg="modSp mod">
        <pc:chgData name="Steven M Christey" userId="f24da668-4c1f-41c0-850e-113e2bdf78cf" providerId="ADAL" clId="{A43A276B-9F4E-465D-99C8-DD66489E7D77}" dt="2025-02-14T15:12:16.138" v="280" actId="20577"/>
        <pc:sldMkLst>
          <pc:docMk/>
          <pc:sldMk cId="150708501" sldId="533"/>
        </pc:sldMkLst>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ldChg>
      <pc:sldChg chg="modSp mod ord">
        <pc:chgData name="Steven M Christey" userId="f24da668-4c1f-41c0-850e-113e2bdf78cf" providerId="ADAL" clId="{A43A276B-9F4E-465D-99C8-DD66489E7D77}" dt="2025-02-14T15:44:47.195" v="872" actId="20577"/>
        <pc:sldMkLst>
          <pc:docMk/>
          <pc:sldMk cId="2730253842" sldId="542"/>
        </pc:sldMkLst>
      </pc:sldChg>
      <pc:sldChg chg="modSp mod">
        <pc:chgData name="Steven M Christey" userId="f24da668-4c1f-41c0-850e-113e2bdf78cf" providerId="ADAL" clId="{A43A276B-9F4E-465D-99C8-DD66489E7D77}" dt="2025-02-14T15:15:44.321" v="340" actId="20577"/>
        <pc:sldMkLst>
          <pc:docMk/>
          <pc:sldMk cId="373026186" sldId="543"/>
        </pc:sldMkLst>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ldChg>
      <pc:sldChg chg="modSp new mod">
        <pc:chgData name="Steven M Christey" userId="f24da668-4c1f-41c0-850e-113e2bdf78cf" providerId="ADAL" clId="{A43A276B-9F4E-465D-99C8-DD66489E7D77}" dt="2025-02-14T15:16:31.376" v="416" actId="20577"/>
        <pc:sldMkLst>
          <pc:docMk/>
          <pc:sldMk cId="1565146543" sldId="548"/>
        </pc:sldMkLst>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ldChg>
      <pc:sldChg chg="addSp modSp new mod ord">
        <pc:chgData name="Steven M Christey" userId="f24da668-4c1f-41c0-850e-113e2bdf78cf" providerId="ADAL" clId="{A43A276B-9F4E-465D-99C8-DD66489E7D77}" dt="2025-02-14T15:52:54.632" v="1796" actId="20577"/>
        <pc:sldMkLst>
          <pc:docMk/>
          <pc:sldMk cId="3459002713" sldId="552"/>
        </pc:sldMkLst>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ldChg>
      <pc:sldChg chg="modSp mod ord">
        <pc:chgData name="Steven M Christey" userId="f24da668-4c1f-41c0-850e-113e2bdf78cf" providerId="ADAL" clId="{93063133-3906-4F30-A148-99717A6DC68B}" dt="2025-01-17T16:41:49.979" v="919" actId="20577"/>
        <pc:sldMkLst>
          <pc:docMk/>
          <pc:sldMk cId="674283638" sldId="534"/>
        </pc:sldMkLst>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ldLayoutChg>
      </pc:sldMaster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Steven M Christey" userId="f24da668-4c1f-41c0-850e-113e2bdf78cf" providerId="ADAL" clId="{4EF4B88D-6678-4032-9751-422794F92589}"/>
    <pc:docChg chg="undo custSel addSld delSld modSld">
      <pc:chgData name="Steven M Christey" userId="f24da668-4c1f-41c0-850e-113e2bdf78cf" providerId="ADAL" clId="{4EF4B88D-6678-4032-9751-422794F92589}" dt="2025-03-28T15:53:17.401" v="904" actId="20577"/>
      <pc:docMkLst>
        <pc:docMk/>
      </pc:docMkLst>
      <pc:sldChg chg="modSp mod">
        <pc:chgData name="Steven M Christey" userId="f24da668-4c1f-41c0-850e-113e2bdf78cf" providerId="ADAL" clId="{4EF4B88D-6678-4032-9751-422794F92589}" dt="2025-03-28T14:54:48.642" v="335" actId="207"/>
        <pc:sldMkLst>
          <pc:docMk/>
          <pc:sldMk cId="4197602607" sldId="488"/>
        </pc:sldMkLst>
      </pc:sldChg>
      <pc:sldChg chg="del">
        <pc:chgData name="Steven M Christey" userId="f24da668-4c1f-41c0-850e-113e2bdf78cf" providerId="ADAL" clId="{4EF4B88D-6678-4032-9751-422794F92589}" dt="2025-03-28T14:55:13.978" v="336" actId="47"/>
        <pc:sldMkLst>
          <pc:docMk/>
          <pc:sldMk cId="4195993894" sldId="492"/>
        </pc:sldMkLst>
      </pc:sldChg>
      <pc:sldChg chg="modSp mod">
        <pc:chgData name="Steven M Christey" userId="f24da668-4c1f-41c0-850e-113e2bdf78cf" providerId="ADAL" clId="{4EF4B88D-6678-4032-9751-422794F92589}" dt="2025-03-28T14:53:42.048" v="324" actId="207"/>
        <pc:sldMkLst>
          <pc:docMk/>
          <pc:sldMk cId="1870174279" sldId="493"/>
        </pc:sldMkLst>
      </pc:sldChg>
      <pc:sldChg chg="modSp mod">
        <pc:chgData name="Steven M Christey" userId="f24da668-4c1f-41c0-850e-113e2bdf78cf" providerId="ADAL" clId="{4EF4B88D-6678-4032-9751-422794F92589}" dt="2025-03-28T15:44:29.002" v="778" actId="20577"/>
        <pc:sldMkLst>
          <pc:docMk/>
          <pc:sldMk cId="250821381" sldId="494"/>
        </pc:sldMkLst>
      </pc:sldChg>
      <pc:sldChg chg="modSp mod">
        <pc:chgData name="Steven M Christey" userId="f24da668-4c1f-41c0-850e-113e2bdf78cf" providerId="ADAL" clId="{4EF4B88D-6678-4032-9751-422794F92589}" dt="2025-03-28T15:41:33.689" v="687" actId="20577"/>
        <pc:sldMkLst>
          <pc:docMk/>
          <pc:sldMk cId="3398638979" sldId="496"/>
        </pc:sldMkLst>
      </pc:sldChg>
      <pc:sldChg chg="del">
        <pc:chgData name="Steven M Christey" userId="f24da668-4c1f-41c0-850e-113e2bdf78cf" providerId="ADAL" clId="{4EF4B88D-6678-4032-9751-422794F92589}" dt="2025-03-28T14:55:39.624" v="337" actId="47"/>
        <pc:sldMkLst>
          <pc:docMk/>
          <pc:sldMk cId="3618620616" sldId="497"/>
        </pc:sldMkLst>
      </pc:sldChg>
      <pc:sldChg chg="modSp mod">
        <pc:chgData name="Steven M Christey" userId="f24da668-4c1f-41c0-850e-113e2bdf78cf" providerId="ADAL" clId="{4EF4B88D-6678-4032-9751-422794F92589}" dt="2025-03-28T15:28:28.892" v="479" actId="207"/>
        <pc:sldMkLst>
          <pc:docMk/>
          <pc:sldMk cId="2746674832" sldId="501"/>
        </pc:sldMkLst>
      </pc:sldChg>
      <pc:sldChg chg="modSp mod">
        <pc:chgData name="Steven M Christey" userId="f24da668-4c1f-41c0-850e-113e2bdf78cf" providerId="ADAL" clId="{4EF4B88D-6678-4032-9751-422794F92589}" dt="2025-03-28T14:50:26.509" v="274" actId="207"/>
        <pc:sldMkLst>
          <pc:docMk/>
          <pc:sldMk cId="1027931571" sldId="502"/>
        </pc:sldMkLst>
      </pc:sldChg>
      <pc:sldChg chg="modSp mod">
        <pc:chgData name="Steven M Christey" userId="f24da668-4c1f-41c0-850e-113e2bdf78cf" providerId="ADAL" clId="{4EF4B88D-6678-4032-9751-422794F92589}" dt="2025-03-28T15:48:45.934" v="899" actId="20577"/>
        <pc:sldMkLst>
          <pc:docMk/>
          <pc:sldMk cId="3197665598" sldId="503"/>
        </pc:sldMkLst>
      </pc:sldChg>
      <pc:sldChg chg="modSp mod">
        <pc:chgData name="Steven M Christey" userId="f24da668-4c1f-41c0-850e-113e2bdf78cf" providerId="ADAL" clId="{4EF4B88D-6678-4032-9751-422794F92589}" dt="2025-03-28T15:37:39.383" v="661"/>
        <pc:sldMkLst>
          <pc:docMk/>
          <pc:sldMk cId="875236698" sldId="505"/>
        </pc:sldMkLst>
      </pc:sldChg>
      <pc:sldChg chg="modSp mod">
        <pc:chgData name="Steven M Christey" userId="f24da668-4c1f-41c0-850e-113e2bdf78cf" providerId="ADAL" clId="{4EF4B88D-6678-4032-9751-422794F92589}" dt="2025-03-28T14:42:39.935" v="101" actId="20577"/>
        <pc:sldMkLst>
          <pc:docMk/>
          <pc:sldMk cId="2730253842" sldId="542"/>
        </pc:sldMkLst>
      </pc:sldChg>
      <pc:sldChg chg="addSp delSp modSp mod">
        <pc:chgData name="Steven M Christey" userId="f24da668-4c1f-41c0-850e-113e2bdf78cf" providerId="ADAL" clId="{4EF4B88D-6678-4032-9751-422794F92589}" dt="2025-03-28T14:59:59.752" v="438" actId="403"/>
        <pc:sldMkLst>
          <pc:docMk/>
          <pc:sldMk cId="3459002713" sldId="552"/>
        </pc:sldMkLst>
      </pc:sldChg>
      <pc:sldChg chg="modSp del mod">
        <pc:chgData name="Steven M Christey" userId="f24da668-4c1f-41c0-850e-113e2bdf78cf" providerId="ADAL" clId="{4EF4B88D-6678-4032-9751-422794F92589}" dt="2025-03-28T14:57:20.361" v="362" actId="47"/>
        <pc:sldMkLst>
          <pc:docMk/>
          <pc:sldMk cId="3362485947" sldId="560"/>
        </pc:sldMkLst>
      </pc:sldChg>
      <pc:sldChg chg="del">
        <pc:chgData name="Steven M Christey" userId="f24da668-4c1f-41c0-850e-113e2bdf78cf" providerId="ADAL" clId="{4EF4B88D-6678-4032-9751-422794F92589}" dt="2025-03-28T14:48:51.616" v="251" actId="47"/>
        <pc:sldMkLst>
          <pc:docMk/>
          <pc:sldMk cId="1300447669" sldId="575"/>
        </pc:sldMkLst>
      </pc:sldChg>
      <pc:sldChg chg="del">
        <pc:chgData name="Steven M Christey" userId="f24da668-4c1f-41c0-850e-113e2bdf78cf" providerId="ADAL" clId="{4EF4B88D-6678-4032-9751-422794F92589}" dt="2025-03-28T14:52:11.571" v="287" actId="47"/>
        <pc:sldMkLst>
          <pc:docMk/>
          <pc:sldMk cId="3655762862" sldId="576"/>
        </pc:sldMkLst>
      </pc:sldChg>
      <pc:sldChg chg="del">
        <pc:chgData name="Steven M Christey" userId="f24da668-4c1f-41c0-850e-113e2bdf78cf" providerId="ADAL" clId="{4EF4B88D-6678-4032-9751-422794F92589}" dt="2025-03-28T14:43:10.722" v="129" actId="47"/>
        <pc:sldMkLst>
          <pc:docMk/>
          <pc:sldMk cId="1133148075" sldId="579"/>
        </pc:sldMkLst>
      </pc:sldChg>
      <pc:sldChg chg="del">
        <pc:chgData name="Steven M Christey" userId="f24da668-4c1f-41c0-850e-113e2bdf78cf" providerId="ADAL" clId="{4EF4B88D-6678-4032-9751-422794F92589}" dt="2025-03-28T14:43:12.162" v="130" actId="47"/>
        <pc:sldMkLst>
          <pc:docMk/>
          <pc:sldMk cId="1000231701" sldId="580"/>
        </pc:sldMkLst>
      </pc:sldChg>
      <pc:sldChg chg="addSp delSp modSp mod">
        <pc:chgData name="Steven M Christey" userId="f24da668-4c1f-41c0-850e-113e2bdf78cf" providerId="ADAL" clId="{4EF4B88D-6678-4032-9751-422794F92589}" dt="2025-03-28T14:43:00.765" v="128" actId="478"/>
        <pc:sldMkLst>
          <pc:docMk/>
          <pc:sldMk cId="1477368885" sldId="581"/>
        </pc:sldMkLst>
      </pc:sldChg>
      <pc:sldChg chg="del">
        <pc:chgData name="Steven M Christey" userId="f24da668-4c1f-41c0-850e-113e2bdf78cf" providerId="ADAL" clId="{4EF4B88D-6678-4032-9751-422794F92589}" dt="2025-03-28T14:56:18.398" v="338" actId="47"/>
        <pc:sldMkLst>
          <pc:docMk/>
          <pc:sldMk cId="2837148105" sldId="582"/>
        </pc:sldMkLst>
      </pc:sldChg>
      <pc:sldChg chg="modSp del mod">
        <pc:chgData name="Steven M Christey" userId="f24da668-4c1f-41c0-850e-113e2bdf78cf" providerId="ADAL" clId="{4EF4B88D-6678-4032-9751-422794F92589}" dt="2025-03-28T14:45:51.772" v="165" actId="47"/>
        <pc:sldMkLst>
          <pc:docMk/>
          <pc:sldMk cId="189528037" sldId="583"/>
        </pc:sldMkLst>
      </pc:sldChg>
      <pc:sldChg chg="modSp add mod">
        <pc:chgData name="Steven M Christey" userId="f24da668-4c1f-41c0-850e-113e2bdf78cf" providerId="ADAL" clId="{4EF4B88D-6678-4032-9751-422794F92589}" dt="2025-03-28T15:53:17.401" v="904" actId="20577"/>
        <pc:sldMkLst>
          <pc:docMk/>
          <pc:sldMk cId="4229668411" sldId="584"/>
        </pc:sldMkLst>
      </pc:sldChg>
      <pc:sldChg chg="del">
        <pc:chgData name="Steven M Christey" userId="f24da668-4c1f-41c0-850e-113e2bdf78cf" providerId="ADAL" clId="{4EF4B88D-6678-4032-9751-422794F92589}" dt="2025-03-28T14:56:20.737" v="339" actId="2696"/>
        <pc:sldMkLst>
          <pc:docMk/>
          <pc:sldMk cId="4291023721" sldId="584"/>
        </pc:sldMkLst>
      </pc:sldChg>
      <pc:sldChg chg="add">
        <pc:chgData name="Steven M Christey" userId="f24da668-4c1f-41c0-850e-113e2bdf78cf" providerId="ADAL" clId="{4EF4B88D-6678-4032-9751-422794F92589}" dt="2025-03-28T14:45:48.364" v="164"/>
        <pc:sldMkLst>
          <pc:docMk/>
          <pc:sldMk cId="2652250295" sldId="585"/>
        </pc:sldMkLst>
      </pc:sldChg>
      <pc:sldChg chg="modSp new mod">
        <pc:chgData name="Steven M Christey" userId="f24da668-4c1f-41c0-850e-113e2bdf78cf" providerId="ADAL" clId="{4EF4B88D-6678-4032-9751-422794F92589}" dt="2025-03-28T14:56:46.400" v="361" actId="20577"/>
        <pc:sldMkLst>
          <pc:docMk/>
          <pc:sldMk cId="1721949927" sldId="586"/>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ldChg>
      <pc:sldChg chg="modSp mod">
        <pc:chgData name="Steven M Christey" userId="f24da668-4c1f-41c0-850e-113e2bdf78cf" providerId="ADAL" clId="{004DF47B-EA38-450F-A79E-40B5A7500405}" dt="2024-12-20T15:39:53.083" v="1130" actId="20577"/>
        <pc:sldMkLst>
          <pc:docMk/>
          <pc:sldMk cId="1259113184" sldId="475"/>
        </pc:sldMkLst>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ldChg>
      <pc:sldChg chg="modSp new mod">
        <pc:chgData name="Steven M Christey" userId="f24da668-4c1f-41c0-850e-113e2bdf78cf" providerId="ADAL" clId="{004DF47B-EA38-450F-A79E-40B5A7500405}" dt="2024-12-20T15:37:08.597" v="1069" actId="20577"/>
        <pc:sldMkLst>
          <pc:docMk/>
          <pc:sldMk cId="674283638" sldId="534"/>
        </pc:sldMkLst>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Steven M Christey" userId="f24da668-4c1f-41c0-850e-113e2bdf78cf" providerId="ADAL" clId="{41F9F06E-E98A-446E-9874-867AB960F484}"/>
    <pc:docChg chg="undo custSel addSld delSld modSld sldOrd">
      <pc:chgData name="Steven M Christey" userId="f24da668-4c1f-41c0-850e-113e2bdf78cf" providerId="ADAL" clId="{41F9F06E-E98A-446E-9874-867AB960F484}" dt="2025-06-06T15:50:41.352" v="1309" actId="20577"/>
      <pc:docMkLst>
        <pc:docMk/>
      </pc:docMkLst>
      <pc:sldChg chg="modSp mod">
        <pc:chgData name="Steven M Christey" userId="f24da668-4c1f-41c0-850e-113e2bdf78cf" providerId="ADAL" clId="{41F9F06E-E98A-446E-9874-867AB960F484}" dt="2025-06-06T14:39:29.029" v="278" actId="20577"/>
        <pc:sldMkLst>
          <pc:docMk/>
          <pc:sldMk cId="1173346967" sldId="588"/>
        </pc:sldMkLst>
      </pc:sldChg>
      <pc:sldChg chg="modSp mod">
        <pc:chgData name="Steven M Christey" userId="f24da668-4c1f-41c0-850e-113e2bdf78cf" providerId="ADAL" clId="{41F9F06E-E98A-446E-9874-867AB960F484}" dt="2025-06-06T14:49:37.800" v="858" actId="20577"/>
        <pc:sldMkLst>
          <pc:docMk/>
          <pc:sldMk cId="3566183092" sldId="589"/>
        </pc:sldMkLst>
      </pc:sldChg>
      <pc:sldChg chg="modSp mod">
        <pc:chgData name="Steven M Christey" userId="f24da668-4c1f-41c0-850e-113e2bdf78cf" providerId="ADAL" clId="{41F9F06E-E98A-446E-9874-867AB960F484}" dt="2025-06-06T15:13:55.465" v="936" actId="20577"/>
        <pc:sldMkLst>
          <pc:docMk/>
          <pc:sldMk cId="2866401371" sldId="590"/>
        </pc:sldMkLst>
      </pc:sldChg>
      <pc:sldChg chg="modSp mod">
        <pc:chgData name="Steven M Christey" userId="f24da668-4c1f-41c0-850e-113e2bdf78cf" providerId="ADAL" clId="{41F9F06E-E98A-446E-9874-867AB960F484}" dt="2025-06-06T14:49:12.616" v="854" actId="20577"/>
        <pc:sldMkLst>
          <pc:docMk/>
          <pc:sldMk cId="2634053308" sldId="591"/>
        </pc:sldMkLst>
      </pc:sldChg>
      <pc:sldChg chg="modSp mod">
        <pc:chgData name="Steven M Christey" userId="f24da668-4c1f-41c0-850e-113e2bdf78cf" providerId="ADAL" clId="{41F9F06E-E98A-446E-9874-867AB960F484}" dt="2025-06-06T14:37:25.720" v="92" actId="20577"/>
        <pc:sldMkLst>
          <pc:docMk/>
          <pc:sldMk cId="1810802926" sldId="592"/>
        </pc:sldMkLst>
      </pc:sldChg>
      <pc:sldChg chg="modSp mod ord">
        <pc:chgData name="Steven M Christey" userId="f24da668-4c1f-41c0-850e-113e2bdf78cf" providerId="ADAL" clId="{41F9F06E-E98A-446E-9874-867AB960F484}" dt="2025-06-06T15:50:41.352" v="1309" actId="20577"/>
        <pc:sldMkLst>
          <pc:docMk/>
          <pc:sldMk cId="3671365640" sldId="593"/>
        </pc:sldMkLst>
      </pc:sldChg>
      <pc:sldChg chg="modSp mod ord">
        <pc:chgData name="Steven M Christey" userId="f24da668-4c1f-41c0-850e-113e2bdf78cf" providerId="ADAL" clId="{41F9F06E-E98A-446E-9874-867AB960F484}" dt="2025-06-06T15:37:19.941" v="1123" actId="20577"/>
        <pc:sldMkLst>
          <pc:docMk/>
          <pc:sldMk cId="3060175460" sldId="594"/>
        </pc:sldMkLst>
      </pc:sldChg>
      <pc:sldChg chg="modSp new mod">
        <pc:chgData name="Steven M Christey" userId="f24da668-4c1f-41c0-850e-113e2bdf78cf" providerId="ADAL" clId="{41F9F06E-E98A-446E-9874-867AB960F484}" dt="2025-06-06T15:23:57.370" v="970" actId="20577"/>
        <pc:sldMkLst>
          <pc:docMk/>
          <pc:sldMk cId="2054040068" sldId="595"/>
        </pc:sldMkLst>
      </pc:sldChg>
      <pc:sldChg chg="add">
        <pc:chgData name="Steven M Christey" userId="f24da668-4c1f-41c0-850e-113e2bdf78cf" providerId="ADAL" clId="{41F9F06E-E98A-446E-9874-867AB960F484}" dt="2025-06-06T14:47:05.737" v="811"/>
        <pc:sldMkLst>
          <pc:docMk/>
          <pc:sldMk cId="4184117928" sldId="596"/>
        </pc:sldMkLst>
      </pc:sldChg>
      <pc:sldChg chg="add">
        <pc:chgData name="Steven M Christey" userId="f24da668-4c1f-41c0-850e-113e2bdf78cf" providerId="ADAL" clId="{41F9F06E-E98A-446E-9874-867AB960F484}" dt="2025-06-06T14:47:05.737" v="811"/>
        <pc:sldMkLst>
          <pc:docMk/>
          <pc:sldMk cId="3256177257" sldId="597"/>
        </pc:sldMkLst>
      </pc:sldChg>
      <pc:sldChg chg="add del">
        <pc:chgData name="Steven M Christey" userId="f24da668-4c1f-41c0-850e-113e2bdf78cf" providerId="ADAL" clId="{41F9F06E-E98A-446E-9874-867AB960F484}" dt="2025-06-06T14:47:28.639" v="812" actId="47"/>
        <pc:sldMkLst>
          <pc:docMk/>
          <pc:sldMk cId="671160315" sldId="598"/>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24:56.090" v="42" actId="20577"/>
        <pc:sldMkLst>
          <pc:docMk/>
          <pc:sldMk cId="1454278300" sldId="459"/>
        </pc:sldMkLst>
      </pc:sldChg>
      <pc:sldChg chg="modSp mod">
        <pc:chgData name="Steven M Christey" userId="f24da668-4c1f-41c0-850e-113e2bdf78cf" providerId="ADAL" clId="{485CED49-FB28-49A7-BAC4-3D6DBACBD0F5}" dt="2025-03-14T14:56:52.518" v="1997" actId="20577"/>
        <pc:sldMkLst>
          <pc:docMk/>
          <pc:sldMk cId="1259113184" sldId="475"/>
        </pc:sldMkLst>
      </pc:sldChg>
      <pc:sldChg chg="modSp mod">
        <pc:chgData name="Steven M Christey" userId="f24da668-4c1f-41c0-850e-113e2bdf78cf" providerId="ADAL" clId="{485CED49-FB28-49A7-BAC4-3D6DBACBD0F5}" dt="2025-03-14T14:56:22.294" v="1976" actId="20577"/>
        <pc:sldMkLst>
          <pc:docMk/>
          <pc:sldMk cId="915149386" sldId="514"/>
        </pc:sldMkLst>
      </pc:sldChg>
      <pc:sldChg chg="modSp mod">
        <pc:chgData name="Steven M Christey" userId="f24da668-4c1f-41c0-850e-113e2bdf78cf" providerId="ADAL" clId="{485CED49-FB28-49A7-BAC4-3D6DBACBD0F5}" dt="2025-03-14T14:57:07.414" v="1998" actId="1076"/>
        <pc:sldMkLst>
          <pc:docMk/>
          <pc:sldMk cId="150708501" sldId="533"/>
        </pc:sldMkLst>
      </pc:sldChg>
      <pc:sldChg chg="modSp mod">
        <pc:chgData name="Steven M Christey" userId="f24da668-4c1f-41c0-850e-113e2bdf78cf" providerId="ADAL" clId="{485CED49-FB28-49A7-BAC4-3D6DBACBD0F5}" dt="2025-03-14T14:32:18.277" v="567"/>
        <pc:sldMkLst>
          <pc:docMk/>
          <pc:sldMk cId="2730253842" sldId="542"/>
        </pc:sldMkLst>
      </pc:sldChg>
      <pc:sldChg chg="modSp mod">
        <pc:chgData name="Steven M Christey" userId="f24da668-4c1f-41c0-850e-113e2bdf78cf" providerId="ADAL" clId="{485CED49-FB28-49A7-BAC4-3D6DBACBD0F5}" dt="2025-03-14T14:27:54.042" v="165"/>
        <pc:sldMkLst>
          <pc:docMk/>
          <pc:sldMk cId="1565146543" sldId="548"/>
        </pc:sldMkLst>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ldChg>
      <pc:sldChg chg="modSp new mod">
        <pc:chgData name="Steven M Christey" userId="f24da668-4c1f-41c0-850e-113e2bdf78cf" providerId="ADAL" clId="{485CED49-FB28-49A7-BAC4-3D6DBACBD0F5}" dt="2025-03-14T15:52:55.827" v="2138" actId="20577"/>
        <pc:sldMkLst>
          <pc:docMk/>
          <pc:sldMk cId="1133148075" sldId="579"/>
        </pc:sldMkLst>
      </pc:sldChg>
      <pc:sldChg chg="modSp new mod">
        <pc:chgData name="Steven M Christey" userId="f24da668-4c1f-41c0-850e-113e2bdf78cf" providerId="ADAL" clId="{485CED49-FB28-49A7-BAC4-3D6DBACBD0F5}" dt="2025-03-14T14:44:34.185" v="1451" actId="20577"/>
        <pc:sldMkLst>
          <pc:docMk/>
          <pc:sldMk cId="1000231701" sldId="580"/>
        </pc:sldMkLst>
      </pc:sldChg>
      <pc:sldChg chg="modSp new mod">
        <pc:chgData name="Steven M Christey" userId="f24da668-4c1f-41c0-850e-113e2bdf78cf" providerId="ADAL" clId="{485CED49-FB28-49A7-BAC4-3D6DBACBD0F5}" dt="2025-03-14T14:41:24.948" v="1047" actId="20577"/>
        <pc:sldMkLst>
          <pc:docMk/>
          <pc:sldMk cId="1477368885" sldId="581"/>
        </pc:sldMkLst>
      </pc:sldChg>
      <pc:sldChg chg="modSp add mod">
        <pc:chgData name="Steven M Christey" userId="f24da668-4c1f-41c0-850e-113e2bdf78cf" providerId="ADAL" clId="{485CED49-FB28-49A7-BAC4-3D6DBACBD0F5}" dt="2025-03-14T14:52:14.786" v="1957" actId="20577"/>
        <pc:sldMkLst>
          <pc:docMk/>
          <pc:sldMk cId="2837148105" sldId="582"/>
        </pc:sldMkLst>
      </pc:sldChg>
      <pc:sldChg chg="modSp add mod">
        <pc:chgData name="Steven M Christey" userId="f24da668-4c1f-41c0-850e-113e2bdf78cf" providerId="ADAL" clId="{485CED49-FB28-49A7-BAC4-3D6DBACBD0F5}" dt="2025-03-14T15:00:15.169" v="2127" actId="20577"/>
        <pc:sldMkLst>
          <pc:docMk/>
          <pc:sldMk cId="189528037" sldId="583"/>
        </pc:sldMkLst>
      </pc:sldChg>
      <pc:sldChg chg="modSp add mod">
        <pc:chgData name="Steven M Christey" userId="f24da668-4c1f-41c0-850e-113e2bdf78cf" providerId="ADAL" clId="{485CED49-FB28-49A7-BAC4-3D6DBACBD0F5}" dt="2025-03-14T14:51:41.785" v="1920" actId="20577"/>
        <pc:sldMkLst>
          <pc:docMk/>
          <pc:sldMk cId="4291023721" sldId="584"/>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Marissa R Dotter" userId="S::mdotter@mitre.org::19f597a0-23d7-4527-8145-567b323b2b00" providerId="AD" clId="Web-{A3CB14AF-BF02-E3F9-E198-B3F4BC4A8267}"/>
    <pc:docChg chg="modSld">
      <pc:chgData name="Marissa R Dotter" userId="S::mdotter@mitre.org::19f597a0-23d7-4527-8145-567b323b2b00" providerId="AD" clId="Web-{A3CB14AF-BF02-E3F9-E198-B3F4BC4A8267}" dt="2025-04-09T18:42:17.901" v="2" actId="20577"/>
      <pc:docMkLst>
        <pc:docMk/>
      </pc:docMkLst>
      <pc:sldChg chg="modSp">
        <pc:chgData name="Marissa R Dotter" userId="S::mdotter@mitre.org::19f597a0-23d7-4527-8145-567b323b2b00" providerId="AD" clId="Web-{A3CB14AF-BF02-E3F9-E198-B3F4BC4A8267}" dt="2025-04-09T18:42:17.901" v="2" actId="20577"/>
        <pc:sldMkLst>
          <pc:docMk/>
          <pc:sldMk cId="3459002713" sldId="552"/>
        </pc:sldMkLst>
      </pc:sldChg>
    </pc:docChg>
  </pc:docChgLst>
  <pc:docChgLst>
    <pc:chgData name="Steven M Christey" userId="f24da668-4c1f-41c0-850e-113e2bdf78cf" providerId="ADAL" clId="{B692405D-BE5E-4E15-A96B-66DBFCA10158}"/>
    <pc:docChg chg="undo custSel modSld">
      <pc:chgData name="Steven M Christey" userId="f24da668-4c1f-41c0-850e-113e2bdf78cf" providerId="ADAL" clId="{B692405D-BE5E-4E15-A96B-66DBFCA10158}" dt="2025-08-01T15:55:53.248" v="1174" actId="13926"/>
      <pc:docMkLst>
        <pc:docMk/>
      </pc:docMkLst>
      <pc:sldChg chg="modSp mod">
        <pc:chgData name="Steven M Christey" userId="f24da668-4c1f-41c0-850e-113e2bdf78cf" providerId="ADAL" clId="{B692405D-BE5E-4E15-A96B-66DBFCA10158}" dt="2025-08-01T15:44:18.663" v="802" actId="13926"/>
        <pc:sldMkLst>
          <pc:docMk/>
          <pc:sldMk cId="2866401371" sldId="590"/>
        </pc:sldMkLst>
        <pc:spChg chg="mod">
          <ac:chgData name="Steven M Christey" userId="f24da668-4c1f-41c0-850e-113e2bdf78cf" providerId="ADAL" clId="{B692405D-BE5E-4E15-A96B-66DBFCA10158}" dt="2025-08-01T15:44:18.663" v="802" actId="13926"/>
          <ac:spMkLst>
            <pc:docMk/>
            <pc:sldMk cId="2866401371" sldId="590"/>
            <ac:spMk id="3" creationId="{06B667B9-DD36-BB17-870B-FF0BFBE328F5}"/>
          </ac:spMkLst>
        </pc:spChg>
      </pc:sldChg>
      <pc:sldChg chg="modSp mod">
        <pc:chgData name="Steven M Christey" userId="f24da668-4c1f-41c0-850e-113e2bdf78cf" providerId="ADAL" clId="{B692405D-BE5E-4E15-A96B-66DBFCA10158}" dt="2025-08-01T15:55:53.248" v="1174" actId="13926"/>
        <pc:sldMkLst>
          <pc:docMk/>
          <pc:sldMk cId="2634053308" sldId="591"/>
        </pc:sldMkLst>
        <pc:spChg chg="mod">
          <ac:chgData name="Steven M Christey" userId="f24da668-4c1f-41c0-850e-113e2bdf78cf" providerId="ADAL" clId="{B692405D-BE5E-4E15-A96B-66DBFCA10158}" dt="2025-08-01T15:55:53.248" v="1174" actId="13926"/>
          <ac:spMkLst>
            <pc:docMk/>
            <pc:sldMk cId="2634053308" sldId="591"/>
            <ac:spMk id="3" creationId="{3D12BCC4-D733-3132-B1C9-9FACDE9BF720}"/>
          </ac:spMkLst>
        </pc:spChg>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ldChg>
    </pc:docChg>
  </pc:docChgLst>
  <pc:docChgLst>
    <pc:chgData name="Steven M Christey" userId="f24da668-4c1f-41c0-850e-113e2bdf78cf" providerId="ADAL" clId="{60AD052C-9CA9-449F-859E-4D7001090B75}"/>
    <pc:docChg chg="undo custSel addSld delSld modSld">
      <pc:chgData name="Steven M Christey" userId="f24da668-4c1f-41c0-850e-113e2bdf78cf" providerId="ADAL" clId="{60AD052C-9CA9-449F-859E-4D7001090B75}" dt="2025-05-09T15:54:50.740" v="3436" actId="6549"/>
      <pc:docMkLst>
        <pc:docMk/>
      </pc:docMkLst>
      <pc:sldChg chg="modSp mod">
        <pc:chgData name="Steven M Christey" userId="f24da668-4c1f-41c0-850e-113e2bdf78cf" providerId="ADAL" clId="{60AD052C-9CA9-449F-859E-4D7001090B75}" dt="2025-05-09T14:33:55.781" v="12" actId="20577"/>
        <pc:sldMkLst>
          <pc:docMk/>
          <pc:sldMk cId="1454278300" sldId="459"/>
        </pc:sldMkLst>
      </pc:sldChg>
      <pc:sldChg chg="modSp mod">
        <pc:chgData name="Steven M Christey" userId="f24da668-4c1f-41c0-850e-113e2bdf78cf" providerId="ADAL" clId="{60AD052C-9CA9-449F-859E-4D7001090B75}" dt="2025-05-09T14:34:29.032" v="84" actId="20577"/>
        <pc:sldMkLst>
          <pc:docMk/>
          <pc:sldMk cId="1259113184" sldId="475"/>
        </pc:sldMkLst>
      </pc:sldChg>
      <pc:sldChg chg="modSp mod">
        <pc:chgData name="Steven M Christey" userId="f24da668-4c1f-41c0-850e-113e2bdf78cf" providerId="ADAL" clId="{60AD052C-9CA9-449F-859E-4D7001090B75}" dt="2025-05-09T15:10:19.852" v="2191" actId="20577"/>
        <pc:sldMkLst>
          <pc:docMk/>
          <pc:sldMk cId="915149386" sldId="514"/>
        </pc:sldMkLst>
      </pc:sldChg>
      <pc:sldChg chg="add">
        <pc:chgData name="Steven M Christey" userId="f24da668-4c1f-41c0-850e-113e2bdf78cf" providerId="ADAL" clId="{60AD052C-9CA9-449F-859E-4D7001090B75}" dt="2025-05-09T14:42:44.576" v="86"/>
        <pc:sldMkLst>
          <pc:docMk/>
          <pc:sldMk cId="1062366465" sldId="586"/>
        </pc:sldMkLst>
      </pc:sldChg>
      <pc:sldChg chg="del">
        <pc:chgData name="Steven M Christey" userId="f24da668-4c1f-41c0-850e-113e2bdf78cf" providerId="ADAL" clId="{60AD052C-9CA9-449F-859E-4D7001090B75}" dt="2025-05-09T14:42:36.892" v="85" actId="2696"/>
        <pc:sldMkLst>
          <pc:docMk/>
          <pc:sldMk cId="1721949927" sldId="586"/>
        </pc:sldMkLst>
      </pc:sldChg>
      <pc:sldChg chg="modSp new mod">
        <pc:chgData name="Steven M Christey" userId="f24da668-4c1f-41c0-850e-113e2bdf78cf" providerId="ADAL" clId="{60AD052C-9CA9-449F-859E-4D7001090B75}" dt="2025-05-09T15:11:30.662" v="2206" actId="20577"/>
        <pc:sldMkLst>
          <pc:docMk/>
          <pc:sldMk cId="1700506989" sldId="587"/>
        </pc:sldMkLst>
      </pc:sldChg>
      <pc:sldChg chg="modSp new mod">
        <pc:chgData name="Steven M Christey" userId="f24da668-4c1f-41c0-850e-113e2bdf78cf" providerId="ADAL" clId="{60AD052C-9CA9-449F-859E-4D7001090B75}" dt="2025-05-09T14:50:26.690" v="1019" actId="20577"/>
        <pc:sldMkLst>
          <pc:docMk/>
          <pc:sldMk cId="1173346967" sldId="588"/>
        </pc:sldMkLst>
      </pc:sldChg>
      <pc:sldChg chg="modSp new mod">
        <pc:chgData name="Steven M Christey" userId="f24da668-4c1f-41c0-850e-113e2bdf78cf" providerId="ADAL" clId="{60AD052C-9CA9-449F-859E-4D7001090B75}" dt="2025-05-09T15:14:15.823" v="2312" actId="20577"/>
        <pc:sldMkLst>
          <pc:docMk/>
          <pc:sldMk cId="3566183092" sldId="589"/>
        </pc:sldMkLst>
      </pc:sldChg>
      <pc:sldChg chg="modSp new mod">
        <pc:chgData name="Steven M Christey" userId="f24da668-4c1f-41c0-850e-113e2bdf78cf" providerId="ADAL" clId="{60AD052C-9CA9-449F-859E-4D7001090B75}" dt="2025-05-09T15:34:43.340" v="2683" actId="404"/>
        <pc:sldMkLst>
          <pc:docMk/>
          <pc:sldMk cId="2866401371" sldId="590"/>
        </pc:sldMkLst>
      </pc:sldChg>
      <pc:sldChg chg="modSp add mod">
        <pc:chgData name="Steven M Christey" userId="f24da668-4c1f-41c0-850e-113e2bdf78cf" providerId="ADAL" clId="{60AD052C-9CA9-449F-859E-4D7001090B75}" dt="2025-05-09T15:51:26.597" v="3157" actId="20577"/>
        <pc:sldMkLst>
          <pc:docMk/>
          <pc:sldMk cId="2634053308" sldId="591"/>
        </pc:sldMkLst>
      </pc:sldChg>
      <pc:sldChg chg="modSp new mod">
        <pc:chgData name="Steven M Christey" userId="f24da668-4c1f-41c0-850e-113e2bdf78cf" providerId="ADAL" clId="{60AD052C-9CA9-449F-859E-4D7001090B75}" dt="2025-05-09T14:58:07.441" v="1600" actId="14"/>
        <pc:sldMkLst>
          <pc:docMk/>
          <pc:sldMk cId="1810802926" sldId="592"/>
        </pc:sldMkLst>
      </pc:sldChg>
      <pc:sldChg chg="modSp new mod">
        <pc:chgData name="Steven M Christey" userId="f24da668-4c1f-41c0-850e-113e2bdf78cf" providerId="ADAL" clId="{60AD052C-9CA9-449F-859E-4D7001090B75}" dt="2025-05-09T15:54:50.740" v="3436" actId="6549"/>
        <pc:sldMkLst>
          <pc:docMk/>
          <pc:sldMk cId="3671365640" sldId="593"/>
        </pc:sldMkLst>
      </pc:sldChg>
      <pc:sldChg chg="modSp new mod">
        <pc:chgData name="Steven M Christey" userId="f24da668-4c1f-41c0-850e-113e2bdf78cf" providerId="ADAL" clId="{60AD052C-9CA9-449F-859E-4D7001090B75}" dt="2025-05-09T15:53:13.451" v="3377" actId="14"/>
        <pc:sldMkLst>
          <pc:docMk/>
          <pc:sldMk cId="3060175460" sldId="594"/>
        </pc:sldMkLst>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ldChg>
      <pc:sldChg chg="modSp mod">
        <pc:chgData name="Steven M Christey" userId="f24da668-4c1f-41c0-850e-113e2bdf78cf" providerId="ADAL" clId="{19F25D5F-252C-424D-A52E-D5D089ECF2C6}" dt="2025-01-31T15:18:35.244" v="8"/>
        <pc:sldMkLst>
          <pc:docMk/>
          <pc:sldMk cId="1259113184" sldId="475"/>
        </pc:sldMkLst>
      </pc:sldChg>
      <pc:sldChg chg="modSp mod ord">
        <pc:chgData name="Steven M Christey" userId="f24da668-4c1f-41c0-850e-113e2bdf78cf" providerId="ADAL" clId="{19F25D5F-252C-424D-A52E-D5D089ECF2C6}" dt="2025-01-31T16:09:38.056" v="1614" actId="20577"/>
        <pc:sldMkLst>
          <pc:docMk/>
          <pc:sldMk cId="915149386" sldId="514"/>
        </pc:sldMkLst>
      </pc:sldChg>
      <pc:sldChg chg="modSp mod ord">
        <pc:chgData name="Steven M Christey" userId="f24da668-4c1f-41c0-850e-113e2bdf78cf" providerId="ADAL" clId="{19F25D5F-252C-424D-A52E-D5D089ECF2C6}" dt="2025-01-31T16:25:30.993" v="1631" actId="114"/>
        <pc:sldMkLst>
          <pc:docMk/>
          <pc:sldMk cId="150708501" sldId="533"/>
        </pc:sldMkLst>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ldChg>
      <pc:sldChg chg="modSp new mod">
        <pc:chgData name="Steven M Christey" userId="f24da668-4c1f-41c0-850e-113e2bdf78cf" providerId="ADAL" clId="{19F25D5F-252C-424D-A52E-D5D089ECF2C6}" dt="2025-01-31T15:45:41.243" v="1293" actId="14"/>
        <pc:sldMkLst>
          <pc:docMk/>
          <pc:sldMk cId="2730253842" sldId="542"/>
        </pc:sldMkLst>
      </pc:sldChg>
      <pc:sldChg chg="modSp new mod">
        <pc:chgData name="Steven M Christey" userId="f24da668-4c1f-41c0-850e-113e2bdf78cf" providerId="ADAL" clId="{19F25D5F-252C-424D-A52E-D5D089ECF2C6}" dt="2025-01-31T15:49:39.485" v="1472" actId="20577"/>
        <pc:sldMkLst>
          <pc:docMk/>
          <pc:sldMk cId="373026186" sldId="543"/>
        </pc:sldMkLst>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8/29/2025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August 31,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getting examples of “general” CWEs that affect AI/ML products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Next CWE release 4.18: September 9, 2025</a:t>
            </a:r>
          </a:p>
          <a:p>
            <a:pPr marL="307975" indent="-307975"/>
            <a:endParaRPr lang="en-US" dirty="0">
              <a:latin typeface="Tahoma"/>
              <a:ea typeface="Tahoma"/>
              <a:cs typeface="Tahoma"/>
            </a:endParaRPr>
          </a:p>
          <a:p>
            <a:pPr marL="307975" indent="-307975"/>
            <a:r>
              <a:rPr lang="en-US" dirty="0">
                <a:latin typeface="Tahoma"/>
                <a:ea typeface="Tahoma"/>
                <a:cs typeface="Tahoma"/>
              </a:rPr>
              <a:t>CDR</a:t>
            </a:r>
          </a:p>
          <a:p>
            <a:pPr marL="685922" lvl="1" indent="-307975"/>
            <a:r>
              <a:rPr lang="en-US" dirty="0">
                <a:latin typeface="Tahoma"/>
                <a:ea typeface="Tahoma"/>
                <a:cs typeface="Tahoma"/>
              </a:rPr>
              <a:t>5 to 7 AI-related submissions</a:t>
            </a:r>
          </a:p>
          <a:p>
            <a:pPr marL="685922" lvl="1"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685287" lvl="1" indent="-303530"/>
            <a:r>
              <a:rPr lang="en-US" dirty="0"/>
              <a:t>Erick, Steve, Alec to follow up with volunteers</a:t>
            </a:r>
          </a:p>
          <a:p>
            <a:pPr marL="685287" lvl="1" indent="-303530"/>
            <a:r>
              <a:rPr lang="en-US" dirty="0"/>
              <a:t>Target: end of </a:t>
            </a:r>
            <a:r>
              <a:rPr lang="en-US" strike="sngStrike" dirty="0"/>
              <a:t>May</a:t>
            </a:r>
            <a:r>
              <a:rPr lang="en-US" dirty="0"/>
              <a:t> June</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dirty="0"/>
              <a:t>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dirty="0"/>
              <a:t>Situation</a:t>
            </a:r>
          </a:p>
          <a:p>
            <a:pPr lvl="1"/>
            <a:r>
              <a:rPr lang="en-US" dirty="0"/>
              <a:t>In CWE 4.17, only 5 general CWEs are tagged as affecting AI/ML</a:t>
            </a:r>
          </a:p>
          <a:p>
            <a:pPr lvl="1"/>
            <a:r>
              <a:rPr lang="en-US" dirty="0"/>
              <a:t>Since AI/ML is software, it could be subject to nearly all 900+ weaknesses</a:t>
            </a:r>
          </a:p>
          <a:p>
            <a:r>
              <a:rPr lang="en-US" dirty="0"/>
              <a:t>Goal: determine other general CWEs that seem to appear frequently in AI/ML components</a:t>
            </a:r>
          </a:p>
          <a:p>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rPr>
              <a:t>LMStudio</a:t>
            </a:r>
            <a:r>
              <a:rPr lang="en-US" sz="1400" dirty="0">
                <a:solidFill>
                  <a:srgbClr val="FF0000"/>
                </a:solidFill>
              </a:rPr>
              <a:t>, </a:t>
            </a:r>
            <a:r>
              <a:rPr lang="en-US" sz="1400" dirty="0" err="1">
                <a:solidFill>
                  <a:srgbClr val="FF0000"/>
                </a:solidFill>
              </a:rPr>
              <a:t>OLlama</a:t>
            </a:r>
            <a:endParaRPr lang="en-US" sz="1400" dirty="0">
              <a:solidFill>
                <a:srgbClr val="FF0000"/>
              </a:solidFill>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t>Google Vertex AI is another, Amazon </a:t>
            </a:r>
            <a:r>
              <a:rPr lang="en-US" sz="1400" dirty="0" err="1"/>
              <a:t>Sagemaker</a:t>
            </a:r>
            <a:r>
              <a:rPr lang="en-US" sz="1400" dirty="0"/>
              <a:t>, and IBM Watson Studio</a:t>
            </a:r>
          </a:p>
          <a:p>
            <a:pPr lvl="1"/>
            <a:r>
              <a:rPr lang="en-US" sz="1400" dirty="0"/>
              <a:t>Kaggle, Microsoft </a:t>
            </a:r>
            <a:r>
              <a:rPr lang="en-US" sz="1400" dirty="0" err="1"/>
              <a:t>AutoML</a:t>
            </a:r>
            <a:r>
              <a:rPr lang="en-US" sz="1400" dirty="0"/>
              <a:t>, </a:t>
            </a:r>
            <a:r>
              <a:rPr lang="en-US" sz="1400" dirty="0" err="1"/>
              <a:t>LMStudio</a:t>
            </a:r>
            <a:r>
              <a:rPr lang="en-US" sz="1400" dirty="0"/>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t>HuggingFace</a:t>
            </a:r>
            <a:r>
              <a:rPr lang="en-US" sz="1400" dirty="0"/>
              <a:t> Transformer, KERAS, data-science-centric libraries like (Scikit-learn, </a:t>
            </a:r>
            <a:r>
              <a:rPr lang="en-US" sz="1400" dirty="0" err="1"/>
              <a:t>numpy</a:t>
            </a:r>
            <a:r>
              <a:rPr lang="en-US" sz="1400" dirty="0"/>
              <a:t>, </a:t>
            </a:r>
            <a:r>
              <a:rPr lang="en-US" sz="1400" dirty="0" err="1"/>
              <a:t>matplot</a:t>
            </a:r>
            <a:r>
              <a:rPr lang="en-US" sz="1400" dirty="0"/>
              <a:t> lib)</a:t>
            </a:r>
          </a:p>
          <a:p>
            <a:r>
              <a:rPr lang="en-US" sz="1400" dirty="0"/>
              <a:t>Frameworks</a:t>
            </a:r>
          </a:p>
          <a:p>
            <a:pPr lvl="1"/>
            <a:r>
              <a:rPr lang="en-US" sz="1400" dirty="0"/>
              <a:t>Rasa, </a:t>
            </a:r>
            <a:r>
              <a:rPr lang="en-US" sz="1400" dirty="0" err="1"/>
              <a:t>DialogFlowCX</a:t>
            </a:r>
            <a:r>
              <a:rPr lang="en-US" sz="1400" dirty="0"/>
              <a:t>, </a:t>
            </a:r>
            <a:r>
              <a:rPr lang="en-US" sz="1400" dirty="0" err="1"/>
              <a:t>LangChain</a:t>
            </a:r>
            <a:r>
              <a:rPr lang="en-US" sz="1400" dirty="0"/>
              <a:t> framework for agentic AI, </a:t>
            </a:r>
            <a:r>
              <a:rPr lang="en-US" sz="1400" dirty="0" err="1"/>
              <a:t>Onnx</a:t>
            </a:r>
            <a:r>
              <a:rPr lang="en-US" sz="1400" dirty="0"/>
              <a:t>, </a:t>
            </a:r>
            <a:r>
              <a:rPr lang="en-US" sz="1400" dirty="0" err="1"/>
              <a:t>DeepPavlov</a:t>
            </a:r>
            <a:r>
              <a:rPr lang="en-US" sz="1400" dirty="0"/>
              <a:t>, Vision models like YOLO</a:t>
            </a:r>
          </a:p>
          <a:p>
            <a:r>
              <a:rPr lang="en-US" sz="1400" dirty="0"/>
              <a:t>The models themselves (</a:t>
            </a:r>
            <a:r>
              <a:rPr lang="en-US" sz="1400" dirty="0" err="1"/>
              <a:t>LLama</a:t>
            </a:r>
            <a:r>
              <a:rPr lang="en-US" sz="1400" dirty="0"/>
              <a:t>, </a:t>
            </a:r>
            <a:r>
              <a:rPr lang="en-US" sz="1400" dirty="0" err="1"/>
              <a:t>Deepseek</a:t>
            </a:r>
            <a:r>
              <a:rPr lang="en-US" sz="1400" dirty="0"/>
              <a:t>, Claude, Mistral, GPT family, Gemini, Grok, Qwen).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4C6-101D-706E-ADE5-967031525A6A}"/>
              </a:ext>
            </a:extLst>
          </p:cNvPr>
          <p:cNvSpPr>
            <a:spLocks noGrp="1"/>
          </p:cNvSpPr>
          <p:nvPr>
            <p:ph type="title"/>
          </p:nvPr>
        </p:nvSpPr>
        <p:spPr/>
        <p:txBody>
          <a:bodyPr/>
          <a:lstStyle/>
          <a:p>
            <a:r>
              <a:rPr lang="en-US" dirty="0"/>
              <a:t>Initial Findings – Finding AI/ML Related CVEs</a:t>
            </a:r>
          </a:p>
        </p:txBody>
      </p:sp>
      <p:sp>
        <p:nvSpPr>
          <p:cNvPr id="3" name="Content Placeholder 2">
            <a:extLst>
              <a:ext uri="{FF2B5EF4-FFF2-40B4-BE49-F238E27FC236}">
                <a16:creationId xmlns:a16="http://schemas.microsoft.com/office/drawing/2014/main" id="{62F6D486-F5B9-4EB9-7D76-9D8DD439D4F3}"/>
              </a:ext>
            </a:extLst>
          </p:cNvPr>
          <p:cNvSpPr>
            <a:spLocks noGrp="1"/>
          </p:cNvSpPr>
          <p:nvPr>
            <p:ph idx="1"/>
          </p:nvPr>
        </p:nvSpPr>
        <p:spPr/>
        <p:txBody>
          <a:bodyPr/>
          <a:lstStyle/>
          <a:p>
            <a:r>
              <a:rPr lang="en-US" dirty="0"/>
              <a:t>Using “enriched” NVD data from June 1, 2024 to June 1, 2025</a:t>
            </a:r>
          </a:p>
          <a:p>
            <a:pPr lvl="1"/>
            <a:r>
              <a:rPr lang="en-US" dirty="0"/>
              <a:t>Just happened to be available</a:t>
            </a:r>
          </a:p>
          <a:p>
            <a:r>
              <a:rPr lang="en-US" dirty="0"/>
              <a:t>Keyword matches against listed products</a:t>
            </a:r>
          </a:p>
          <a:p>
            <a:pPr lvl="1"/>
            <a:r>
              <a:rPr lang="en-US" dirty="0"/>
              <a:t>Lots of false negatives due to spelling variations (“XY” vs. “X Y”)</a:t>
            </a:r>
          </a:p>
          <a:p>
            <a:pPr lvl="1"/>
            <a:r>
              <a:rPr lang="en-US" dirty="0"/>
              <a:t>Could attempt CPE data – which is likely incomplete</a:t>
            </a:r>
          </a:p>
          <a:p>
            <a:r>
              <a:rPr lang="en-US" dirty="0"/>
              <a:t>299 CVEs found (so far)</a:t>
            </a:r>
          </a:p>
          <a:p>
            <a:r>
              <a:rPr lang="en-US" dirty="0"/>
              <a:t>Various false positives</a:t>
            </a:r>
          </a:p>
          <a:p>
            <a:r>
              <a:rPr lang="en-US" dirty="0"/>
              <a:t>Incorrect CWE mappings</a:t>
            </a:r>
          </a:p>
          <a:p>
            <a:pPr lvl="1"/>
            <a:r>
              <a:rPr lang="en-US" dirty="0"/>
              <a:t>e.g., one CVE has CWE-20 (improper input validation) but is clearly for relative path traversal (CWE-23)</a:t>
            </a:r>
          </a:p>
          <a:p>
            <a:endParaRPr lang="en-US" dirty="0"/>
          </a:p>
        </p:txBody>
      </p:sp>
      <p:sp>
        <p:nvSpPr>
          <p:cNvPr id="4" name="Slide Number Placeholder 3">
            <a:extLst>
              <a:ext uri="{FF2B5EF4-FFF2-40B4-BE49-F238E27FC236}">
                <a16:creationId xmlns:a16="http://schemas.microsoft.com/office/drawing/2014/main" id="{DFEAB0F3-FD12-5B1E-5531-13F7B6EDDC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027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C55A-E333-2243-4E9E-3BAC951D3A5D}"/>
              </a:ext>
            </a:extLst>
          </p:cNvPr>
          <p:cNvSpPr>
            <a:spLocks noGrp="1"/>
          </p:cNvSpPr>
          <p:nvPr>
            <p:ph type="title"/>
          </p:nvPr>
        </p:nvSpPr>
        <p:spPr/>
        <p:txBody>
          <a:bodyPr/>
          <a:lstStyle/>
          <a:p>
            <a:r>
              <a:rPr lang="en-US" dirty="0"/>
              <a:t>Initial Findings – Most Common CWE Mappings</a:t>
            </a:r>
          </a:p>
        </p:txBody>
      </p:sp>
      <p:sp>
        <p:nvSpPr>
          <p:cNvPr id="3" name="Content Placeholder 2">
            <a:extLst>
              <a:ext uri="{FF2B5EF4-FFF2-40B4-BE49-F238E27FC236}">
                <a16:creationId xmlns:a16="http://schemas.microsoft.com/office/drawing/2014/main" id="{2CB2715F-530D-1C6A-4453-B5E535D82374}"/>
              </a:ext>
            </a:extLst>
          </p:cNvPr>
          <p:cNvSpPr>
            <a:spLocks noGrp="1"/>
          </p:cNvSpPr>
          <p:nvPr>
            <p:ph idx="1"/>
          </p:nvPr>
        </p:nvSpPr>
        <p:spPr>
          <a:xfrm>
            <a:off x="616449" y="1371601"/>
            <a:ext cx="5478329" cy="4794737"/>
          </a:xfrm>
        </p:spPr>
        <p:txBody>
          <a:bodyPr/>
          <a:lstStyle/>
          <a:p>
            <a:r>
              <a:rPr lang="en-US" sz="2000" dirty="0"/>
              <a:t>CWEs:</a:t>
            </a:r>
          </a:p>
          <a:p>
            <a:pPr lvl="1"/>
            <a:r>
              <a:rPr lang="en-US" sz="2000" dirty="0"/>
              <a:t>23 CWE-502 – untrusted deserialization</a:t>
            </a:r>
          </a:p>
          <a:p>
            <a:pPr lvl="1"/>
            <a:r>
              <a:rPr lang="en-US" sz="2000" dirty="0"/>
              <a:t>21 CWE-22 – path traversal</a:t>
            </a:r>
          </a:p>
          <a:p>
            <a:pPr lvl="1"/>
            <a:r>
              <a:rPr lang="en-US" sz="2000" dirty="0"/>
              <a:t>20 </a:t>
            </a:r>
            <a:r>
              <a:rPr lang="en-US" sz="2000" dirty="0">
                <a:solidFill>
                  <a:srgbClr val="FF0000"/>
                </a:solidFill>
              </a:rPr>
              <a:t>NVD-CWE-</a:t>
            </a:r>
            <a:r>
              <a:rPr lang="en-US" sz="2000" dirty="0" err="1">
                <a:solidFill>
                  <a:srgbClr val="FF0000"/>
                </a:solidFill>
              </a:rPr>
              <a:t>noinfo</a:t>
            </a:r>
            <a:endParaRPr lang="en-US" sz="2000" dirty="0">
              <a:solidFill>
                <a:srgbClr val="FF0000"/>
              </a:solidFill>
            </a:endParaRPr>
          </a:p>
          <a:p>
            <a:pPr lvl="1"/>
            <a:r>
              <a:rPr lang="en-US" sz="2000" dirty="0"/>
              <a:t>20 CWE-400 – high-level resource consumption</a:t>
            </a:r>
          </a:p>
          <a:p>
            <a:pPr lvl="1"/>
            <a:r>
              <a:rPr lang="en-US" sz="2000" dirty="0"/>
              <a:t>19 CWE-79 - XSS</a:t>
            </a:r>
          </a:p>
          <a:p>
            <a:pPr lvl="1"/>
            <a:r>
              <a:rPr lang="en-US" sz="2000" dirty="0"/>
              <a:t>18 CWE-918 - SSRF</a:t>
            </a:r>
          </a:p>
          <a:p>
            <a:pPr lvl="1"/>
            <a:r>
              <a:rPr lang="en-US" sz="2000" dirty="0"/>
              <a:t>15 CWE-94 – code injection</a:t>
            </a:r>
          </a:p>
          <a:p>
            <a:pPr lvl="1"/>
            <a:r>
              <a:rPr lang="en-US" sz="2000" dirty="0"/>
              <a:t>11 CWE-284 – access control</a:t>
            </a:r>
          </a:p>
          <a:p>
            <a:endParaRPr lang="en-US" sz="2000" dirty="0"/>
          </a:p>
        </p:txBody>
      </p:sp>
      <p:sp>
        <p:nvSpPr>
          <p:cNvPr id="4" name="Slide Number Placeholder 3">
            <a:extLst>
              <a:ext uri="{FF2B5EF4-FFF2-40B4-BE49-F238E27FC236}">
                <a16:creationId xmlns:a16="http://schemas.microsoft.com/office/drawing/2014/main" id="{3690E29C-8636-26CC-4467-0813BFDE5B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Content Placeholder 2">
            <a:extLst>
              <a:ext uri="{FF2B5EF4-FFF2-40B4-BE49-F238E27FC236}">
                <a16:creationId xmlns:a16="http://schemas.microsoft.com/office/drawing/2014/main" id="{A579C1F4-F10C-0D13-69C5-B750E6EF16C9}"/>
              </a:ext>
            </a:extLst>
          </p:cNvPr>
          <p:cNvSpPr txBox="1">
            <a:spLocks/>
          </p:cNvSpPr>
          <p:nvPr/>
        </p:nvSpPr>
        <p:spPr>
          <a:xfrm>
            <a:off x="6000251" y="1473201"/>
            <a:ext cx="5575300"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CWEs:</a:t>
            </a:r>
          </a:p>
          <a:p>
            <a:pPr lvl="1"/>
            <a:r>
              <a:rPr lang="en-US" sz="2000" dirty="0"/>
              <a:t>9 CWE-89 - SQLi</a:t>
            </a:r>
          </a:p>
          <a:p>
            <a:pPr lvl="1"/>
            <a:r>
              <a:rPr lang="en-US" sz="2000" dirty="0"/>
              <a:t>9 CWE-352 - CSRF</a:t>
            </a:r>
          </a:p>
          <a:p>
            <a:pPr lvl="1"/>
            <a:r>
              <a:rPr lang="en-US" sz="2000" dirty="0"/>
              <a:t>9 CWE-20 – input validation</a:t>
            </a:r>
          </a:p>
          <a:p>
            <a:pPr lvl="1"/>
            <a:r>
              <a:rPr lang="en-US" sz="2000" dirty="0"/>
              <a:t>9 CWE-119 – high-level buffer overflows</a:t>
            </a:r>
          </a:p>
          <a:p>
            <a:pPr lvl="1"/>
            <a:r>
              <a:rPr lang="en-US" sz="2000" dirty="0"/>
              <a:t>8 CWE-77 – command injection</a:t>
            </a:r>
          </a:p>
          <a:p>
            <a:pPr lvl="1"/>
            <a:r>
              <a:rPr lang="en-US" sz="2000" dirty="0"/>
              <a:t>7 CWE-78 – OS command injection</a:t>
            </a:r>
          </a:p>
          <a:p>
            <a:pPr lvl="1"/>
            <a:r>
              <a:rPr lang="en-US" sz="2000" dirty="0"/>
              <a:t>7 CWE-434 – untrusted file upload</a:t>
            </a:r>
          </a:p>
          <a:p>
            <a:endParaRPr lang="en-US" sz="2000" dirty="0"/>
          </a:p>
        </p:txBody>
      </p:sp>
    </p:spTree>
    <p:extLst>
      <p:ext uri="{BB962C8B-B14F-4D97-AF65-F5344CB8AC3E}">
        <p14:creationId xmlns:p14="http://schemas.microsoft.com/office/powerpoint/2010/main" val="158377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F339-D82E-44B4-0D51-3A4CC1FF029A}"/>
              </a:ext>
            </a:extLst>
          </p:cNvPr>
          <p:cNvSpPr>
            <a:spLocks noGrp="1"/>
          </p:cNvSpPr>
          <p:nvPr>
            <p:ph type="title"/>
          </p:nvPr>
        </p:nvSpPr>
        <p:spPr/>
        <p:txBody>
          <a:bodyPr/>
          <a:lstStyle/>
          <a:p>
            <a:r>
              <a:rPr lang="en-US" dirty="0"/>
              <a:t>Selecting an Observed Example (</a:t>
            </a:r>
            <a:r>
              <a:rPr lang="en-US" dirty="0" err="1"/>
              <a:t>obex</a:t>
            </a:r>
            <a:r>
              <a:rPr lang="en-US" dirty="0"/>
              <a:t>)</a:t>
            </a:r>
          </a:p>
        </p:txBody>
      </p:sp>
      <p:sp>
        <p:nvSpPr>
          <p:cNvPr id="3" name="Content Placeholder 2">
            <a:extLst>
              <a:ext uri="{FF2B5EF4-FFF2-40B4-BE49-F238E27FC236}">
                <a16:creationId xmlns:a16="http://schemas.microsoft.com/office/drawing/2014/main" id="{804254B7-80EC-9B3C-89B4-185759EF5317}"/>
              </a:ext>
            </a:extLst>
          </p:cNvPr>
          <p:cNvSpPr>
            <a:spLocks noGrp="1"/>
          </p:cNvSpPr>
          <p:nvPr>
            <p:ph idx="1"/>
          </p:nvPr>
        </p:nvSpPr>
        <p:spPr/>
        <p:txBody>
          <a:bodyPr/>
          <a:lstStyle/>
          <a:p>
            <a:r>
              <a:rPr lang="en-US" dirty="0"/>
              <a:t>Goal: easily understandable to the CWE user</a:t>
            </a:r>
          </a:p>
          <a:p>
            <a:r>
              <a:rPr lang="en-US" dirty="0"/>
              <a:t>CVE’s description and/or references should clearly identify the weakness</a:t>
            </a:r>
          </a:p>
          <a:p>
            <a:r>
              <a:rPr lang="en-US" dirty="0"/>
              <a:t>Strong preference: technical details available</a:t>
            </a:r>
          </a:p>
          <a:p>
            <a:r>
              <a:rPr lang="en-US" dirty="0"/>
              <a:t>Easily understandable?</a:t>
            </a:r>
          </a:p>
          <a:p>
            <a:pPr lvl="1"/>
            <a:r>
              <a:rPr lang="en-US" dirty="0"/>
              <a:t>Avoid deep nuances or complicated attack scenarios</a:t>
            </a:r>
          </a:p>
          <a:p>
            <a:endParaRPr lang="en-US" dirty="0"/>
          </a:p>
          <a:p>
            <a:r>
              <a:rPr lang="en-US" dirty="0"/>
              <a:t>(groups of </a:t>
            </a:r>
            <a:r>
              <a:rPr lang="en-US" dirty="0" err="1"/>
              <a:t>obex</a:t>
            </a:r>
            <a:r>
              <a:rPr lang="en-US" dirty="0"/>
              <a:t> within a CWE)</a:t>
            </a:r>
          </a:p>
          <a:p>
            <a:r>
              <a:rPr lang="en-US" dirty="0"/>
              <a:t>Diversity of product types represented, variations on the weakness, maybe attack surface</a:t>
            </a:r>
          </a:p>
          <a:p>
            <a:endParaRPr lang="en-US" dirty="0"/>
          </a:p>
          <a:p>
            <a:endParaRPr lang="en-US" dirty="0"/>
          </a:p>
        </p:txBody>
      </p:sp>
      <p:sp>
        <p:nvSpPr>
          <p:cNvPr id="4" name="Slide Number Placeholder 3">
            <a:extLst>
              <a:ext uri="{FF2B5EF4-FFF2-40B4-BE49-F238E27FC236}">
                <a16:creationId xmlns:a16="http://schemas.microsoft.com/office/drawing/2014/main" id="{747DFCB5-7443-1A4B-BA6E-16862AED15A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1800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http://schemas.microsoft.com/office/2006/metadata/properties"/>
    <ds:schemaRef ds:uri="http://purl.org/dc/elements/1.1/"/>
    <ds:schemaRef ds:uri="http://schemas.microsoft.com/office/infopath/2007/PartnerControls"/>
    <ds:schemaRef ds:uri="http://www.w3.org/XML/1998/namespace"/>
    <ds:schemaRef ds:uri="http://purl.org/dc/dcmitype/"/>
    <ds:schemaRef ds:uri="http://purl.org/dc/terms/"/>
    <ds:schemaRef ds:uri="http://schemas.openxmlformats.org/package/2006/metadata/core-properties"/>
    <ds:schemaRef ds:uri="http://schemas.microsoft.com/office/2006/documentManagement/types"/>
    <ds:schemaRef ds:uri="b5a44311-ed64-4a72-909f-c9dc6973bde2"/>
    <ds:schemaRef ds:uri="f3e578be-7961-41e8-91c9-b742ecb60a74"/>
    <ds:schemaRef ds:uri="aff8eeb6-53bf-44bf-a224-fac977cd228b"/>
  </ds:schemaRefs>
</ds:datastoreItem>
</file>

<file path=customXml/itemProps2.xml><?xml version="1.0" encoding="utf-8"?>
<ds:datastoreItem xmlns:ds="http://schemas.openxmlformats.org/officeDocument/2006/customXml" ds:itemID="{D332A648-C93F-4615-BA66-7A6B40EFC8FD}"/>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320</TotalTime>
  <Words>4999</Words>
  <Application>Microsoft Office PowerPoint</Application>
  <PresentationFormat>Widescreen</PresentationFormat>
  <Paragraphs>585</Paragraphs>
  <Slides>57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Subgroups </vt:lpstr>
      <vt:lpstr>Identifying Observed / Demonstrative Examples for “General” CWEs</vt:lpstr>
      <vt:lpstr>Basic Process</vt:lpstr>
      <vt:lpstr>Initial Investigation – from May</vt:lpstr>
      <vt:lpstr>“Classes” of AI/ML Products</vt:lpstr>
      <vt:lpstr>“Classes” of AI/ML Products (2)</vt:lpstr>
      <vt:lpstr>CVE-Driven Analysis</vt:lpstr>
      <vt:lpstr>Initial Findings – Finding AI/ML Related CVEs</vt:lpstr>
      <vt:lpstr>Initial Findings – Most Common CWE Mappings</vt:lpstr>
      <vt:lpstr>Selecting an Observed Example (obex)</vt:lpstr>
      <vt:lpstr>Anecdotal Observations of Common Weaknesses</vt:lpstr>
      <vt:lpstr>Demonstrative Examples</vt:lpstr>
      <vt:lpstr>Demonstrative example - 1</vt:lpstr>
      <vt:lpstr>Collaboration on Data Gathering</vt:lpstr>
      <vt:lpstr>Next Steps</vt:lpstr>
      <vt:lpstr>Other / Older Slides</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2025-08-29T16:11:51Z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