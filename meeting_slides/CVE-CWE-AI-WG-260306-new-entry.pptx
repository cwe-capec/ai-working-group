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2"/>
  </p:notesMasterIdLst>
  <p:handoutMasterIdLst>
    <p:handoutMasterId r:id="rId93"/>
  </p:handoutMasterIdLst>
  <p:sldIdLst>
    <p:sldId id="459" r:id="rId5"/>
    <p:sldId id="475" r:id="rId6"/>
    <p:sldId id="514" r:id="rId7"/>
    <p:sldId id="533" r:id="rId8"/>
    <p:sldId id="597" r:id="rId9"/>
    <p:sldId id="603" r:id="rId10"/>
    <p:sldId id="615" r:id="rId11"/>
    <p:sldId id="539" r:id="rId12"/>
    <p:sldId id="614" r:id="rId13"/>
    <p:sldId id="608" r:id="rId14"/>
    <p:sldId id="613" r:id="rId15"/>
    <p:sldId id="612" r:id="rId16"/>
    <p:sldId id="599" r:id="rId17"/>
    <p:sldId id="600" r:id="rId18"/>
    <p:sldId id="610" r:id="rId19"/>
    <p:sldId id="611" r:id="rId20"/>
    <p:sldId id="623" r:id="rId21"/>
    <p:sldId id="624" r:id="rId22"/>
    <p:sldId id="616" r:id="rId23"/>
    <p:sldId id="617" r:id="rId24"/>
    <p:sldId id="618" r:id="rId25"/>
    <p:sldId id="619" r:id="rId26"/>
    <p:sldId id="621" r:id="rId27"/>
    <p:sldId id="622" r:id="rId28"/>
    <p:sldId id="620" r:id="rId29"/>
    <p:sldId id="604" r:id="rId30"/>
    <p:sldId id="541" r:id="rId31"/>
    <p:sldId id="607" r:id="rId32"/>
    <p:sldId id="592" r:id="rId33"/>
    <p:sldId id="602" r:id="rId34"/>
    <p:sldId id="543" r:id="rId35"/>
    <p:sldId id="609" r:id="rId36"/>
    <p:sldId id="606" r:id="rId37"/>
    <p:sldId id="605" r:id="rId38"/>
    <p:sldId id="547" r:id="rId39"/>
    <p:sldId id="598" r:id="rId40"/>
    <p:sldId id="601" r:id="rId41"/>
    <p:sldId id="583" r:id="rId42"/>
    <p:sldId id="585" r:id="rId43"/>
    <p:sldId id="594" r:id="rId44"/>
    <p:sldId id="595" r:id="rId45"/>
    <p:sldId id="495" r:id="rId46"/>
    <p:sldId id="591" r:id="rId47"/>
    <p:sldId id="587" r:id="rId48"/>
    <p:sldId id="590" r:id="rId49"/>
    <p:sldId id="588" r:id="rId50"/>
    <p:sldId id="593" r:id="rId51"/>
    <p:sldId id="589" r:id="rId52"/>
    <p:sldId id="493" r:id="rId53"/>
    <p:sldId id="488" r:id="rId54"/>
    <p:sldId id="496" r:id="rId55"/>
    <p:sldId id="586" r:id="rId56"/>
    <p:sldId id="505" r:id="rId57"/>
    <p:sldId id="494" r:id="rId58"/>
    <p:sldId id="497" r:id="rId59"/>
    <p:sldId id="560" r:id="rId60"/>
    <p:sldId id="552" r:id="rId61"/>
    <p:sldId id="575" r:id="rId62"/>
    <p:sldId id="502" r:id="rId63"/>
    <p:sldId id="501" r:id="rId64"/>
    <p:sldId id="576" r:id="rId65"/>
    <p:sldId id="503" r:id="rId66"/>
    <p:sldId id="504" r:id="rId67"/>
    <p:sldId id="548" r:id="rId68"/>
    <p:sldId id="542" r:id="rId69"/>
    <p:sldId id="581" r:id="rId70"/>
    <p:sldId id="582" r:id="rId71"/>
    <p:sldId id="579" r:id="rId72"/>
    <p:sldId id="580" r:id="rId73"/>
    <p:sldId id="584" r:id="rId74"/>
    <p:sldId id="554" r:id="rId75"/>
    <p:sldId id="561" r:id="rId76"/>
    <p:sldId id="562" r:id="rId77"/>
    <p:sldId id="563" r:id="rId78"/>
    <p:sldId id="564" r:id="rId79"/>
    <p:sldId id="565" r:id="rId80"/>
    <p:sldId id="566" r:id="rId81"/>
    <p:sldId id="567" r:id="rId82"/>
    <p:sldId id="568" r:id="rId83"/>
    <p:sldId id="569" r:id="rId84"/>
    <p:sldId id="570" r:id="rId85"/>
    <p:sldId id="571" r:id="rId86"/>
    <p:sldId id="572" r:id="rId87"/>
    <p:sldId id="573" r:id="rId88"/>
    <p:sldId id="574" r:id="rId89"/>
    <p:sldId id="545" r:id="rId90"/>
    <p:sldId id="534"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6058E-C529-48A8-9C77-7262490F7DDC}" v="8" dt="2026-03-06T16:53:19.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456"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handoutMaster" Target="handoutMasters/handout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3-06T16:56:05.430" v="4948" actId="313"/>
      <pc:docMkLst>
        <pc:docMk/>
      </pc:docMkLst>
      <pc:sldChg chg="modSp mod">
        <pc:chgData name="Steven M Christey" userId="f24da668-4c1f-41c0-850e-113e2bdf78cf" providerId="ADAL" clId="{4664C2C3-D7E1-4188-BB25-E34F4B7B5B59}" dt="2026-03-06T15:57:11.507" v="3559" actId="20577"/>
        <pc:sldMkLst>
          <pc:docMk/>
          <pc:sldMk cId="1454278300" sldId="459"/>
        </pc:sldMkLst>
        <pc:spChg chg="mod">
          <ac:chgData name="Steven M Christey" userId="f24da668-4c1f-41c0-850e-113e2bdf78cf" providerId="ADAL" clId="{4664C2C3-D7E1-4188-BB25-E34F4B7B5B59}" dt="2026-03-06T15:57:11.507" v="3559"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3-06T15:57:24.253" v="3562" actId="20577"/>
        <pc:sldMkLst>
          <pc:docMk/>
          <pc:sldMk cId="915149386" sldId="514"/>
        </pc:sldMkLst>
        <pc:spChg chg="mod">
          <ac:chgData name="Steven M Christey" userId="f24da668-4c1f-41c0-850e-113e2bdf78cf" providerId="ADAL" clId="{4664C2C3-D7E1-4188-BB25-E34F4B7B5B59}" dt="2026-03-06T15:57:24.253" v="3562" actId="20577"/>
          <ac:spMkLst>
            <pc:docMk/>
            <pc:sldMk cId="915149386" sldId="514"/>
            <ac:spMk id="3" creationId="{D4348C02-DFCE-A2E4-D523-D69A254A7D49}"/>
          </ac:spMkLst>
        </pc:spChg>
      </pc:sldChg>
      <pc:sldChg chg="addSp delSp modSp mod ord">
        <pc:chgData name="Steven M Christey" userId="f24da668-4c1f-41c0-850e-113e2bdf78cf" providerId="ADAL" clId="{4664C2C3-D7E1-4188-BB25-E34F4B7B5B59}" dt="2026-03-06T16:01:01.477" v="3783"/>
        <pc:sldMkLst>
          <pc:docMk/>
          <pc:sldMk cId="2266223281" sldId="539"/>
        </pc:sldMkLst>
        <pc:spChg chg="mod">
          <ac:chgData name="Steven M Christey" userId="f24da668-4c1f-41c0-850e-113e2bdf78cf" providerId="ADAL" clId="{4664C2C3-D7E1-4188-BB25-E34F4B7B5B59}" dt="2026-03-06T15:59:21.244" v="3770" actId="20577"/>
          <ac:spMkLst>
            <pc:docMk/>
            <pc:sldMk cId="2266223281" sldId="539"/>
            <ac:spMk id="2" creationId="{994EE636-A57B-BB7C-C698-DCB6F2A7B071}"/>
          </ac:spMkLst>
        </pc:spChg>
        <pc:spChg chg="mod">
          <ac:chgData name="Steven M Christey" userId="f24da668-4c1f-41c0-850e-113e2bdf78cf" providerId="ADAL" clId="{4664C2C3-D7E1-4188-BB25-E34F4B7B5B59}" dt="2026-03-06T15:59:50.379" v="3779" actId="404"/>
          <ac:spMkLst>
            <pc:docMk/>
            <pc:sldMk cId="2266223281" sldId="539"/>
            <ac:spMk id="3" creationId="{9915B450-3AB3-4605-EAE8-C84785DE6064}"/>
          </ac:spMkLst>
        </pc:spChg>
      </pc:sldChg>
      <pc:sldChg chg="modSp mod ord">
        <pc:chgData name="Steven M Christey" userId="f24da668-4c1f-41c0-850e-113e2bdf78cf" providerId="ADAL" clId="{4664C2C3-D7E1-4188-BB25-E34F4B7B5B59}" dt="2026-03-06T16:30:19.741" v="3951" actId="20577"/>
        <pc:sldMkLst>
          <pc:docMk/>
          <pc:sldMk cId="42561453" sldId="599"/>
        </pc:sldMkLst>
        <pc:spChg chg="mod">
          <ac:chgData name="Steven M Christey" userId="f24da668-4c1f-41c0-850e-113e2bdf78cf" providerId="ADAL" clId="{4664C2C3-D7E1-4188-BB25-E34F4B7B5B59}" dt="2026-03-06T16:30:19.741" v="3951" actId="20577"/>
          <ac:spMkLst>
            <pc:docMk/>
            <pc:sldMk cId="42561453" sldId="599"/>
            <ac:spMk id="3" creationId="{DB6A4387-1FE7-CE01-5DE8-DF9417BCDCEC}"/>
          </ac:spMkLst>
        </pc:spChg>
      </pc:sldChg>
      <pc:sldChg chg="ord">
        <pc:chgData name="Steven M Christey" userId="f24da668-4c1f-41c0-850e-113e2bdf78cf" providerId="ADAL" clId="{4664C2C3-D7E1-4188-BB25-E34F4B7B5B59}" dt="2026-03-06T16:00:48.661" v="3781"/>
        <pc:sldMkLst>
          <pc:docMk/>
          <pc:sldMk cId="3562739870" sldId="600"/>
        </pc:sldMkLst>
      </pc:sldChg>
      <pc:sldChg chg="ord">
        <pc:chgData name="Steven M Christey" userId="f24da668-4c1f-41c0-850e-113e2bdf78cf" providerId="ADAL" clId="{4664C2C3-D7E1-4188-BB25-E34F4B7B5B59}" dt="2026-03-06T16:00:48.661" v="3781"/>
        <pc:sldMkLst>
          <pc:docMk/>
          <pc:sldMk cId="3971448443" sldId="608"/>
        </pc:sldMkLst>
      </pc:sldChg>
      <pc:sldChg chg="ord">
        <pc:chgData name="Steven M Christey" userId="f24da668-4c1f-41c0-850e-113e2bdf78cf" providerId="ADAL" clId="{4664C2C3-D7E1-4188-BB25-E34F4B7B5B59}" dt="2026-03-06T16:00:48.661" v="3781"/>
        <pc:sldMkLst>
          <pc:docMk/>
          <pc:sldMk cId="1435800928" sldId="610"/>
        </pc:sldMkLst>
      </pc:sldChg>
      <pc:sldChg chg="modSp mod ord">
        <pc:chgData name="Steven M Christey" userId="f24da668-4c1f-41c0-850e-113e2bdf78cf" providerId="ADAL" clId="{4664C2C3-D7E1-4188-BB25-E34F4B7B5B59}" dt="2026-03-06T16:56:05.430" v="4948" actId="313"/>
        <pc:sldMkLst>
          <pc:docMk/>
          <pc:sldMk cId="2232589233" sldId="611"/>
        </pc:sldMkLst>
        <pc:spChg chg="mod">
          <ac:chgData name="Steven M Christey" userId="f24da668-4c1f-41c0-850e-113e2bdf78cf" providerId="ADAL" clId="{4664C2C3-D7E1-4188-BB25-E34F4B7B5B59}" dt="2026-03-06T16:04:20.781" v="3788" actId="20577"/>
          <ac:spMkLst>
            <pc:docMk/>
            <pc:sldMk cId="2232589233" sldId="611"/>
            <ac:spMk id="2" creationId="{7D46952F-3DCB-A491-27A2-BA082A30CB73}"/>
          </ac:spMkLst>
        </pc:spChg>
        <pc:spChg chg="mod">
          <ac:chgData name="Steven M Christey" userId="f24da668-4c1f-41c0-850e-113e2bdf78cf" providerId="ADAL" clId="{4664C2C3-D7E1-4188-BB25-E34F4B7B5B59}" dt="2026-03-06T16:56:05.430" v="4948" actId="313"/>
          <ac:spMkLst>
            <pc:docMk/>
            <pc:sldMk cId="2232589233" sldId="611"/>
            <ac:spMk id="3" creationId="{E06AD1FA-B184-0F18-65C4-6B9A3CC400F5}"/>
          </ac:spMkLst>
        </pc:spChg>
      </pc:sldChg>
      <pc:sldChg chg="ord">
        <pc:chgData name="Steven M Christey" userId="f24da668-4c1f-41c0-850e-113e2bdf78cf" providerId="ADAL" clId="{4664C2C3-D7E1-4188-BB25-E34F4B7B5B59}" dt="2026-03-06T16:00:48.661" v="3781"/>
        <pc:sldMkLst>
          <pc:docMk/>
          <pc:sldMk cId="2862807609" sldId="612"/>
        </pc:sldMkLst>
      </pc:sldChg>
      <pc:sldChg chg="modSp mod ord">
        <pc:chgData name="Steven M Christey" userId="f24da668-4c1f-41c0-850e-113e2bdf78cf" providerId="ADAL" clId="{4664C2C3-D7E1-4188-BB25-E34F4B7B5B59}" dt="2026-03-06T16:19:35.674" v="3927" actId="404"/>
        <pc:sldMkLst>
          <pc:docMk/>
          <pc:sldMk cId="2921644747" sldId="613"/>
        </pc:sldMkLst>
        <pc:spChg chg="mod">
          <ac:chgData name="Steven M Christey" userId="f24da668-4c1f-41c0-850e-113e2bdf78cf" providerId="ADAL" clId="{4664C2C3-D7E1-4188-BB25-E34F4B7B5B59}" dt="2026-03-06T16:19:35.674" v="3927" actId="404"/>
          <ac:spMkLst>
            <pc:docMk/>
            <pc:sldMk cId="2921644747" sldId="613"/>
            <ac:spMk id="3" creationId="{39D83D17-2924-EBE1-3D7B-0EE1507FC32C}"/>
          </ac:spMkLst>
        </pc:spChg>
      </pc:sldChg>
      <pc:sldChg chg="ord">
        <pc:chgData name="Steven M Christey" userId="f24da668-4c1f-41c0-850e-113e2bdf78cf" providerId="ADAL" clId="{4664C2C3-D7E1-4188-BB25-E34F4B7B5B59}" dt="2026-03-06T16:01:01.477" v="3783"/>
        <pc:sldMkLst>
          <pc:docMk/>
          <pc:sldMk cId="3560642492" sldId="614"/>
        </pc:sldMkLst>
      </pc:sldChg>
      <pc:sldChg chg="modSp add mod ord">
        <pc:chgData name="Steven M Christey" userId="f24da668-4c1f-41c0-850e-113e2bdf78cf" providerId="ADAL" clId="{4664C2C3-D7E1-4188-BB25-E34F4B7B5B59}" dt="2026-03-06T15:59:08.107" v="3761" actId="21"/>
        <pc:sldMkLst>
          <pc:docMk/>
          <pc:sldMk cId="4176654479" sldId="615"/>
        </pc:sldMkLst>
        <pc:spChg chg="mod">
          <ac:chgData name="Steven M Christey" userId="f24da668-4c1f-41c0-850e-113e2bdf78cf" providerId="ADAL" clId="{4664C2C3-D7E1-4188-BB25-E34F4B7B5B59}" dt="2026-03-06T15:58:57.667" v="3760" actId="20577"/>
          <ac:spMkLst>
            <pc:docMk/>
            <pc:sldMk cId="4176654479" sldId="615"/>
            <ac:spMk id="2" creationId="{7C22CDFF-65A5-78A3-804C-066E8416C6AF}"/>
          </ac:spMkLst>
        </pc:spChg>
        <pc:spChg chg="mod">
          <ac:chgData name="Steven M Christey" userId="f24da668-4c1f-41c0-850e-113e2bdf78cf" providerId="ADAL" clId="{4664C2C3-D7E1-4188-BB25-E34F4B7B5B59}" dt="2026-03-06T15:59:08.107" v="3761" actId="21"/>
          <ac:spMkLst>
            <pc:docMk/>
            <pc:sldMk cId="4176654479" sldId="615"/>
            <ac:spMk id="3" creationId="{3177290A-316A-66A6-24AA-55907FD36981}"/>
          </ac:spMkLst>
        </pc:spChg>
      </pc:sldChg>
      <pc:sldChg chg="modSp add mod">
        <pc:chgData name="Steven M Christey" userId="f24da668-4c1f-41c0-850e-113e2bdf78cf" providerId="ADAL" clId="{4664C2C3-D7E1-4188-BB25-E34F4B7B5B59}" dt="2026-02-06T15:50:38.457" v="3064"/>
        <pc:sldMkLst>
          <pc:docMk/>
          <pc:sldMk cId="3852864634" sldId="616"/>
        </pc:sldMkLst>
        <pc:spChg chg="mod">
          <ac:chgData name="Steven M Christey" userId="f24da668-4c1f-41c0-850e-113e2bdf78cf" providerId="ADAL" clId="{4664C2C3-D7E1-4188-BB25-E34F4B7B5B59}" dt="2026-02-06T15:50:38.457" v="3064"/>
          <ac:spMkLst>
            <pc:docMk/>
            <pc:sldMk cId="3852864634" sldId="616"/>
            <ac:spMk id="2" creationId="{BD6DFF55-48CB-DC9D-652B-2BE6DA0C2242}"/>
          </ac:spMkLst>
        </pc:spChg>
      </pc:sldChg>
      <pc:sldChg chg="modSp new mod">
        <pc:chgData name="Steven M Christey" userId="f24da668-4c1f-41c0-850e-113e2bdf78cf" providerId="ADAL" clId="{4664C2C3-D7E1-4188-BB25-E34F4B7B5B59}" dt="2026-02-06T15:59:03.727" v="3365" actId="20577"/>
        <pc:sldMkLst>
          <pc:docMk/>
          <pc:sldMk cId="3640325005" sldId="617"/>
        </pc:sldMkLst>
        <pc:spChg chg="mod">
          <ac:chgData name="Steven M Christey" userId="f24da668-4c1f-41c0-850e-113e2bdf78cf" providerId="ADAL" clId="{4664C2C3-D7E1-4188-BB25-E34F4B7B5B59}" dt="2026-02-06T15:52:28.733" v="3131" actId="20577"/>
          <ac:spMkLst>
            <pc:docMk/>
            <pc:sldMk cId="3640325005" sldId="617"/>
            <ac:spMk id="2" creationId="{90C96A76-947B-D15B-1888-F5E0559458AB}"/>
          </ac:spMkLst>
        </pc:spChg>
        <pc:spChg chg="mod">
          <ac:chgData name="Steven M Christey" userId="f24da668-4c1f-41c0-850e-113e2bdf78cf" providerId="ADAL" clId="{4664C2C3-D7E1-4188-BB25-E34F4B7B5B59}" dt="2026-02-06T15:59:03.727" v="3365" actId="20577"/>
          <ac:spMkLst>
            <pc:docMk/>
            <pc:sldMk cId="3640325005" sldId="617"/>
            <ac:spMk id="3" creationId="{2CA34114-7877-064E-C4FE-02FAA389093D}"/>
          </ac:spMkLst>
        </pc:spChg>
      </pc:sldChg>
      <pc:sldChg chg="modSp add mod">
        <pc:chgData name="Steven M Christey" userId="f24da668-4c1f-41c0-850e-113e2bdf78cf" providerId="ADAL" clId="{4664C2C3-D7E1-4188-BB25-E34F4B7B5B59}" dt="2026-02-06T16:03:26.225" v="3469"/>
        <pc:sldMkLst>
          <pc:docMk/>
          <pc:sldMk cId="868195993" sldId="618"/>
        </pc:sldMkLst>
        <pc:spChg chg="mod">
          <ac:chgData name="Steven M Christey" userId="f24da668-4c1f-41c0-850e-113e2bdf78cf" providerId="ADAL" clId="{4664C2C3-D7E1-4188-BB25-E34F4B7B5B59}" dt="2026-02-06T16:03:26.225" v="3469"/>
          <ac:spMkLst>
            <pc:docMk/>
            <pc:sldMk cId="868195993" sldId="618"/>
            <ac:spMk id="2" creationId="{8AABD3B7-0ABD-F98A-5CF9-13E935B0418C}"/>
          </ac:spMkLst>
        </pc:spChg>
      </pc:sldChg>
      <pc:sldChg chg="modSp add mod">
        <pc:chgData name="Steven M Christey" userId="f24da668-4c1f-41c0-850e-113e2bdf78cf" providerId="ADAL" clId="{4664C2C3-D7E1-4188-BB25-E34F4B7B5B59}" dt="2026-02-06T16:03:15.346" v="3468" actId="404"/>
        <pc:sldMkLst>
          <pc:docMk/>
          <pc:sldMk cId="325008625" sldId="619"/>
        </pc:sldMkLst>
        <pc:spChg chg="mod">
          <ac:chgData name="Steven M Christey" userId="f24da668-4c1f-41c0-850e-113e2bdf78cf" providerId="ADAL" clId="{4664C2C3-D7E1-4188-BB25-E34F4B7B5B59}" dt="2026-02-06T16:03:15.346" v="3468" actId="404"/>
          <ac:spMkLst>
            <pc:docMk/>
            <pc:sldMk cId="325008625" sldId="619"/>
            <ac:spMk id="2" creationId="{DE7C6264-7D40-69A7-DCD3-C71C59EA45C3}"/>
          </ac:spMkLst>
        </pc:spChg>
        <pc:spChg chg="mod">
          <ac:chgData name="Steven M Christey" userId="f24da668-4c1f-41c0-850e-113e2bdf78cf" providerId="ADAL" clId="{4664C2C3-D7E1-4188-BB25-E34F4B7B5B59}" dt="2026-02-06T16:01:17.339" v="3423" actId="20577"/>
          <ac:spMkLst>
            <pc:docMk/>
            <pc:sldMk cId="325008625" sldId="619"/>
            <ac:spMk id="3" creationId="{4785CA13-91AF-86F1-ADE1-60543ED16AFF}"/>
          </ac:spMkLst>
        </pc:spChg>
      </pc:sldChg>
      <pc:sldChg chg="modSp new mod">
        <pc:chgData name="Steven M Christey" userId="f24da668-4c1f-41c0-850e-113e2bdf78cf" providerId="ADAL" clId="{4664C2C3-D7E1-4188-BB25-E34F4B7B5B59}" dt="2026-02-06T16:04:22.728" v="3487" actId="20577"/>
        <pc:sldMkLst>
          <pc:docMk/>
          <pc:sldMk cId="3957798756" sldId="620"/>
        </pc:sldMkLst>
        <pc:spChg chg="mod">
          <ac:chgData name="Steven M Christey" userId="f24da668-4c1f-41c0-850e-113e2bdf78cf" providerId="ADAL" clId="{4664C2C3-D7E1-4188-BB25-E34F4B7B5B59}" dt="2026-02-06T16:04:22.728" v="3487" actId="20577"/>
          <ac:spMkLst>
            <pc:docMk/>
            <pc:sldMk cId="3957798756" sldId="620"/>
            <ac:spMk id="2" creationId="{1720600C-F910-06DD-F4C4-3CAE52999443}"/>
          </ac:spMkLst>
        </pc:spChg>
      </pc:sldChg>
      <pc:sldChg chg="modSp add">
        <pc:chgData name="Steven M Christey" userId="f24da668-4c1f-41c0-850e-113e2bdf78cf" providerId="ADAL" clId="{4664C2C3-D7E1-4188-BB25-E34F4B7B5B59}" dt="2026-02-06T16:06:32.756" v="3491"/>
        <pc:sldMkLst>
          <pc:docMk/>
          <pc:sldMk cId="3830807790" sldId="621"/>
        </pc:sldMkLst>
        <pc:spChg chg="mod">
          <ac:chgData name="Steven M Christey" userId="f24da668-4c1f-41c0-850e-113e2bdf78cf" providerId="ADAL" clId="{4664C2C3-D7E1-4188-BB25-E34F4B7B5B59}" dt="2026-02-06T16:06:32.756" v="3491"/>
          <ac:spMkLst>
            <pc:docMk/>
            <pc:sldMk cId="3830807790" sldId="621"/>
            <ac:spMk id="2" creationId="{3BCA667A-E9C7-1ABF-7BB3-DC534118882F}"/>
          </ac:spMkLst>
        </pc:spChg>
      </pc:sldChg>
      <pc:sldChg chg="modSp add mod">
        <pc:chgData name="Steven M Christey" userId="f24da668-4c1f-41c0-850e-113e2bdf78cf" providerId="ADAL" clId="{4664C2C3-D7E1-4188-BB25-E34F4B7B5B59}" dt="2026-02-06T16:08:30.274" v="3546" actId="6549"/>
        <pc:sldMkLst>
          <pc:docMk/>
          <pc:sldMk cId="2142551162" sldId="622"/>
        </pc:sldMkLst>
        <pc:spChg chg="mod">
          <ac:chgData name="Steven M Christey" userId="f24da668-4c1f-41c0-850e-113e2bdf78cf" providerId="ADAL" clId="{4664C2C3-D7E1-4188-BB25-E34F4B7B5B59}" dt="2026-02-06T16:06:42.621" v="3492"/>
          <ac:spMkLst>
            <pc:docMk/>
            <pc:sldMk cId="2142551162" sldId="622"/>
            <ac:spMk id="2" creationId="{205E9162-D772-F02B-6EDD-EE22236162FE}"/>
          </ac:spMkLst>
        </pc:spChg>
        <pc:spChg chg="mod">
          <ac:chgData name="Steven M Christey" userId="f24da668-4c1f-41c0-850e-113e2bdf78cf" providerId="ADAL" clId="{4664C2C3-D7E1-4188-BB25-E34F4B7B5B59}" dt="2026-02-06T16:08:30.274" v="3546" actId="6549"/>
          <ac:spMkLst>
            <pc:docMk/>
            <pc:sldMk cId="2142551162" sldId="622"/>
            <ac:spMk id="3" creationId="{77601EE4-A306-6825-7FC9-11FE1BB67CA7}"/>
          </ac:spMkLst>
        </pc:spChg>
      </pc:sldChg>
      <pc:sldChg chg="modSp add mod">
        <pc:chgData name="Steven M Christey" userId="f24da668-4c1f-41c0-850e-113e2bdf78cf" providerId="ADAL" clId="{4664C2C3-D7E1-4188-BB25-E34F4B7B5B59}" dt="2026-03-06T16:45:29.131" v="4506" actId="20577"/>
        <pc:sldMkLst>
          <pc:docMk/>
          <pc:sldMk cId="4222725265" sldId="623"/>
        </pc:sldMkLst>
        <pc:spChg chg="mod">
          <ac:chgData name="Steven M Christey" userId="f24da668-4c1f-41c0-850e-113e2bdf78cf" providerId="ADAL" clId="{4664C2C3-D7E1-4188-BB25-E34F4B7B5B59}" dt="2026-03-06T16:45:29.131" v="4506" actId="20577"/>
          <ac:spMkLst>
            <pc:docMk/>
            <pc:sldMk cId="4222725265" sldId="623"/>
            <ac:spMk id="3" creationId="{E2B4EC18-CC30-75C1-6492-40B20171611B}"/>
          </ac:spMkLst>
        </pc:spChg>
      </pc:sldChg>
      <pc:sldChg chg="modSp add mod">
        <pc:chgData name="Steven M Christey" userId="f24da668-4c1f-41c0-850e-113e2bdf78cf" providerId="ADAL" clId="{4664C2C3-D7E1-4188-BB25-E34F4B7B5B59}" dt="2026-03-06T16:51:16.229" v="4627" actId="27636"/>
        <pc:sldMkLst>
          <pc:docMk/>
          <pc:sldMk cId="3618115269" sldId="624"/>
        </pc:sldMkLst>
        <pc:spChg chg="mod">
          <ac:chgData name="Steven M Christey" userId="f24da668-4c1f-41c0-850e-113e2bdf78cf" providerId="ADAL" clId="{4664C2C3-D7E1-4188-BB25-E34F4B7B5B59}" dt="2026-03-06T16:51:16.229" v="4627" actId="27636"/>
          <ac:spMkLst>
            <pc:docMk/>
            <pc:sldMk cId="3618115269" sldId="624"/>
            <ac:spMk id="3" creationId="{7B757818-3D6A-062C-D8CC-900952029B2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3/6/2026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nterhumanagreement.substack.com/p/llm-output-can-take-over-your-computer" TargetMode="External"/><Relationship Id="rId2" Type="http://schemas.openxmlformats.org/officeDocument/2006/relationships/hyperlink" Target="https://github.com/NVIDIA/garak/blob/main/garak/probes/ansiescape.p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March 6, 2025</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4.20 – maybe in April?</a:t>
            </a:r>
          </a:p>
          <a:p>
            <a:pPr marL="307975" indent="-307975"/>
            <a:r>
              <a:rPr lang="en-US" dirty="0">
                <a:latin typeface="Tahoma"/>
                <a:ea typeface="Tahoma"/>
                <a:cs typeface="Tahoma"/>
              </a:rPr>
              <a:t>Reviews of submissions are ongoing</a:t>
            </a: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For Discussion</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“Bypass of Human Authorization Controls” (Eran Segal) - ES2512-73d63d33 / CDR #174</a:t>
            </a:r>
          </a:p>
          <a:p>
            <a:pPr lvl="1"/>
            <a:r>
              <a:rPr lang="en-US" sz="1800" dirty="0"/>
              <a:t>Few details available</a:t>
            </a:r>
          </a:p>
          <a:p>
            <a:r>
              <a:rPr lang="en-US" sz="1800" dirty="0"/>
              <a:t>“Inclusion of ANSI escape codes in LLM tokenizer” (Erick Galinkin) - ES2508-95a780e3 / CDR #163</a:t>
            </a:r>
          </a:p>
          <a:p>
            <a:pPr lvl="1"/>
            <a:r>
              <a:rPr lang="en-US" sz="1800" dirty="0"/>
              <a:t>Today: discuss demonstrative example</a:t>
            </a:r>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1600" dirty="0"/>
              <a:t>New: “Improper Neutralization of Reserved Special Tokens in AI Instruction Streams” (Robert Shala) - ES2512-1cc397f8 / CDR #173</a:t>
            </a:r>
          </a:p>
          <a:p>
            <a:pPr lvl="1"/>
            <a:r>
              <a:rPr lang="en-US" sz="1600" dirty="0"/>
              <a:t>Action TBD</a:t>
            </a:r>
          </a:p>
          <a:p>
            <a:r>
              <a:rPr lang="en-US" sz="1600" dirty="0"/>
              <a:t>New: “Unstable Internal Model Representations Triggered by Valid Token Sequences” (Kurt Seifried) - ES2601-eb7223b4 / CDR #179</a:t>
            </a:r>
          </a:p>
          <a:p>
            <a:pPr lvl="1"/>
            <a:r>
              <a:rPr lang="en-US" sz="1600" dirty="0"/>
              <a:t>Discussion from February to be integrated into initial review/consultation</a:t>
            </a:r>
          </a:p>
          <a:p>
            <a:r>
              <a:rPr lang="en-US" sz="1600" dirty="0"/>
              <a:t>New: “Cross-Model Scripting (XMS)” (Felipe Caldas) - ES2602-82fddd0e / CDR #180</a:t>
            </a:r>
          </a:p>
          <a:p>
            <a:pPr lvl="1"/>
            <a:r>
              <a:rPr lang="en-US" sz="1600" dirty="0"/>
              <a:t>To be integrated into CWE-79 (XSS) as an example</a:t>
            </a:r>
          </a:p>
          <a:p>
            <a:r>
              <a:rPr lang="en-US" sz="1600" dirty="0"/>
              <a:t>“Improper Neutralization of Retrieved Content Used in AI Prompt Construction in AI/ML Systems” (Mehmet Yilmaz) - ES2508-e15b0715 / CDR #161</a:t>
            </a:r>
          </a:p>
          <a:p>
            <a:pPr lvl="1"/>
            <a:r>
              <a:rPr lang="en-US" sz="1600" dirty="0"/>
              <a:t>Submitter provided significant extra details; still reviewing</a:t>
            </a:r>
          </a:p>
          <a:p>
            <a:r>
              <a:rPr lang="en-US" sz="1600" dirty="0"/>
              <a:t>“Bias in AI Models” (Kurt Seifried) - ES2402-38e20ce6</a:t>
            </a:r>
          </a:p>
          <a:p>
            <a:pPr lvl="1"/>
            <a:r>
              <a:rPr lang="en-US" sz="1600" dirty="0"/>
              <a:t>Steve to write up initial review and reply to submitter; paper on DeepSeek bias/influence on insecure code</a:t>
            </a:r>
          </a:p>
          <a:p>
            <a:r>
              <a:rPr lang="en-US" sz="1600" dirty="0"/>
              <a:t>“Improper Neutralization of Configurations Used for MCP Client” (Xinpeng Liu) ES2506-e3c78a2a</a:t>
            </a:r>
          </a:p>
          <a:p>
            <a:pPr lvl="1"/>
            <a:r>
              <a:rPr lang="en-US" sz="1600" dirty="0"/>
              <a:t>Steve to write up initial review</a:t>
            </a:r>
          </a:p>
          <a:p>
            <a:endParaRPr lang="en-US" sz="1600" dirty="0"/>
          </a:p>
          <a:p>
            <a:pPr lvl="1"/>
            <a:endParaRPr lang="en-US" sz="1600" dirty="0"/>
          </a:p>
          <a:p>
            <a:endParaRPr lang="en-US" sz="1600" dirty="0"/>
          </a:p>
          <a:p>
            <a:endParaRPr lang="en-US" sz="18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600" dirty="0"/>
              <a:t>ID: ES2512-73d63d33 /  CDR #174</a:t>
            </a:r>
          </a:p>
          <a:p>
            <a:r>
              <a:rPr lang="en-US" sz="1600" dirty="0"/>
              <a:t>Submitted: December 24, 2025</a:t>
            </a:r>
          </a:p>
          <a:p>
            <a:r>
              <a:rPr lang="en-US" sz="1600" dirty="0"/>
              <a:t>Name: Bypass of Human Authorization Controls</a:t>
            </a:r>
          </a:p>
          <a:p>
            <a:r>
              <a:rPr lang="en-US" sz="1600" dirty="0"/>
              <a:t>Phase: Initial-Review</a:t>
            </a:r>
          </a:p>
          <a:p>
            <a:r>
              <a:rPr lang="en-US" sz="1600" dirty="0"/>
              <a:t>Description</a:t>
            </a:r>
          </a:p>
          <a:p>
            <a:pPr lvl="1"/>
            <a:r>
              <a:rPr lang="en-US" sz="1600" dirty="0"/>
              <a:t>Most of the AI agents can't trust the entire context, because they contain results from untrusted sources such as the internet or the user's input. One of the known mechanisms used is 'human-in-the-loop’… </a:t>
            </a:r>
            <a:r>
              <a:rPr lang="en-US" sz="1600" dirty="0">
                <a:highlight>
                  <a:srgbClr val="00FF00"/>
                </a:highlight>
              </a:rPr>
              <a:t>[I want to cover] the concept of bypass techniques that allow an attacker to do malicious/dangerous activity without this approval</a:t>
            </a:r>
            <a:r>
              <a:rPr lang="en-US" sz="1600" dirty="0"/>
              <a:t>.</a:t>
            </a:r>
          </a:p>
          <a:p>
            <a:pPr lvl="1"/>
            <a:r>
              <a:rPr lang="en-US" sz="1600" dirty="0"/>
              <a:t>It can be because of a configuration issue, a code issue such as not restricting the regex enough, an LLM as a judge that decides if a human is required to approve that, or even an unrelated message to the human to approve.</a:t>
            </a:r>
          </a:p>
          <a:p>
            <a:pPr lvl="1"/>
            <a:r>
              <a:rPr lang="en-US" sz="1600" dirty="0"/>
              <a:t>[This] will be presented in RSA (2026 March)</a:t>
            </a:r>
          </a:p>
          <a:p>
            <a:r>
              <a:rPr lang="en-US" sz="1600" dirty="0"/>
              <a:t>Close-but-no-cigar: CWE-357 (but a warning is actually sent)</a:t>
            </a:r>
          </a:p>
          <a:p>
            <a:r>
              <a:rPr lang="en-US" sz="1600" dirty="0"/>
              <a:t>Plan: create a more general CWE entry about “lack of human in the loop”</a:t>
            </a:r>
          </a:p>
          <a:p>
            <a:r>
              <a:rPr lang="en-US" sz="1600" dirty="0">
                <a:hlinkClick r:id="rId2"/>
              </a:rPr>
              <a:t>https://github.com/CWE-CAPEC/CWE-Content-Development-Repository/issues/174</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Details-Requested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dirty="0"/>
              <a:t>Probably too low-level for its own CWE (SUB.ABS.LOWLEVEL)</a:t>
            </a:r>
          </a:p>
          <a:p>
            <a:pPr lvl="1"/>
            <a:r>
              <a:rPr lang="en-US" sz="2000" dirty="0"/>
              <a:t>Specific types of “escape” codes</a:t>
            </a:r>
          </a:p>
          <a:p>
            <a:pPr lvl="1"/>
            <a:r>
              <a:rPr lang="en-US" sz="2000" dirty="0"/>
              <a:t>LLM tokenizer</a:t>
            </a:r>
          </a:p>
          <a:p>
            <a:r>
              <a:rPr lang="en-US" sz="2000" dirty="0"/>
              <a:t>Overlaps an older submission related to ANSI codes</a:t>
            </a:r>
          </a:p>
          <a:p>
            <a:pPr lvl="1"/>
            <a:r>
              <a:rPr lang="en-US" sz="2000" dirty="0"/>
              <a:t>Improper Neutralization of ANSI Codes ('ANSI Injection’) - Tristan Figueroa-Reid - ES2406-ca98e75f / CDR #112</a:t>
            </a:r>
          </a:p>
          <a:p>
            <a:r>
              <a:rPr lang="en-US" sz="2000" dirty="0"/>
              <a:t>CWE already exists - CWE-150: Improper Neutralization of Escape, Meta, or Control Sequences</a:t>
            </a:r>
          </a:p>
          <a:p>
            <a:r>
              <a:rPr lang="en-US" sz="2000" dirty="0"/>
              <a:t>From the older submission review:</a:t>
            </a:r>
          </a:p>
          <a:p>
            <a:pPr lvl="1"/>
            <a:r>
              <a:rPr lang="en-US" sz="2000" dirty="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dirty="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dirty="0"/>
              <a:t>Demonstrative example</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fontScale="70000" lnSpcReduction="20000"/>
          </a:bodyPr>
          <a:lstStyle/>
          <a:p>
            <a:r>
              <a:rPr lang="en-US" dirty="0"/>
              <a:t>Introductory text – </a:t>
            </a:r>
            <a:r>
              <a:rPr lang="en-US" dirty="0">
                <a:solidFill>
                  <a:srgbClr val="FF0000"/>
                </a:solidFill>
              </a:rPr>
              <a:t>&lt;&gt;</a:t>
            </a:r>
          </a:p>
          <a:p>
            <a:endParaRPr lang="en-US" dirty="0">
              <a:solidFill>
                <a:srgbClr val="FF0000"/>
              </a:solidFill>
            </a:endParaRPr>
          </a:p>
          <a:p>
            <a:r>
              <a:rPr lang="en-US" dirty="0"/>
              <a:t>“Bad” code – </a:t>
            </a:r>
            <a:r>
              <a:rPr lang="en-US" dirty="0">
                <a:solidFill>
                  <a:srgbClr val="FF0000"/>
                </a:solidFill>
              </a:rPr>
              <a:t>&lt;The product uses a tokenizer that does not restrict which token IDs are produced. It processes a file and translates it </a:t>
            </a:r>
            <a:r>
              <a:rPr lang="en-US">
                <a:solidFill>
                  <a:srgbClr val="FF0000"/>
                </a:solidFill>
              </a:rPr>
              <a:t>“faithfully”&gt;</a:t>
            </a:r>
            <a:endParaRPr lang="en-US" dirty="0">
              <a:solidFill>
                <a:srgbClr val="FF0000"/>
              </a:solidFill>
            </a:endParaRP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solidFill>
                <a:srgbClr val="FF0000"/>
              </a:solidFill>
            </a:endParaRPr>
          </a:p>
          <a:p>
            <a:r>
              <a:rPr lang="en-US" dirty="0">
                <a:solidFill>
                  <a:srgbClr val="FF0000"/>
                </a:solidFill>
              </a:rPr>
              <a:t>Example from Garak: </a:t>
            </a:r>
            <a:r>
              <a:rPr lang="en-US" dirty="0">
                <a:solidFill>
                  <a:srgbClr val="FF0000"/>
                </a:solidFill>
                <a:hlinkClick r:id="rId2"/>
              </a:rPr>
              <a:t>https://github.com/NVIDIA/garak/blob/main/garak/probes/ansiescape.py</a:t>
            </a:r>
            <a:endParaRPr lang="en-US" dirty="0">
              <a:solidFill>
                <a:srgbClr val="FF0000"/>
              </a:solidFill>
            </a:endParaRPr>
          </a:p>
          <a:p>
            <a:r>
              <a:rPr lang="en-US" dirty="0">
                <a:solidFill>
                  <a:srgbClr val="FF0000"/>
                </a:solidFill>
              </a:rPr>
              <a:t>Single-token is easier to exploit than multiple-token</a:t>
            </a:r>
          </a:p>
          <a:p>
            <a:r>
              <a:rPr lang="en-US" dirty="0">
                <a:solidFill>
                  <a:srgbClr val="FF0000"/>
                </a:solidFill>
              </a:rPr>
              <a:t>Interacting with the model on the CLI </a:t>
            </a:r>
            <a:r>
              <a:rPr lang="en-US" dirty="0">
                <a:solidFill>
                  <a:srgbClr val="FF0000"/>
                </a:solidFill>
                <a:hlinkClick r:id="rId3"/>
              </a:rPr>
              <a:t>https://interhumanagreement.substack.com/p/llm-output-can-take-over-your-computer</a:t>
            </a:r>
            <a:endParaRPr lang="en-US" dirty="0">
              <a:solidFill>
                <a:srgbClr val="FF0000"/>
              </a:solidFill>
            </a:endParaRPr>
          </a:p>
          <a:p>
            <a:r>
              <a:rPr lang="en-US" dirty="0">
                <a:solidFill>
                  <a:srgbClr val="FF0000"/>
                </a:solidFill>
              </a:rPr>
              <a:t>Stok’s talk (about 40 minutes in): get the sequences into the LLM, when code editor analyzes the code; logs shown in the terminal https://www.youtube.com/watch?v=3T2Al3jdY38</a:t>
            </a:r>
          </a:p>
          <a:p>
            <a:endParaRPr lang="en-US" dirty="0"/>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F83D-F8B7-C3EC-BC17-48E05680A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A4C22-94B6-4087-72C4-7C2E4FF5ADF3}"/>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E2B4EC18-CC30-75C1-6492-40B20171611B}"/>
              </a:ext>
            </a:extLst>
          </p:cNvPr>
          <p:cNvSpPr>
            <a:spLocks noGrp="1"/>
          </p:cNvSpPr>
          <p:nvPr>
            <p:ph idx="1"/>
          </p:nvPr>
        </p:nvSpPr>
        <p:spPr/>
        <p:txBody>
          <a:bodyPr>
            <a:normAutofit fontScale="92500" lnSpcReduction="20000"/>
          </a:bodyPr>
          <a:lstStyle/>
          <a:p>
            <a:r>
              <a:rPr lang="en-US" sz="16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600" u="sng" dirty="0"/>
              <a:t>Values for Effectiveness</a:t>
            </a:r>
            <a:r>
              <a:rPr lang="en-US" sz="1400" dirty="0"/>
              <a:t>: </a:t>
            </a:r>
            <a:r>
              <a:rPr lang="en-US" sz="1400" b="0" dirty="0"/>
              <a:t>High, Moderate, Limited, Incidental, Discouraged Common Practice, Defense in Depth, None</a:t>
            </a:r>
          </a:p>
          <a:p>
            <a:endParaRPr lang="en-US" sz="1600" dirty="0"/>
          </a:p>
          <a:p>
            <a:r>
              <a:rPr lang="en-US" sz="1600" dirty="0"/>
              <a:t>Mitigation 1</a:t>
            </a:r>
          </a:p>
          <a:p>
            <a:pPr lvl="1"/>
            <a:r>
              <a:rPr lang="en-US" sz="1600" dirty="0"/>
              <a:t>SDLC phase: </a:t>
            </a:r>
            <a:r>
              <a:rPr lang="en-US" sz="1600" dirty="0">
                <a:solidFill>
                  <a:srgbClr val="FF0000"/>
                </a:solidFill>
              </a:rPr>
              <a:t>&lt;build/compilation – when training your tokenizer&gt;</a:t>
            </a:r>
            <a:endParaRPr lang="en-US" sz="1600" dirty="0"/>
          </a:p>
          <a:p>
            <a:pPr lvl="1"/>
            <a:r>
              <a:rPr lang="en-US" sz="1600" dirty="0"/>
              <a:t>Name/brief desc: </a:t>
            </a:r>
            <a:r>
              <a:rPr lang="en-US" sz="1600" dirty="0">
                <a:solidFill>
                  <a:srgbClr val="FF0000"/>
                </a:solidFill>
              </a:rPr>
              <a:t>&lt;remove escape codes from the tokenizer’s vocabulary (remove the map from the string to its token ID)&gt; </a:t>
            </a:r>
          </a:p>
          <a:p>
            <a:pPr lvl="1"/>
            <a:r>
              <a:rPr lang="en-US" sz="1600" dirty="0"/>
              <a:t>Effectiveness: </a:t>
            </a:r>
            <a:r>
              <a:rPr lang="en-US" sz="1600" dirty="0">
                <a:solidFill>
                  <a:srgbClr val="FF0000"/>
                </a:solidFill>
              </a:rPr>
              <a:t>&lt;limited – could still get multiple tokens strung together that form the escape code, but would take more effort&gt;</a:t>
            </a:r>
            <a:endParaRPr lang="en-US" sz="1600" dirty="0"/>
          </a:p>
          <a:p>
            <a:r>
              <a:rPr lang="en-US" sz="1600" dirty="0"/>
              <a:t>Mitigation 2</a:t>
            </a:r>
          </a:p>
          <a:p>
            <a:pPr lvl="1"/>
            <a:r>
              <a:rPr lang="en-US" sz="1600" dirty="0"/>
              <a:t>SDLC phase: </a:t>
            </a:r>
            <a:r>
              <a:rPr lang="en-US" sz="1600" dirty="0">
                <a:solidFill>
                  <a:srgbClr val="FF0000"/>
                </a:solidFill>
              </a:rPr>
              <a:t>&lt;Operation&gt; </a:t>
            </a:r>
            <a:endParaRPr lang="en-US" sz="1600" dirty="0"/>
          </a:p>
          <a:p>
            <a:pPr lvl="1"/>
            <a:r>
              <a:rPr lang="en-US" sz="1600" dirty="0"/>
              <a:t>Name/brief desc: </a:t>
            </a:r>
            <a:r>
              <a:rPr lang="en-US" sz="1600" dirty="0">
                <a:solidFill>
                  <a:srgbClr val="FF0000"/>
                </a:solidFill>
              </a:rPr>
              <a:t>&lt;examine the LLM output – neutralize / strip tokens before moving the output e.g. redirecting to the terminal&gt;</a:t>
            </a:r>
          </a:p>
          <a:p>
            <a:pPr lvl="1"/>
            <a:r>
              <a:rPr lang="en-US" sz="1600" dirty="0"/>
              <a:t>Effectiveness:</a:t>
            </a:r>
            <a:r>
              <a:rPr lang="en-US" sz="1600" dirty="0">
                <a:solidFill>
                  <a:srgbClr val="FF0000"/>
                </a:solidFill>
              </a:rPr>
              <a:t>&lt;High&gt;</a:t>
            </a:r>
            <a:endParaRPr lang="en-US" sz="1600" dirty="0"/>
          </a:p>
          <a:p>
            <a:r>
              <a:rPr lang="en-US" sz="1600" dirty="0"/>
              <a:t>Mitigation 3</a:t>
            </a:r>
          </a:p>
          <a:p>
            <a:pPr lvl="1"/>
            <a:r>
              <a:rPr lang="en-US" sz="1600" dirty="0"/>
              <a:t>SDLC phase: </a:t>
            </a:r>
            <a:r>
              <a:rPr lang="en-US" sz="1600" dirty="0">
                <a:solidFill>
                  <a:srgbClr val="FF0000"/>
                </a:solidFill>
              </a:rPr>
              <a:t>&lt;fill in here&gt; </a:t>
            </a:r>
            <a:endParaRPr lang="en-US" sz="1600" dirty="0"/>
          </a:p>
          <a:p>
            <a:pPr lvl="1"/>
            <a:r>
              <a:rPr lang="en-US" sz="1600" dirty="0"/>
              <a:t>Name/brief desc: </a:t>
            </a:r>
            <a:r>
              <a:rPr lang="en-US" sz="1600" dirty="0">
                <a:solidFill>
                  <a:srgbClr val="FF0000"/>
                </a:solidFill>
              </a:rPr>
              <a:t>&lt;fill in here&gt;</a:t>
            </a:r>
          </a:p>
          <a:p>
            <a:pPr lvl="1"/>
            <a:r>
              <a:rPr lang="en-US" sz="1600" dirty="0"/>
              <a:t>Effectiveness:</a:t>
            </a:r>
            <a:r>
              <a:rPr lang="en-US" sz="1600" dirty="0">
                <a:solidFill>
                  <a:srgbClr val="FF0000"/>
                </a:solidFill>
              </a:rPr>
              <a:t>&lt;fill in here&gt;</a:t>
            </a:r>
            <a:endParaRPr lang="en-US" sz="1600" dirty="0"/>
          </a:p>
        </p:txBody>
      </p:sp>
      <p:sp>
        <p:nvSpPr>
          <p:cNvPr id="4" name="Slide Number Placeholder 3">
            <a:extLst>
              <a:ext uri="{FF2B5EF4-FFF2-40B4-BE49-F238E27FC236}">
                <a16:creationId xmlns:a16="http://schemas.microsoft.com/office/drawing/2014/main" id="{8E179756-F16F-1D22-D5C9-B2CD9CDCB67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2725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682D-CD9D-9495-B4CF-CD938F838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C699-ED19-FFC3-1BAA-6D4FB87856D8}"/>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7B757818-3D6A-062C-D8CC-900952029B29}"/>
              </a:ext>
            </a:extLst>
          </p:cNvPr>
          <p:cNvSpPr>
            <a:spLocks noGrp="1"/>
          </p:cNvSpPr>
          <p:nvPr>
            <p:ph idx="1"/>
          </p:nvPr>
        </p:nvSpPr>
        <p:spPr/>
        <p:txBody>
          <a:bodyPr>
            <a:normAutofit lnSpcReduction="1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&lt;Build and compilation&gt;</a:t>
            </a:r>
          </a:p>
          <a:p>
            <a:pPr lvl="1"/>
            <a:r>
              <a:rPr lang="en-US" dirty="0"/>
              <a:t>Notes: </a:t>
            </a:r>
            <a:r>
              <a:rPr lang="en-US" dirty="0">
                <a:solidFill>
                  <a:srgbClr val="FF0000"/>
                </a:solidFill>
              </a:rPr>
              <a:t>&lt;during training, individual escape sequences are assigned individual token IDs&gt;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F875F300-4277-7A5B-CB44-6DF54FCDC0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115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52864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40325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68195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Unstable Internal Model Representations Triggered by Valid Token Sequences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 (later today)</a:t>
            </a:r>
          </a:p>
          <a:p>
            <a:r>
              <a:rPr lang="en-US" dirty="0"/>
              <a:t>Description</a:t>
            </a:r>
          </a:p>
          <a:p>
            <a:pPr lvl="1"/>
            <a:r>
              <a:rPr lang="en-US" sz="1600" dirty="0"/>
              <a:t>This weakness occurs when an AI system fails to ensure the stability and coherence of its internal model representations when processing valid input token sequences. Certain token patterns, while syntactically valid and intentionally accepted by the system, can induce degenerate, weakly constrained, or unstable internal states that the system was not designed to handle safely.</a:t>
            </a:r>
          </a:p>
          <a:p>
            <a:pPr lvl="1"/>
            <a:r>
              <a:rPr lang="en-US" sz="1600" dirty="0"/>
              <a:t>In many AI systems, input text is transformed by a tokenizer into discrete tokens that are then mapped into internal representations used by the model during inference. These representations are assumed to behave consistently across the valid input space. However, when this assumption does not hold, specific token sequences can trigger internal behaviors that violate downstream expectations about inference cost, output structure, or control flow.</a:t>
            </a:r>
            <a:endParaRPr lang="en-US" dirty="0"/>
          </a:p>
          <a:p>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008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807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2551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600C-F910-06DD-F4C4-3CAE52999443}"/>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43CFA481-8EE4-2B11-77D0-2C43B64C72B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798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f3e578be-7961-41e8-91c9-b742ecb60a74"/>
    <ds:schemaRef ds:uri="http://schemas.microsoft.com/office/2006/documentManagement/types"/>
    <ds:schemaRef ds:uri="http://schemas.microsoft.com/office/infopath/2007/PartnerControls"/>
    <ds:schemaRef ds:uri="http://purl.org/dc/dcmitype/"/>
    <ds:schemaRef ds:uri="http://schemas.microsoft.com/office/2006/metadata/properties"/>
    <ds:schemaRef ds:uri="http://schemas.openxmlformats.org/package/2006/metadata/core-properties"/>
    <ds:schemaRef ds:uri="http://purl.org/dc/terms/"/>
    <ds:schemaRef ds:uri="http://www.w3.org/XML/1998/namespace"/>
    <ds:schemaRef ds:uri="http://purl.org/dc/elements/1.1/"/>
    <ds:schemaRef ds:uri="b5a44311-ed64-4a72-909f-c9dc6973bde2"/>
    <ds:schemaRef ds:uri="aff8eeb6-53bf-44bf-a224-fac977cd228b"/>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215</TotalTime>
  <Words>8539</Words>
  <Application>Microsoft Office PowerPoint</Application>
  <PresentationFormat>Widescreen</PresentationFormat>
  <Paragraphs>812</Paragraphs>
  <Slides>87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87</vt:i4>
      </vt:variant>
    </vt:vector>
  </HeadingPairs>
  <TitlesOfParts>
    <vt:vector size="96"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Active New Entry Submissions – For Discussion</vt:lpstr>
      <vt:lpstr>Active New Entry Submissions – Ongoing</vt:lpstr>
      <vt:lpstr>Deprioritized/Delayed New Entry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vt:lpstr>
      <vt:lpstr>Potential Mitigations Worksheet</vt:lpstr>
      <vt:lpstr>Modes of Introduction Worksheet</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Unstable Internal Model Representations Triggered by Valid Token Sequences (Kurt Seifried, Cloud Security Alliance)</vt:lpstr>
      <vt:lpstr>Cross-Model Scripting (XMS)</vt:lpstr>
      <vt:lpstr>“Cross-Model Scripting (XMS)” (Felipe Caldas) </vt:lpstr>
      <vt:lpstr>Other Submissions</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2026-03-06T16:56:07Z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