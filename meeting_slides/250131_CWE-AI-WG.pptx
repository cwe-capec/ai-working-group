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6" r:id="rId4"/>
  </p:sldMasterIdLst>
  <p:notesMasterIdLst>
    <p:notesMasterId r:id="rId19"/>
  </p:notesMasterIdLst>
  <p:handoutMasterIdLst>
    <p:handoutMasterId r:id="rId20"/>
  </p:handoutMasterIdLst>
  <p:sldIdLst>
    <p:sldId id="459" r:id="rId5"/>
    <p:sldId id="475" r:id="rId6"/>
    <p:sldId id="514" r:id="rId7"/>
    <p:sldId id="534" r:id="rId8"/>
    <p:sldId id="533" r:id="rId9"/>
    <p:sldId id="537" r:id="rId10"/>
    <p:sldId id="538" r:id="rId11"/>
    <p:sldId id="535" r:id="rId12"/>
    <p:sldId id="539" r:id="rId13"/>
    <p:sldId id="541" r:id="rId14"/>
    <p:sldId id="542" r:id="rId15"/>
    <p:sldId id="543" r:id="rId16"/>
    <p:sldId id="540" r:id="rId17"/>
    <p:sldId id="54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52135E2-75B3-49D1-BF37-12A9EA3E9396}" name="Alec J Summers" initials="AS" userId="S::ASUMMERS@MITRE.ORG::d9c4246f-ffa8-4c52-a253-9dc5efe19efc" providerId="AD"/>
  <p188:author id="{FDD099ED-FECE-1D47-883E-52ED8F7DAC5A}" name="Connor Mullaly" initials="CM" userId="S::CMULLALY@MITRE.ORG::731a1e22-c293-4cbb-8aca-216affcf405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F25D5F-252C-424D-A52E-D5D089ECF2C6}" v="321" dt="2025-01-31T16:09:38.056"/>
    <p1510:client id="{2336B3DE-9635-423B-8B16-B0D62D7F642C}" v="58" dt="2025-01-31T15:51:14.0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594" autoAdjust="0"/>
    <p:restoredTop sz="94660"/>
  </p:normalViewPr>
  <p:slideViewPr>
    <p:cSldViewPr snapToGrid="0">
      <p:cViewPr varScale="1">
        <p:scale>
          <a:sx n="59" d="100"/>
          <a:sy n="59" d="100"/>
        </p:scale>
        <p:origin x="806" y="3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 Id="rId2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c J Summers" userId="d9c4246f-ffa8-4c52-a253-9dc5efe19efc" providerId="ADAL" clId="{AED219C3-DB5D-EB4F-A262-F8BE05B0867F}"/>
    <pc:docChg chg="undo redo custSel addSld delSld modSld">
      <pc:chgData name="Alec J Summers" userId="d9c4246f-ffa8-4c52-a253-9dc5efe19efc" providerId="ADAL" clId="{AED219C3-DB5D-EB4F-A262-F8BE05B0867F}" dt="2024-11-15T16:01:04.587" v="102" actId="20577"/>
      <pc:docMkLst>
        <pc:docMk/>
      </pc:docMkLst>
      <pc:sldChg chg="delSp modSp mod">
        <pc:chgData name="Alec J Summers" userId="d9c4246f-ffa8-4c52-a253-9dc5efe19efc" providerId="ADAL" clId="{AED219C3-DB5D-EB4F-A262-F8BE05B0867F}" dt="2024-11-15T16:00:25.692" v="100" actId="478"/>
        <pc:sldMkLst>
          <pc:docMk/>
          <pc:sldMk cId="1259113184" sldId="475"/>
        </pc:sldMkLst>
        <pc:spChg chg="mod">
          <ac:chgData name="Alec J Summers" userId="d9c4246f-ffa8-4c52-a253-9dc5efe19efc" providerId="ADAL" clId="{AED219C3-DB5D-EB4F-A262-F8BE05B0867F}" dt="2024-11-15T16:00:03.179" v="94" actId="20577"/>
          <ac:spMkLst>
            <pc:docMk/>
            <pc:sldMk cId="1259113184" sldId="475"/>
            <ac:spMk id="3" creationId="{32062DF9-CFF1-0BEE-15FF-59D403B018ED}"/>
          </ac:spMkLst>
        </pc:spChg>
      </pc:sldChg>
      <pc:sldChg chg="modSp mod">
        <pc:chgData name="Alec J Summers" userId="d9c4246f-ffa8-4c52-a253-9dc5efe19efc" providerId="ADAL" clId="{AED219C3-DB5D-EB4F-A262-F8BE05B0867F}" dt="2024-11-15T16:01:04.587" v="102" actId="20577"/>
        <pc:sldMkLst>
          <pc:docMk/>
          <pc:sldMk cId="1434978729" sldId="489"/>
        </pc:sldMkLst>
      </pc:sldChg>
      <pc:sldChg chg="del">
        <pc:chgData name="Alec J Summers" userId="d9c4246f-ffa8-4c52-a253-9dc5efe19efc" providerId="ADAL" clId="{AED219C3-DB5D-EB4F-A262-F8BE05B0867F}" dt="2024-11-15T15:57:30.079" v="0" actId="2696"/>
        <pc:sldMkLst>
          <pc:docMk/>
          <pc:sldMk cId="150708501" sldId="510"/>
        </pc:sldMkLst>
      </pc:sldChg>
      <pc:sldChg chg="add del">
        <pc:chgData name="Alec J Summers" userId="d9c4246f-ffa8-4c52-a253-9dc5efe19efc" providerId="ADAL" clId="{AED219C3-DB5D-EB4F-A262-F8BE05B0867F}" dt="2024-11-15T15:59:00.090" v="57"/>
        <pc:sldMkLst>
          <pc:docMk/>
          <pc:sldMk cId="675866312" sldId="510"/>
        </pc:sldMkLst>
      </pc:sldChg>
      <pc:sldChg chg="modSp new mod">
        <pc:chgData name="Alec J Summers" userId="d9c4246f-ffa8-4c52-a253-9dc5efe19efc" providerId="ADAL" clId="{AED219C3-DB5D-EB4F-A262-F8BE05B0867F}" dt="2024-11-15T15:58:59.728" v="56" actId="20577"/>
        <pc:sldMkLst>
          <pc:docMk/>
          <pc:sldMk cId="452383892" sldId="532"/>
        </pc:sldMkLst>
      </pc:sldChg>
    </pc:docChg>
  </pc:docChgLst>
  <pc:docChgLst>
    <pc:chgData name="Steven M Christey" userId="f24da668-4c1f-41c0-850e-113e2bdf78cf" providerId="ADAL" clId="{004DF47B-EA38-450F-A79E-40B5A7500405}"/>
    <pc:docChg chg="undo custSel addSld modSld sldOrd">
      <pc:chgData name="Steven M Christey" userId="f24da668-4c1f-41c0-850e-113e2bdf78cf" providerId="ADAL" clId="{004DF47B-EA38-450F-A79E-40B5A7500405}" dt="2024-12-20T16:55:32.699" v="1705" actId="6549"/>
      <pc:docMkLst>
        <pc:docMk/>
      </pc:docMkLst>
      <pc:sldChg chg="modSp mod">
        <pc:chgData name="Steven M Christey" userId="f24da668-4c1f-41c0-850e-113e2bdf78cf" providerId="ADAL" clId="{004DF47B-EA38-450F-A79E-40B5A7500405}" dt="2024-12-20T15:11:15.893" v="83" actId="20577"/>
        <pc:sldMkLst>
          <pc:docMk/>
          <pc:sldMk cId="1454278300" sldId="459"/>
        </pc:sldMkLst>
        <pc:spChg chg="mod">
          <ac:chgData name="Steven M Christey" userId="f24da668-4c1f-41c0-850e-113e2bdf78cf" providerId="ADAL" clId="{004DF47B-EA38-450F-A79E-40B5A7500405}" dt="2024-12-20T15:11:15.893" v="83" actId="20577"/>
          <ac:spMkLst>
            <pc:docMk/>
            <pc:sldMk cId="1454278300" sldId="459"/>
            <ac:spMk id="3" creationId="{0992DF88-AC24-0FBF-1177-62DD9110498B}"/>
          </ac:spMkLst>
        </pc:spChg>
      </pc:sldChg>
      <pc:sldChg chg="modSp mod">
        <pc:chgData name="Steven M Christey" userId="f24da668-4c1f-41c0-850e-113e2bdf78cf" providerId="ADAL" clId="{004DF47B-EA38-450F-A79E-40B5A7500405}" dt="2024-12-20T15:39:53.083" v="1130" actId="20577"/>
        <pc:sldMkLst>
          <pc:docMk/>
          <pc:sldMk cId="1259113184" sldId="475"/>
        </pc:sldMkLst>
        <pc:spChg chg="mod">
          <ac:chgData name="Steven M Christey" userId="f24da668-4c1f-41c0-850e-113e2bdf78cf" providerId="ADAL" clId="{004DF47B-EA38-450F-A79E-40B5A7500405}" dt="2024-12-20T15:39:53.083" v="1130" actId="20577"/>
          <ac:spMkLst>
            <pc:docMk/>
            <pc:sldMk cId="1259113184" sldId="475"/>
            <ac:spMk id="3" creationId="{32062DF9-CFF1-0BEE-15FF-59D403B018ED}"/>
          </ac:spMkLst>
        </pc:spChg>
      </pc:sldChg>
      <pc:sldChg chg="modSp mod ord">
        <pc:chgData name="Steven M Christey" userId="f24da668-4c1f-41c0-850e-113e2bdf78cf" providerId="ADAL" clId="{004DF47B-EA38-450F-A79E-40B5A7500405}" dt="2024-12-20T15:58:14.296" v="1518" actId="20577"/>
        <pc:sldMkLst>
          <pc:docMk/>
          <pc:sldMk cId="1434978729" sldId="489"/>
        </pc:sldMkLst>
      </pc:sldChg>
      <pc:sldChg chg="modSp mod ord">
        <pc:chgData name="Steven M Christey" userId="f24da668-4c1f-41c0-850e-113e2bdf78cf" providerId="ADAL" clId="{004DF47B-EA38-450F-A79E-40B5A7500405}" dt="2024-12-20T16:00:50.690" v="1582" actId="20577"/>
        <pc:sldMkLst>
          <pc:docMk/>
          <pc:sldMk cId="915149386" sldId="514"/>
        </pc:sldMkLst>
        <pc:spChg chg="mod">
          <ac:chgData name="Steven M Christey" userId="f24da668-4c1f-41c0-850e-113e2bdf78cf" providerId="ADAL" clId="{004DF47B-EA38-450F-A79E-40B5A7500405}" dt="2024-12-20T16:00:50.690" v="1582" actId="20577"/>
          <ac:spMkLst>
            <pc:docMk/>
            <pc:sldMk cId="915149386" sldId="514"/>
            <ac:spMk id="3" creationId="{D4348C02-DFCE-A2E4-D523-D69A254A7D49}"/>
          </ac:spMkLst>
        </pc:spChg>
      </pc:sldChg>
      <pc:sldChg chg="modSp mod">
        <pc:chgData name="Steven M Christey" userId="f24da668-4c1f-41c0-850e-113e2bdf78cf" providerId="ADAL" clId="{004DF47B-EA38-450F-A79E-40B5A7500405}" dt="2024-12-20T16:16:53.524" v="1680" actId="20577"/>
        <pc:sldMkLst>
          <pc:docMk/>
          <pc:sldMk cId="725849126" sldId="515"/>
        </pc:sldMkLst>
      </pc:sldChg>
      <pc:sldChg chg="modSp mod">
        <pc:chgData name="Steven M Christey" userId="f24da668-4c1f-41c0-850e-113e2bdf78cf" providerId="ADAL" clId="{004DF47B-EA38-450F-A79E-40B5A7500405}" dt="2024-12-20T15:12:51.136" v="118" actId="20577"/>
        <pc:sldMkLst>
          <pc:docMk/>
          <pc:sldMk cId="886054424" sldId="522"/>
        </pc:sldMkLst>
      </pc:sldChg>
      <pc:sldChg chg="addSp delSp mod">
        <pc:chgData name="Steven M Christey" userId="f24da668-4c1f-41c0-850e-113e2bdf78cf" providerId="ADAL" clId="{004DF47B-EA38-450F-A79E-40B5A7500405}" dt="2024-12-20T15:34:43.732" v="687" actId="22"/>
        <pc:sldMkLst>
          <pc:docMk/>
          <pc:sldMk cId="2610765628" sldId="531"/>
        </pc:sldMkLst>
      </pc:sldChg>
      <pc:sldChg chg="modSp add mod">
        <pc:chgData name="Steven M Christey" userId="f24da668-4c1f-41c0-850e-113e2bdf78cf" providerId="ADAL" clId="{004DF47B-EA38-450F-A79E-40B5A7500405}" dt="2024-12-20T16:55:32.699" v="1705" actId="6549"/>
        <pc:sldMkLst>
          <pc:docMk/>
          <pc:sldMk cId="150708501" sldId="533"/>
        </pc:sldMkLst>
        <pc:spChg chg="mod">
          <ac:chgData name="Steven M Christey" userId="f24da668-4c1f-41c0-850e-113e2bdf78cf" providerId="ADAL" clId="{004DF47B-EA38-450F-A79E-40B5A7500405}" dt="2024-12-20T16:55:32.699" v="1705" actId="6549"/>
          <ac:spMkLst>
            <pc:docMk/>
            <pc:sldMk cId="150708501" sldId="533"/>
            <ac:spMk id="5" creationId="{F150325F-23B4-2959-C512-1363416E3D5B}"/>
          </ac:spMkLst>
        </pc:spChg>
      </pc:sldChg>
      <pc:sldChg chg="modSp new mod">
        <pc:chgData name="Steven M Christey" userId="f24da668-4c1f-41c0-850e-113e2bdf78cf" providerId="ADAL" clId="{004DF47B-EA38-450F-A79E-40B5A7500405}" dt="2024-12-20T15:37:08.597" v="1069" actId="20577"/>
        <pc:sldMkLst>
          <pc:docMk/>
          <pc:sldMk cId="674283638" sldId="534"/>
        </pc:sldMkLst>
        <pc:spChg chg="mod">
          <ac:chgData name="Steven M Christey" userId="f24da668-4c1f-41c0-850e-113e2bdf78cf" providerId="ADAL" clId="{004DF47B-EA38-450F-A79E-40B5A7500405}" dt="2024-12-20T15:34:55.509" v="694" actId="20577"/>
          <ac:spMkLst>
            <pc:docMk/>
            <pc:sldMk cId="674283638" sldId="534"/>
            <ac:spMk id="2" creationId="{B68AAB70-A147-2E82-9984-2F1D7F40BA9E}"/>
          </ac:spMkLst>
        </pc:spChg>
        <pc:spChg chg="mod">
          <ac:chgData name="Steven M Christey" userId="f24da668-4c1f-41c0-850e-113e2bdf78cf" providerId="ADAL" clId="{004DF47B-EA38-450F-A79E-40B5A7500405}" dt="2024-12-20T15:37:08.597" v="1069" actId="20577"/>
          <ac:spMkLst>
            <pc:docMk/>
            <pc:sldMk cId="674283638" sldId="534"/>
            <ac:spMk id="3" creationId="{1A065927-5551-1053-CA96-EFA73AF6FCFB}"/>
          </ac:spMkLst>
        </pc:spChg>
      </pc:sldChg>
      <pc:sldChg chg="modSp add mod">
        <pc:chgData name="Steven M Christey" userId="f24da668-4c1f-41c0-850e-113e2bdf78cf" providerId="ADAL" clId="{004DF47B-EA38-450F-A79E-40B5A7500405}" dt="2024-12-20T15:58:41.720" v="1549" actId="20577"/>
        <pc:sldMkLst>
          <pc:docMk/>
          <pc:sldMk cId="2559893375" sldId="535"/>
        </pc:sldMkLst>
        <pc:spChg chg="mod">
          <ac:chgData name="Steven M Christey" userId="f24da668-4c1f-41c0-850e-113e2bdf78cf" providerId="ADAL" clId="{004DF47B-EA38-450F-A79E-40B5A7500405}" dt="2024-12-20T15:42:07.458" v="1154" actId="20577"/>
          <ac:spMkLst>
            <pc:docMk/>
            <pc:sldMk cId="2559893375" sldId="535"/>
            <ac:spMk id="2" creationId="{400413E3-AAE6-EF6F-DC44-2BE8A9D8F7AD}"/>
          </ac:spMkLst>
        </pc:spChg>
        <pc:spChg chg="mod">
          <ac:chgData name="Steven M Christey" userId="f24da668-4c1f-41c0-850e-113e2bdf78cf" providerId="ADAL" clId="{004DF47B-EA38-450F-A79E-40B5A7500405}" dt="2024-12-20T15:58:41.720" v="1549" actId="20577"/>
          <ac:spMkLst>
            <pc:docMk/>
            <pc:sldMk cId="2559893375" sldId="535"/>
            <ac:spMk id="3" creationId="{5FE558FB-6000-8C72-D1FD-F7C1C1A350AE}"/>
          </ac:spMkLst>
        </pc:spChg>
      </pc:sldChg>
    </pc:docChg>
  </pc:docChgLst>
  <pc:docChgLst>
    <pc:chgData name="Steven M Christey" userId="f24da668-4c1f-41c0-850e-113e2bdf78cf" providerId="ADAL" clId="{19F25D5F-252C-424D-A52E-D5D089ECF2C6}"/>
    <pc:docChg chg="undo custSel addSld delSld modSld sldOrd">
      <pc:chgData name="Steven M Christey" userId="f24da668-4c1f-41c0-850e-113e2bdf78cf" providerId="ADAL" clId="{19F25D5F-252C-424D-A52E-D5D089ECF2C6}" dt="2025-01-31T16:25:30.993" v="1631" actId="114"/>
      <pc:docMkLst>
        <pc:docMk/>
      </pc:docMkLst>
      <pc:sldChg chg="modSp mod">
        <pc:chgData name="Steven M Christey" userId="f24da668-4c1f-41c0-850e-113e2bdf78cf" providerId="ADAL" clId="{19F25D5F-252C-424D-A52E-D5D089ECF2C6}" dt="2025-01-31T15:18:16.636" v="3" actId="20577"/>
        <pc:sldMkLst>
          <pc:docMk/>
          <pc:sldMk cId="1454278300" sldId="459"/>
        </pc:sldMkLst>
        <pc:spChg chg="mod">
          <ac:chgData name="Steven M Christey" userId="f24da668-4c1f-41c0-850e-113e2bdf78cf" providerId="ADAL" clId="{19F25D5F-252C-424D-A52E-D5D089ECF2C6}" dt="2025-01-31T15:18:16.636" v="3" actId="20577"/>
          <ac:spMkLst>
            <pc:docMk/>
            <pc:sldMk cId="1454278300" sldId="459"/>
            <ac:spMk id="3" creationId="{0992DF88-AC24-0FBF-1177-62DD9110498B}"/>
          </ac:spMkLst>
        </pc:spChg>
      </pc:sldChg>
      <pc:sldChg chg="modSp mod">
        <pc:chgData name="Steven M Christey" userId="f24da668-4c1f-41c0-850e-113e2bdf78cf" providerId="ADAL" clId="{19F25D5F-252C-424D-A52E-D5D089ECF2C6}" dt="2025-01-31T15:18:35.244" v="8"/>
        <pc:sldMkLst>
          <pc:docMk/>
          <pc:sldMk cId="1259113184" sldId="475"/>
        </pc:sldMkLst>
        <pc:spChg chg="mod">
          <ac:chgData name="Steven M Christey" userId="f24da668-4c1f-41c0-850e-113e2bdf78cf" providerId="ADAL" clId="{19F25D5F-252C-424D-A52E-D5D089ECF2C6}" dt="2025-01-31T15:18:35.244" v="8"/>
          <ac:spMkLst>
            <pc:docMk/>
            <pc:sldMk cId="1259113184" sldId="475"/>
            <ac:spMk id="3" creationId="{32062DF9-CFF1-0BEE-15FF-59D403B018ED}"/>
          </ac:spMkLst>
        </pc:spChg>
      </pc:sldChg>
      <pc:sldChg chg="modSp mod ord">
        <pc:chgData name="Steven M Christey" userId="f24da668-4c1f-41c0-850e-113e2bdf78cf" providerId="ADAL" clId="{19F25D5F-252C-424D-A52E-D5D089ECF2C6}" dt="2025-01-31T16:09:38.056" v="1614" actId="20577"/>
        <pc:sldMkLst>
          <pc:docMk/>
          <pc:sldMk cId="915149386" sldId="514"/>
        </pc:sldMkLst>
        <pc:spChg chg="mod">
          <ac:chgData name="Steven M Christey" userId="f24da668-4c1f-41c0-850e-113e2bdf78cf" providerId="ADAL" clId="{19F25D5F-252C-424D-A52E-D5D089ECF2C6}" dt="2025-01-31T16:09:38.056" v="1614" actId="20577"/>
          <ac:spMkLst>
            <pc:docMk/>
            <pc:sldMk cId="915149386" sldId="514"/>
            <ac:spMk id="3" creationId="{D4348C02-DFCE-A2E4-D523-D69A254A7D49}"/>
          </ac:spMkLst>
        </pc:spChg>
      </pc:sldChg>
      <pc:sldChg chg="modSp mod ord">
        <pc:chgData name="Steven M Christey" userId="f24da668-4c1f-41c0-850e-113e2bdf78cf" providerId="ADAL" clId="{19F25D5F-252C-424D-A52E-D5D089ECF2C6}" dt="2025-01-31T16:25:30.993" v="1631" actId="114"/>
        <pc:sldMkLst>
          <pc:docMk/>
          <pc:sldMk cId="150708501" sldId="533"/>
        </pc:sldMkLst>
        <pc:spChg chg="mod">
          <ac:chgData name="Steven M Christey" userId="f24da668-4c1f-41c0-850e-113e2bdf78cf" providerId="ADAL" clId="{19F25D5F-252C-424D-A52E-D5D089ECF2C6}" dt="2025-01-31T15:20:53.773" v="210" actId="27636"/>
          <ac:spMkLst>
            <pc:docMk/>
            <pc:sldMk cId="150708501" sldId="533"/>
            <ac:spMk id="3" creationId="{D56FF49E-E3F8-8E2A-2DB7-2E9585AD88B0}"/>
          </ac:spMkLst>
        </pc:spChg>
        <pc:spChg chg="mod">
          <ac:chgData name="Steven M Christey" userId="f24da668-4c1f-41c0-850e-113e2bdf78cf" providerId="ADAL" clId="{19F25D5F-252C-424D-A52E-D5D089ECF2C6}" dt="2025-01-31T16:25:30.993" v="1631" actId="114"/>
          <ac:spMkLst>
            <pc:docMk/>
            <pc:sldMk cId="150708501" sldId="533"/>
            <ac:spMk id="5" creationId="{F150325F-23B4-2959-C512-1363416E3D5B}"/>
          </ac:spMkLst>
        </pc:spChg>
      </pc:sldChg>
      <pc:sldChg chg="modSp mod">
        <pc:chgData name="Steven M Christey" userId="f24da668-4c1f-41c0-850e-113e2bdf78cf" providerId="ADAL" clId="{19F25D5F-252C-424D-A52E-D5D089ECF2C6}" dt="2025-01-31T15:27:55.431" v="554" actId="21"/>
        <pc:sldMkLst>
          <pc:docMk/>
          <pc:sldMk cId="2559893375" sldId="535"/>
        </pc:sldMkLst>
        <pc:spChg chg="mod">
          <ac:chgData name="Steven M Christey" userId="f24da668-4c1f-41c0-850e-113e2bdf78cf" providerId="ADAL" clId="{19F25D5F-252C-424D-A52E-D5D089ECF2C6}" dt="2025-01-31T15:26:51.669" v="499" actId="20577"/>
          <ac:spMkLst>
            <pc:docMk/>
            <pc:sldMk cId="2559893375" sldId="535"/>
            <ac:spMk id="2" creationId="{400413E3-AAE6-EF6F-DC44-2BE8A9D8F7AD}"/>
          </ac:spMkLst>
        </pc:spChg>
        <pc:spChg chg="mod">
          <ac:chgData name="Steven M Christey" userId="f24da668-4c1f-41c0-850e-113e2bdf78cf" providerId="ADAL" clId="{19F25D5F-252C-424D-A52E-D5D089ECF2C6}" dt="2025-01-31T15:27:55.431" v="554" actId="21"/>
          <ac:spMkLst>
            <pc:docMk/>
            <pc:sldMk cId="2559893375" sldId="535"/>
            <ac:spMk id="3" creationId="{5FE558FB-6000-8C72-D1FD-F7C1C1A350AE}"/>
          </ac:spMkLst>
        </pc:spChg>
      </pc:sldChg>
      <pc:sldChg chg="del">
        <pc:chgData name="Steven M Christey" userId="f24da668-4c1f-41c0-850e-113e2bdf78cf" providerId="ADAL" clId="{19F25D5F-252C-424D-A52E-D5D089ECF2C6}" dt="2025-01-31T15:23:11.928" v="249" actId="47"/>
        <pc:sldMkLst>
          <pc:docMk/>
          <pc:sldMk cId="2801011041" sldId="536"/>
        </pc:sldMkLst>
      </pc:sldChg>
      <pc:sldChg chg="modSp mod">
        <pc:chgData name="Steven M Christey" userId="f24da668-4c1f-41c0-850e-113e2bdf78cf" providerId="ADAL" clId="{19F25D5F-252C-424D-A52E-D5D089ECF2C6}" dt="2025-01-31T15:20:41.551" v="208" actId="403"/>
        <pc:sldMkLst>
          <pc:docMk/>
          <pc:sldMk cId="888421850" sldId="537"/>
        </pc:sldMkLst>
        <pc:spChg chg="mod">
          <ac:chgData name="Steven M Christey" userId="f24da668-4c1f-41c0-850e-113e2bdf78cf" providerId="ADAL" clId="{19F25D5F-252C-424D-A52E-D5D089ECF2C6}" dt="2025-01-31T15:20:41.551" v="208" actId="403"/>
          <ac:spMkLst>
            <pc:docMk/>
            <pc:sldMk cId="888421850" sldId="537"/>
            <ac:spMk id="3" creationId="{4B0D9D66-4BEA-155F-4DD7-75F9A0868682}"/>
          </ac:spMkLst>
        </pc:spChg>
      </pc:sldChg>
      <pc:sldChg chg="modSp new mod">
        <pc:chgData name="Steven M Christey" userId="f24da668-4c1f-41c0-850e-113e2bdf78cf" providerId="ADAL" clId="{19F25D5F-252C-424D-A52E-D5D089ECF2C6}" dt="2025-01-31T15:25:33.973" v="479" actId="20577"/>
        <pc:sldMkLst>
          <pc:docMk/>
          <pc:sldMk cId="3977709734" sldId="538"/>
        </pc:sldMkLst>
        <pc:spChg chg="mod">
          <ac:chgData name="Steven M Christey" userId="f24da668-4c1f-41c0-850e-113e2bdf78cf" providerId="ADAL" clId="{19F25D5F-252C-424D-A52E-D5D089ECF2C6}" dt="2025-01-31T15:24:05.286" v="287" actId="20577"/>
          <ac:spMkLst>
            <pc:docMk/>
            <pc:sldMk cId="3977709734" sldId="538"/>
            <ac:spMk id="2" creationId="{B9856F73-49B4-DE65-7062-FA7D252F1A1B}"/>
          </ac:spMkLst>
        </pc:spChg>
        <pc:spChg chg="mod">
          <ac:chgData name="Steven M Christey" userId="f24da668-4c1f-41c0-850e-113e2bdf78cf" providerId="ADAL" clId="{19F25D5F-252C-424D-A52E-D5D089ECF2C6}" dt="2025-01-31T15:25:33.973" v="479" actId="20577"/>
          <ac:spMkLst>
            <pc:docMk/>
            <pc:sldMk cId="3977709734" sldId="538"/>
            <ac:spMk id="3" creationId="{DAFD8B6A-FE6D-CE97-3F15-E0B147891914}"/>
          </ac:spMkLst>
        </pc:spChg>
      </pc:sldChg>
      <pc:sldChg chg="modSp new mod">
        <pc:chgData name="Steven M Christey" userId="f24da668-4c1f-41c0-850e-113e2bdf78cf" providerId="ADAL" clId="{19F25D5F-252C-424D-A52E-D5D089ECF2C6}" dt="2025-01-31T15:32:42.094" v="904" actId="20577"/>
        <pc:sldMkLst>
          <pc:docMk/>
          <pc:sldMk cId="2266223281" sldId="539"/>
        </pc:sldMkLst>
        <pc:spChg chg="mod">
          <ac:chgData name="Steven M Christey" userId="f24da668-4c1f-41c0-850e-113e2bdf78cf" providerId="ADAL" clId="{19F25D5F-252C-424D-A52E-D5D089ECF2C6}" dt="2025-01-31T15:27:12.267" v="522" actId="20577"/>
          <ac:spMkLst>
            <pc:docMk/>
            <pc:sldMk cId="2266223281" sldId="539"/>
            <ac:spMk id="2" creationId="{994EE636-A57B-BB7C-C698-DCB6F2A7B071}"/>
          </ac:spMkLst>
        </pc:spChg>
        <pc:spChg chg="mod">
          <ac:chgData name="Steven M Christey" userId="f24da668-4c1f-41c0-850e-113e2bdf78cf" providerId="ADAL" clId="{19F25D5F-252C-424D-A52E-D5D089ECF2C6}" dt="2025-01-31T15:32:42.094" v="904" actId="20577"/>
          <ac:spMkLst>
            <pc:docMk/>
            <pc:sldMk cId="2266223281" sldId="539"/>
            <ac:spMk id="3" creationId="{9915B450-3AB3-4605-EAE8-C84785DE6064}"/>
          </ac:spMkLst>
        </pc:spChg>
      </pc:sldChg>
      <pc:sldChg chg="modSp new mod">
        <pc:chgData name="Steven M Christey" userId="f24da668-4c1f-41c0-850e-113e2bdf78cf" providerId="ADAL" clId="{19F25D5F-252C-424D-A52E-D5D089ECF2C6}" dt="2025-01-31T15:51:52.288" v="1547" actId="20577"/>
        <pc:sldMkLst>
          <pc:docMk/>
          <pc:sldMk cId="717686086" sldId="540"/>
        </pc:sldMkLst>
        <pc:spChg chg="mod">
          <ac:chgData name="Steven M Christey" userId="f24da668-4c1f-41c0-850e-113e2bdf78cf" providerId="ADAL" clId="{19F25D5F-252C-424D-A52E-D5D089ECF2C6}" dt="2025-01-31T15:27:48.279" v="553" actId="20577"/>
          <ac:spMkLst>
            <pc:docMk/>
            <pc:sldMk cId="717686086" sldId="540"/>
            <ac:spMk id="2" creationId="{4821D9E8-D3DD-D358-F00F-339BFE0ED5F8}"/>
          </ac:spMkLst>
        </pc:spChg>
        <pc:spChg chg="mod">
          <ac:chgData name="Steven M Christey" userId="f24da668-4c1f-41c0-850e-113e2bdf78cf" providerId="ADAL" clId="{19F25D5F-252C-424D-A52E-D5D089ECF2C6}" dt="2025-01-31T15:51:52.288" v="1547" actId="20577"/>
          <ac:spMkLst>
            <pc:docMk/>
            <pc:sldMk cId="717686086" sldId="540"/>
            <ac:spMk id="3" creationId="{A70EFAB1-8EA6-E0E5-45EF-CB9EF8D49F3A}"/>
          </ac:spMkLst>
        </pc:spChg>
      </pc:sldChg>
      <pc:sldChg chg="modSp new mod">
        <pc:chgData name="Steven M Christey" userId="f24da668-4c1f-41c0-850e-113e2bdf78cf" providerId="ADAL" clId="{19F25D5F-252C-424D-A52E-D5D089ECF2C6}" dt="2025-01-31T15:41:50.169" v="1169"/>
        <pc:sldMkLst>
          <pc:docMk/>
          <pc:sldMk cId="1502259985" sldId="541"/>
        </pc:sldMkLst>
        <pc:spChg chg="mod">
          <ac:chgData name="Steven M Christey" userId="f24da668-4c1f-41c0-850e-113e2bdf78cf" providerId="ADAL" clId="{19F25D5F-252C-424D-A52E-D5D089ECF2C6}" dt="2025-01-31T15:34:42.979" v="920" actId="1076"/>
          <ac:spMkLst>
            <pc:docMk/>
            <pc:sldMk cId="1502259985" sldId="541"/>
            <ac:spMk id="2" creationId="{FE27698D-BC9A-28D2-4336-B8478BD9DE4F}"/>
          </ac:spMkLst>
        </pc:spChg>
        <pc:spChg chg="mod">
          <ac:chgData name="Steven M Christey" userId="f24da668-4c1f-41c0-850e-113e2bdf78cf" providerId="ADAL" clId="{19F25D5F-252C-424D-A52E-D5D089ECF2C6}" dt="2025-01-31T15:41:50.169" v="1169"/>
          <ac:spMkLst>
            <pc:docMk/>
            <pc:sldMk cId="1502259985" sldId="541"/>
            <ac:spMk id="3" creationId="{8E18EDAB-114A-7565-3477-1309F48B90FB}"/>
          </ac:spMkLst>
        </pc:spChg>
      </pc:sldChg>
      <pc:sldChg chg="modSp new mod">
        <pc:chgData name="Steven M Christey" userId="f24da668-4c1f-41c0-850e-113e2bdf78cf" providerId="ADAL" clId="{19F25D5F-252C-424D-A52E-D5D089ECF2C6}" dt="2025-01-31T15:45:41.243" v="1293" actId="14"/>
        <pc:sldMkLst>
          <pc:docMk/>
          <pc:sldMk cId="2730253842" sldId="542"/>
        </pc:sldMkLst>
        <pc:spChg chg="mod">
          <ac:chgData name="Steven M Christey" userId="f24da668-4c1f-41c0-850e-113e2bdf78cf" providerId="ADAL" clId="{19F25D5F-252C-424D-A52E-D5D089ECF2C6}" dt="2025-01-31T15:42:27.118" v="1186"/>
          <ac:spMkLst>
            <pc:docMk/>
            <pc:sldMk cId="2730253842" sldId="542"/>
            <ac:spMk id="2" creationId="{91D802BE-518D-D6E6-531C-A2E587BDF05C}"/>
          </ac:spMkLst>
        </pc:spChg>
        <pc:spChg chg="mod">
          <ac:chgData name="Steven M Christey" userId="f24da668-4c1f-41c0-850e-113e2bdf78cf" providerId="ADAL" clId="{19F25D5F-252C-424D-A52E-D5D089ECF2C6}" dt="2025-01-31T15:45:41.243" v="1293" actId="14"/>
          <ac:spMkLst>
            <pc:docMk/>
            <pc:sldMk cId="2730253842" sldId="542"/>
            <ac:spMk id="3" creationId="{CF8600D0-E349-74FD-4214-23DC700A0F91}"/>
          </ac:spMkLst>
        </pc:spChg>
      </pc:sldChg>
      <pc:sldChg chg="modSp new mod">
        <pc:chgData name="Steven M Christey" userId="f24da668-4c1f-41c0-850e-113e2bdf78cf" providerId="ADAL" clId="{19F25D5F-252C-424D-A52E-D5D089ECF2C6}" dt="2025-01-31T15:49:39.485" v="1472" actId="20577"/>
        <pc:sldMkLst>
          <pc:docMk/>
          <pc:sldMk cId="373026186" sldId="543"/>
        </pc:sldMkLst>
        <pc:spChg chg="mod">
          <ac:chgData name="Steven M Christey" userId="f24da668-4c1f-41c0-850e-113e2bdf78cf" providerId="ADAL" clId="{19F25D5F-252C-424D-A52E-D5D089ECF2C6}" dt="2025-01-31T15:49:19.787" v="1399" actId="20577"/>
          <ac:spMkLst>
            <pc:docMk/>
            <pc:sldMk cId="373026186" sldId="543"/>
            <ac:spMk id="2" creationId="{0AF37094-A533-79D5-3374-777789798775}"/>
          </ac:spMkLst>
        </pc:spChg>
        <pc:spChg chg="mod">
          <ac:chgData name="Steven M Christey" userId="f24da668-4c1f-41c0-850e-113e2bdf78cf" providerId="ADAL" clId="{19F25D5F-252C-424D-A52E-D5D089ECF2C6}" dt="2025-01-31T15:49:39.485" v="1472" actId="20577"/>
          <ac:spMkLst>
            <pc:docMk/>
            <pc:sldMk cId="373026186" sldId="543"/>
            <ac:spMk id="3" creationId="{4AAD0163-4D5C-07F0-AD94-0E567808EB5B}"/>
          </ac:spMkLst>
        </pc:spChg>
      </pc:sldChg>
      <pc:sldChg chg="modSp new mod">
        <pc:chgData name="Steven M Christey" userId="f24da668-4c1f-41c0-850e-113e2bdf78cf" providerId="ADAL" clId="{19F25D5F-252C-424D-A52E-D5D089ECF2C6}" dt="2025-01-31T15:51:20.340" v="1543" actId="20577"/>
        <pc:sldMkLst>
          <pc:docMk/>
          <pc:sldMk cId="1696381557" sldId="544"/>
        </pc:sldMkLst>
        <pc:spChg chg="mod">
          <ac:chgData name="Steven M Christey" userId="f24da668-4c1f-41c0-850e-113e2bdf78cf" providerId="ADAL" clId="{19F25D5F-252C-424D-A52E-D5D089ECF2C6}" dt="2025-01-31T15:51:01.574" v="1489" actId="20577"/>
          <ac:spMkLst>
            <pc:docMk/>
            <pc:sldMk cId="1696381557" sldId="544"/>
            <ac:spMk id="2" creationId="{0E847168-25B9-B173-4BEA-EA35C1272BB2}"/>
          </ac:spMkLst>
        </pc:spChg>
        <pc:spChg chg="mod">
          <ac:chgData name="Steven M Christey" userId="f24da668-4c1f-41c0-850e-113e2bdf78cf" providerId="ADAL" clId="{19F25D5F-252C-424D-A52E-D5D089ECF2C6}" dt="2025-01-31T15:51:20.340" v="1543" actId="20577"/>
          <ac:spMkLst>
            <pc:docMk/>
            <pc:sldMk cId="1696381557" sldId="544"/>
            <ac:spMk id="3" creationId="{05A8739A-30B1-3DA4-63D4-9E9E8AC3F816}"/>
          </ac:spMkLst>
        </pc:spChg>
      </pc:sldChg>
    </pc:docChg>
  </pc:docChgLst>
  <pc:docChgLst>
    <pc:chgData name="Alec J Summers" userId="d9c4246f-ffa8-4c52-a253-9dc5efe19efc" providerId="ADAL" clId="{3FAE7DF6-7101-524C-90F5-9656D182D6EF}"/>
    <pc:docChg chg="undo custSel addSld delSld modSld sldOrd">
      <pc:chgData name="Alec J Summers" userId="d9c4246f-ffa8-4c52-a253-9dc5efe19efc" providerId="ADAL" clId="{3FAE7DF6-7101-524C-90F5-9656D182D6EF}" dt="2024-10-18T14:42:30.373" v="480" actId="114"/>
      <pc:docMkLst>
        <pc:docMk/>
      </pc:docMkLst>
      <pc:sldChg chg="modSp mod">
        <pc:chgData name="Alec J Summers" userId="d9c4246f-ffa8-4c52-a253-9dc5efe19efc" providerId="ADAL" clId="{3FAE7DF6-7101-524C-90F5-9656D182D6EF}" dt="2024-10-18T14:36:09.849" v="479" actId="20577"/>
        <pc:sldMkLst>
          <pc:docMk/>
          <pc:sldMk cId="1434978729" sldId="489"/>
        </pc:sldMkLst>
      </pc:sldChg>
      <pc:sldChg chg="addSp modSp mod">
        <pc:chgData name="Alec J Summers" userId="d9c4246f-ffa8-4c52-a253-9dc5efe19efc" providerId="ADAL" clId="{3FAE7DF6-7101-524C-90F5-9656D182D6EF}" dt="2024-10-18T14:42:30.373" v="480" actId="114"/>
        <pc:sldMkLst>
          <pc:docMk/>
          <pc:sldMk cId="150708501" sldId="510"/>
        </pc:sldMkLst>
      </pc:sldChg>
      <pc:sldChg chg="modSp mod ord">
        <pc:chgData name="Alec J Summers" userId="d9c4246f-ffa8-4c52-a253-9dc5efe19efc" providerId="ADAL" clId="{3FAE7DF6-7101-524C-90F5-9656D182D6EF}" dt="2024-10-18T14:22:45.454" v="284" actId="20577"/>
        <pc:sldMkLst>
          <pc:docMk/>
          <pc:sldMk cId="915149386" sldId="514"/>
        </pc:sldMkLst>
      </pc:sldChg>
      <pc:sldChg chg="new del">
        <pc:chgData name="Alec J Summers" userId="d9c4246f-ffa8-4c52-a253-9dc5efe19efc" providerId="ADAL" clId="{3FAE7DF6-7101-524C-90F5-9656D182D6EF}" dt="2024-10-18T14:20:51.874" v="224" actId="680"/>
        <pc:sldMkLst>
          <pc:docMk/>
          <pc:sldMk cId="508417184" sldId="519"/>
        </pc:sldMkLst>
      </pc:sldChg>
    </pc:docChg>
  </pc:docChgLst>
  <pc:docChgLst>
    <pc:chgData name="Alec J Summers" userId="S::asummers@mitre.org::d9c4246f-ffa8-4c52-a253-9dc5efe19efc" providerId="AD" clId="Web-{2336B3DE-9635-423B-8B16-B0D62D7F642C}"/>
    <pc:docChg chg="modSld">
      <pc:chgData name="Alec J Summers" userId="S::asummers@mitre.org::d9c4246f-ffa8-4c52-a253-9dc5efe19efc" providerId="AD" clId="Web-{2336B3DE-9635-423B-8B16-B0D62D7F642C}" dt="2025-01-31T15:51:14.039" v="57" actId="20577"/>
      <pc:docMkLst>
        <pc:docMk/>
      </pc:docMkLst>
      <pc:sldChg chg="modSp">
        <pc:chgData name="Alec J Summers" userId="S::asummers@mitre.org::d9c4246f-ffa8-4c52-a253-9dc5efe19efc" providerId="AD" clId="Web-{2336B3DE-9635-423B-8B16-B0D62D7F642C}" dt="2025-01-31T15:51:14.039" v="57" actId="20577"/>
        <pc:sldMkLst>
          <pc:docMk/>
          <pc:sldMk cId="915149386" sldId="514"/>
        </pc:sldMkLst>
        <pc:spChg chg="mod">
          <ac:chgData name="Alec J Summers" userId="S::asummers@mitre.org::d9c4246f-ffa8-4c52-a253-9dc5efe19efc" providerId="AD" clId="Web-{2336B3DE-9635-423B-8B16-B0D62D7F642C}" dt="2025-01-31T15:51:14.039" v="57" actId="20577"/>
          <ac:spMkLst>
            <pc:docMk/>
            <pc:sldMk cId="915149386" sldId="514"/>
            <ac:spMk id="3" creationId="{D4348C02-DFCE-A2E4-D523-D69A254A7D49}"/>
          </ac:spMkLst>
        </pc:spChg>
      </pc:sldChg>
    </pc:docChg>
  </pc:docChgLst>
  <pc:docChgLst>
    <pc:chgData name="Steven M Christey" userId="f24da668-4c1f-41c0-850e-113e2bdf78cf" providerId="ADAL" clId="{226DC153-8E0C-4566-9170-E041DE78683C}"/>
    <pc:docChg chg="undo custSel addSld delSld modSld sldOrd">
      <pc:chgData name="Steven M Christey" userId="f24da668-4c1f-41c0-850e-113e2bdf78cf" providerId="ADAL" clId="{226DC153-8E0C-4566-9170-E041DE78683C}" dt="2024-10-18T14:17:20.625" v="1634"/>
      <pc:docMkLst>
        <pc:docMk/>
      </pc:docMkLst>
      <pc:sldChg chg="modSp mod">
        <pc:chgData name="Steven M Christey" userId="f24da668-4c1f-41c0-850e-113e2bdf78cf" providerId="ADAL" clId="{226DC153-8E0C-4566-9170-E041DE78683C}" dt="2024-10-18T13:56:53.464" v="9" actId="20577"/>
        <pc:sldMkLst>
          <pc:docMk/>
          <pc:sldMk cId="1454278300" sldId="459"/>
        </pc:sldMkLst>
      </pc:sldChg>
      <pc:sldChg chg="modSp mod">
        <pc:chgData name="Steven M Christey" userId="f24da668-4c1f-41c0-850e-113e2bdf78cf" providerId="ADAL" clId="{226DC153-8E0C-4566-9170-E041DE78683C}" dt="2024-10-18T13:57:14.636" v="22" actId="20577"/>
        <pc:sldMkLst>
          <pc:docMk/>
          <pc:sldMk cId="1259113184" sldId="475"/>
        </pc:sldMkLst>
      </pc:sldChg>
      <pc:sldChg chg="modSp mod">
        <pc:chgData name="Steven M Christey" userId="f24da668-4c1f-41c0-850e-113e2bdf78cf" providerId="ADAL" clId="{226DC153-8E0C-4566-9170-E041DE78683C}" dt="2024-10-18T14:05:16.722" v="763" actId="207"/>
        <pc:sldMkLst>
          <pc:docMk/>
          <pc:sldMk cId="264977004" sldId="484"/>
        </pc:sldMkLst>
      </pc:sldChg>
      <pc:sldChg chg="add">
        <pc:chgData name="Steven M Christey" userId="f24da668-4c1f-41c0-850e-113e2bdf78cf" providerId="ADAL" clId="{226DC153-8E0C-4566-9170-E041DE78683C}" dt="2024-10-18T14:07:14.985" v="918"/>
        <pc:sldMkLst>
          <pc:docMk/>
          <pc:sldMk cId="1434978729" sldId="489"/>
        </pc:sldMkLst>
      </pc:sldChg>
      <pc:sldChg chg="modSp del mod">
        <pc:chgData name="Steven M Christey" userId="f24da668-4c1f-41c0-850e-113e2bdf78cf" providerId="ADAL" clId="{226DC153-8E0C-4566-9170-E041DE78683C}" dt="2024-10-18T14:07:08.228" v="917" actId="2696"/>
        <pc:sldMkLst>
          <pc:docMk/>
          <pc:sldMk cId="3218877620" sldId="489"/>
        </pc:sldMkLst>
      </pc:sldChg>
      <pc:sldChg chg="add">
        <pc:chgData name="Steven M Christey" userId="f24da668-4c1f-41c0-850e-113e2bdf78cf" providerId="ADAL" clId="{226DC153-8E0C-4566-9170-E041DE78683C}" dt="2024-10-18T14:04:45.646" v="760"/>
        <pc:sldMkLst>
          <pc:docMk/>
          <pc:sldMk cId="1582117500" sldId="495"/>
        </pc:sldMkLst>
      </pc:sldChg>
      <pc:sldChg chg="del">
        <pc:chgData name="Steven M Christey" userId="f24da668-4c1f-41c0-850e-113e2bdf78cf" providerId="ADAL" clId="{226DC153-8E0C-4566-9170-E041DE78683C}" dt="2024-10-18T14:04:42.675" v="759" actId="2696"/>
        <pc:sldMkLst>
          <pc:docMk/>
          <pc:sldMk cId="1694784406" sldId="495"/>
        </pc:sldMkLst>
      </pc:sldChg>
      <pc:sldChg chg="del">
        <pc:chgData name="Steven M Christey" userId="f24da668-4c1f-41c0-850e-113e2bdf78cf" providerId="ADAL" clId="{226DC153-8E0C-4566-9170-E041DE78683C}" dt="2024-10-18T14:04:42.675" v="759" actId="2696"/>
        <pc:sldMkLst>
          <pc:docMk/>
          <pc:sldMk cId="3197665598" sldId="503"/>
        </pc:sldMkLst>
      </pc:sldChg>
      <pc:sldChg chg="add ord">
        <pc:chgData name="Steven M Christey" userId="f24da668-4c1f-41c0-850e-113e2bdf78cf" providerId="ADAL" clId="{226DC153-8E0C-4566-9170-E041DE78683C}" dt="2024-10-18T14:17:20.625" v="1634"/>
        <pc:sldMkLst>
          <pc:docMk/>
          <pc:sldMk cId="3714274698" sldId="503"/>
        </pc:sldMkLst>
      </pc:sldChg>
      <pc:sldChg chg="del">
        <pc:chgData name="Steven M Christey" userId="f24da668-4c1f-41c0-850e-113e2bdf78cf" providerId="ADAL" clId="{226DC153-8E0C-4566-9170-E041DE78683C}" dt="2024-10-18T14:04:42.675" v="759" actId="2696"/>
        <pc:sldMkLst>
          <pc:docMk/>
          <pc:sldMk cId="610597220" sldId="504"/>
        </pc:sldMkLst>
      </pc:sldChg>
      <pc:sldChg chg="add">
        <pc:chgData name="Steven M Christey" userId="f24da668-4c1f-41c0-850e-113e2bdf78cf" providerId="ADAL" clId="{226DC153-8E0C-4566-9170-E041DE78683C}" dt="2024-10-18T14:04:45.646" v="760"/>
        <pc:sldMkLst>
          <pc:docMk/>
          <pc:sldMk cId="1661787862" sldId="504"/>
        </pc:sldMkLst>
      </pc:sldChg>
      <pc:sldChg chg="modSp new mod">
        <pc:chgData name="Steven M Christey" userId="f24da668-4c1f-41c0-850e-113e2bdf78cf" providerId="ADAL" clId="{226DC153-8E0C-4566-9170-E041DE78683C}" dt="2024-10-18T14:09:16.930" v="1166" actId="20577"/>
        <pc:sldMkLst>
          <pc:docMk/>
          <pc:sldMk cId="915149386" sldId="514"/>
        </pc:sldMkLst>
      </pc:sldChg>
      <pc:sldChg chg="modSp new mod">
        <pc:chgData name="Steven M Christey" userId="f24da668-4c1f-41c0-850e-113e2bdf78cf" providerId="ADAL" clId="{226DC153-8E0C-4566-9170-E041DE78683C}" dt="2024-10-18T14:15:39.747" v="1614" actId="6549"/>
        <pc:sldMkLst>
          <pc:docMk/>
          <pc:sldMk cId="725849126" sldId="515"/>
        </pc:sldMkLst>
      </pc:sldChg>
      <pc:sldChg chg="modSp new mod">
        <pc:chgData name="Steven M Christey" userId="f24da668-4c1f-41c0-850e-113e2bdf78cf" providerId="ADAL" clId="{226DC153-8E0C-4566-9170-E041DE78683C}" dt="2024-10-18T14:05:50.194" v="833" actId="20577"/>
        <pc:sldMkLst>
          <pc:docMk/>
          <pc:sldMk cId="1870269555" sldId="516"/>
        </pc:sldMkLst>
      </pc:sldChg>
      <pc:sldChg chg="addSp delSp modSp new mod">
        <pc:chgData name="Steven M Christey" userId="f24da668-4c1f-41c0-850e-113e2bdf78cf" providerId="ADAL" clId="{226DC153-8E0C-4566-9170-E041DE78683C}" dt="2024-10-18T14:16:12.218" v="1617" actId="962"/>
        <pc:sldMkLst>
          <pc:docMk/>
          <pc:sldMk cId="2222703689" sldId="517"/>
        </pc:sldMkLst>
      </pc:sldChg>
      <pc:sldChg chg="addSp delSp modSp add mod">
        <pc:chgData name="Steven M Christey" userId="f24da668-4c1f-41c0-850e-113e2bdf78cf" providerId="ADAL" clId="{226DC153-8E0C-4566-9170-E041DE78683C}" dt="2024-10-18T14:16:30.014" v="1632" actId="962"/>
        <pc:sldMkLst>
          <pc:docMk/>
          <pc:sldMk cId="1368757520" sldId="518"/>
        </pc:sldMkLst>
      </pc:sldChg>
    </pc:docChg>
  </pc:docChgLst>
  <pc:docChgLst>
    <pc:chgData name="Alec J Summers" userId="S::asummers@mitre.org::d9c4246f-ffa8-4c52-a253-9dc5efe19efc" providerId="AD" clId="Web-{C723249B-3A3F-42BF-9763-B3C1AE422D4C}"/>
    <pc:docChg chg="modSld">
      <pc:chgData name="Alec J Summers" userId="S::asummers@mitre.org::d9c4246f-ffa8-4c52-a253-9dc5efe19efc" providerId="AD" clId="Web-{C723249B-3A3F-42BF-9763-B3C1AE422D4C}" dt="2024-11-15T15:56:28.554" v="13" actId="20577"/>
      <pc:docMkLst>
        <pc:docMk/>
      </pc:docMkLst>
      <pc:sldChg chg="modSp">
        <pc:chgData name="Alec J Summers" userId="S::asummers@mitre.org::d9c4246f-ffa8-4c52-a253-9dc5efe19efc" providerId="AD" clId="Web-{C723249B-3A3F-42BF-9763-B3C1AE422D4C}" dt="2024-11-15T15:56:28.554" v="13" actId="20577"/>
        <pc:sldMkLst>
          <pc:docMk/>
          <pc:sldMk cId="915149386" sldId="514"/>
        </pc:sldMkLst>
        <pc:spChg chg="mod">
          <ac:chgData name="Alec J Summers" userId="S::asummers@mitre.org::d9c4246f-ffa8-4c52-a253-9dc5efe19efc" providerId="AD" clId="Web-{C723249B-3A3F-42BF-9763-B3C1AE422D4C}" dt="2024-11-15T15:56:28.554" v="13" actId="20577"/>
          <ac:spMkLst>
            <pc:docMk/>
            <pc:sldMk cId="915149386" sldId="514"/>
            <ac:spMk id="3" creationId="{D4348C02-DFCE-A2E4-D523-D69A254A7D49}"/>
          </ac:spMkLst>
        </pc:spChg>
      </pc:sldChg>
    </pc:docChg>
  </pc:docChgLst>
  <pc:docChgLst>
    <pc:chgData name="Steven M Christey" userId="f24da668-4c1f-41c0-850e-113e2bdf78cf" providerId="ADAL" clId="{93063133-3906-4F30-A148-99717A6DC68B}"/>
    <pc:docChg chg="undo custSel addSld delSld modSld sldOrd modMainMaster">
      <pc:chgData name="Steven M Christey" userId="f24da668-4c1f-41c0-850e-113e2bdf78cf" providerId="ADAL" clId="{93063133-3906-4F30-A148-99717A6DC68B}" dt="2025-01-31T15:16:57.834" v="921" actId="20577"/>
      <pc:docMkLst>
        <pc:docMk/>
      </pc:docMkLst>
      <pc:sldChg chg="modSp mod">
        <pc:chgData name="Steven M Christey" userId="f24da668-4c1f-41c0-850e-113e2bdf78cf" providerId="ADAL" clId="{93063133-3906-4F30-A148-99717A6DC68B}" dt="2025-01-17T15:58:14.894" v="36" actId="20577"/>
        <pc:sldMkLst>
          <pc:docMk/>
          <pc:sldMk cId="1454278300" sldId="459"/>
        </pc:sldMkLst>
        <pc:spChg chg="mod">
          <ac:chgData name="Steven M Christey" userId="f24da668-4c1f-41c0-850e-113e2bdf78cf" providerId="ADAL" clId="{93063133-3906-4F30-A148-99717A6DC68B}" dt="2025-01-17T15:58:09.117" v="24" actId="20577"/>
          <ac:spMkLst>
            <pc:docMk/>
            <pc:sldMk cId="1454278300" sldId="459"/>
            <ac:spMk id="2" creationId="{33307706-4E65-00EA-9416-F4DD36CAAD0A}"/>
          </ac:spMkLst>
        </pc:spChg>
        <pc:spChg chg="mod">
          <ac:chgData name="Steven M Christey" userId="f24da668-4c1f-41c0-850e-113e2bdf78cf" providerId="ADAL" clId="{93063133-3906-4F30-A148-99717A6DC68B}" dt="2025-01-17T15:58:14.894" v="36" actId="20577"/>
          <ac:spMkLst>
            <pc:docMk/>
            <pc:sldMk cId="1454278300" sldId="459"/>
            <ac:spMk id="3" creationId="{0992DF88-AC24-0FBF-1177-62DD9110498B}"/>
          </ac:spMkLst>
        </pc:spChg>
      </pc:sldChg>
      <pc:sldChg chg="del">
        <pc:chgData name="Steven M Christey" userId="f24da668-4c1f-41c0-850e-113e2bdf78cf" providerId="ADAL" clId="{93063133-3906-4F30-A148-99717A6DC68B}" dt="2025-01-17T16:04:04.062" v="119" actId="47"/>
        <pc:sldMkLst>
          <pc:docMk/>
          <pc:sldMk cId="2953311122" sldId="465"/>
        </pc:sldMkLst>
      </pc:sldChg>
      <pc:sldChg chg="del">
        <pc:chgData name="Steven M Christey" userId="f24da668-4c1f-41c0-850e-113e2bdf78cf" providerId="ADAL" clId="{93063133-3906-4F30-A148-99717A6DC68B}" dt="2025-01-17T16:04:03.181" v="118" actId="47"/>
        <pc:sldMkLst>
          <pc:docMk/>
          <pc:sldMk cId="2800714136" sldId="473"/>
        </pc:sldMkLst>
      </pc:sldChg>
      <pc:sldChg chg="modSp mod">
        <pc:chgData name="Steven M Christey" userId="f24da668-4c1f-41c0-850e-113e2bdf78cf" providerId="ADAL" clId="{93063133-3906-4F30-A148-99717A6DC68B}" dt="2025-01-31T15:16:57.834" v="921" actId="20577"/>
        <pc:sldMkLst>
          <pc:docMk/>
          <pc:sldMk cId="1259113184" sldId="475"/>
        </pc:sldMkLst>
        <pc:spChg chg="mod">
          <ac:chgData name="Steven M Christey" userId="f24da668-4c1f-41c0-850e-113e2bdf78cf" providerId="ADAL" clId="{93063133-3906-4F30-A148-99717A6DC68B}" dt="2025-01-31T15:16:57.834" v="921" actId="20577"/>
          <ac:spMkLst>
            <pc:docMk/>
            <pc:sldMk cId="1259113184" sldId="475"/>
            <ac:spMk id="3" creationId="{32062DF9-CFF1-0BEE-15FF-59D403B018ED}"/>
          </ac:spMkLst>
        </pc:spChg>
      </pc:sldChg>
      <pc:sldChg chg="del">
        <pc:chgData name="Steven M Christey" userId="f24da668-4c1f-41c0-850e-113e2bdf78cf" providerId="ADAL" clId="{93063133-3906-4F30-A148-99717A6DC68B}" dt="2025-01-17T16:04:00.097" v="113" actId="47"/>
        <pc:sldMkLst>
          <pc:docMk/>
          <pc:sldMk cId="4197602607" sldId="488"/>
        </pc:sldMkLst>
      </pc:sldChg>
      <pc:sldChg chg="del">
        <pc:chgData name="Steven M Christey" userId="f24da668-4c1f-41c0-850e-113e2bdf78cf" providerId="ADAL" clId="{93063133-3906-4F30-A148-99717A6DC68B}" dt="2025-01-17T16:04:06.905" v="120" actId="47"/>
        <pc:sldMkLst>
          <pc:docMk/>
          <pc:sldMk cId="1434978729" sldId="489"/>
        </pc:sldMkLst>
      </pc:sldChg>
      <pc:sldChg chg="del">
        <pc:chgData name="Steven M Christey" userId="f24da668-4c1f-41c0-850e-113e2bdf78cf" providerId="ADAL" clId="{93063133-3906-4F30-A148-99717A6DC68B}" dt="2025-01-17T16:04:01.101" v="115" actId="47"/>
        <pc:sldMkLst>
          <pc:docMk/>
          <pc:sldMk cId="1870174279" sldId="493"/>
        </pc:sldMkLst>
      </pc:sldChg>
      <pc:sldChg chg="del">
        <pc:chgData name="Steven M Christey" userId="f24da668-4c1f-41c0-850e-113e2bdf78cf" providerId="ADAL" clId="{93063133-3906-4F30-A148-99717A6DC68B}" dt="2025-01-17T16:04:01.833" v="116" actId="47"/>
        <pc:sldMkLst>
          <pc:docMk/>
          <pc:sldMk cId="250821381" sldId="494"/>
        </pc:sldMkLst>
      </pc:sldChg>
      <pc:sldChg chg="del">
        <pc:chgData name="Steven M Christey" userId="f24da668-4c1f-41c0-850e-113e2bdf78cf" providerId="ADAL" clId="{93063133-3906-4F30-A148-99717A6DC68B}" dt="2025-01-17T16:03:59.119" v="112" actId="47"/>
        <pc:sldMkLst>
          <pc:docMk/>
          <pc:sldMk cId="2746674832" sldId="501"/>
        </pc:sldMkLst>
      </pc:sldChg>
      <pc:sldChg chg="del">
        <pc:chgData name="Steven M Christey" userId="f24da668-4c1f-41c0-850e-113e2bdf78cf" providerId="ADAL" clId="{93063133-3906-4F30-A148-99717A6DC68B}" dt="2025-01-17T16:03:54.163" v="109" actId="47"/>
        <pc:sldMkLst>
          <pc:docMk/>
          <pc:sldMk cId="675866312" sldId="510"/>
        </pc:sldMkLst>
      </pc:sldChg>
      <pc:sldChg chg="del">
        <pc:chgData name="Steven M Christey" userId="f24da668-4c1f-41c0-850e-113e2bdf78cf" providerId="ADAL" clId="{93063133-3906-4F30-A148-99717A6DC68B}" dt="2025-01-17T16:04:24.193" v="121" actId="47"/>
        <pc:sldMkLst>
          <pc:docMk/>
          <pc:sldMk cId="1496813348" sldId="511"/>
        </pc:sldMkLst>
      </pc:sldChg>
      <pc:sldChg chg="del">
        <pc:chgData name="Steven M Christey" userId="f24da668-4c1f-41c0-850e-113e2bdf78cf" providerId="ADAL" clId="{93063133-3906-4F30-A148-99717A6DC68B}" dt="2025-01-17T16:04:02.341" v="117" actId="47"/>
        <pc:sldMkLst>
          <pc:docMk/>
          <pc:sldMk cId="1290072596" sldId="512"/>
        </pc:sldMkLst>
      </pc:sldChg>
      <pc:sldChg chg="del">
        <pc:chgData name="Steven M Christey" userId="f24da668-4c1f-41c0-850e-113e2bdf78cf" providerId="ADAL" clId="{93063133-3906-4F30-A148-99717A6DC68B}" dt="2025-01-17T16:04:00.617" v="114" actId="47"/>
        <pc:sldMkLst>
          <pc:docMk/>
          <pc:sldMk cId="174106093" sldId="513"/>
        </pc:sldMkLst>
      </pc:sldChg>
      <pc:sldChg chg="modSp mod">
        <pc:chgData name="Steven M Christey" userId="f24da668-4c1f-41c0-850e-113e2bdf78cf" providerId="ADAL" clId="{93063133-3906-4F30-A148-99717A6DC68B}" dt="2025-01-17T16:09:52.341" v="214" actId="20577"/>
        <pc:sldMkLst>
          <pc:docMk/>
          <pc:sldMk cId="915149386" sldId="514"/>
        </pc:sldMkLst>
        <pc:spChg chg="mod">
          <ac:chgData name="Steven M Christey" userId="f24da668-4c1f-41c0-850e-113e2bdf78cf" providerId="ADAL" clId="{93063133-3906-4F30-A148-99717A6DC68B}" dt="2025-01-17T16:09:52.341" v="214" actId="20577"/>
          <ac:spMkLst>
            <pc:docMk/>
            <pc:sldMk cId="915149386" sldId="514"/>
            <ac:spMk id="3" creationId="{D4348C02-DFCE-A2E4-D523-D69A254A7D49}"/>
          </ac:spMkLst>
        </pc:spChg>
      </pc:sldChg>
      <pc:sldChg chg="del">
        <pc:chgData name="Steven M Christey" userId="f24da668-4c1f-41c0-850e-113e2bdf78cf" providerId="ADAL" clId="{93063133-3906-4F30-A148-99717A6DC68B}" dt="2025-01-17T15:59:14.419" v="96" actId="47"/>
        <pc:sldMkLst>
          <pc:docMk/>
          <pc:sldMk cId="725849126" sldId="515"/>
        </pc:sldMkLst>
      </pc:sldChg>
      <pc:sldChg chg="del">
        <pc:chgData name="Steven M Christey" userId="f24da668-4c1f-41c0-850e-113e2bdf78cf" providerId="ADAL" clId="{93063133-3906-4F30-A148-99717A6DC68B}" dt="2025-01-17T16:03:51.494" v="107" actId="47"/>
        <pc:sldMkLst>
          <pc:docMk/>
          <pc:sldMk cId="1870269555" sldId="516"/>
        </pc:sldMkLst>
      </pc:sldChg>
      <pc:sldChg chg="del">
        <pc:chgData name="Steven M Christey" userId="f24da668-4c1f-41c0-850e-113e2bdf78cf" providerId="ADAL" clId="{93063133-3906-4F30-A148-99717A6DC68B}" dt="2025-01-17T16:03:55.465" v="110" actId="47"/>
        <pc:sldMkLst>
          <pc:docMk/>
          <pc:sldMk cId="2222703689" sldId="517"/>
        </pc:sldMkLst>
      </pc:sldChg>
      <pc:sldChg chg="del">
        <pc:chgData name="Steven M Christey" userId="f24da668-4c1f-41c0-850e-113e2bdf78cf" providerId="ADAL" clId="{93063133-3906-4F30-A148-99717A6DC68B}" dt="2025-01-17T16:03:56.634" v="111" actId="47"/>
        <pc:sldMkLst>
          <pc:docMk/>
          <pc:sldMk cId="1368757520" sldId="518"/>
        </pc:sldMkLst>
      </pc:sldChg>
      <pc:sldChg chg="del">
        <pc:chgData name="Steven M Christey" userId="f24da668-4c1f-41c0-850e-113e2bdf78cf" providerId="ADAL" clId="{93063133-3906-4F30-A148-99717A6DC68B}" dt="2025-01-17T15:59:15.362" v="97" actId="47"/>
        <pc:sldMkLst>
          <pc:docMk/>
          <pc:sldMk cId="3920576360" sldId="520"/>
        </pc:sldMkLst>
      </pc:sldChg>
      <pc:sldChg chg="del">
        <pc:chgData name="Steven M Christey" userId="f24da668-4c1f-41c0-850e-113e2bdf78cf" providerId="ADAL" clId="{93063133-3906-4F30-A148-99717A6DC68B}" dt="2025-01-17T15:59:15.991" v="98" actId="47"/>
        <pc:sldMkLst>
          <pc:docMk/>
          <pc:sldMk cId="1120399296" sldId="521"/>
        </pc:sldMkLst>
      </pc:sldChg>
      <pc:sldChg chg="del">
        <pc:chgData name="Steven M Christey" userId="f24da668-4c1f-41c0-850e-113e2bdf78cf" providerId="ADAL" clId="{93063133-3906-4F30-A148-99717A6DC68B}" dt="2025-01-17T15:59:16.508" v="99" actId="47"/>
        <pc:sldMkLst>
          <pc:docMk/>
          <pc:sldMk cId="886054424" sldId="522"/>
        </pc:sldMkLst>
      </pc:sldChg>
      <pc:sldChg chg="del">
        <pc:chgData name="Steven M Christey" userId="f24da668-4c1f-41c0-850e-113e2bdf78cf" providerId="ADAL" clId="{93063133-3906-4F30-A148-99717A6DC68B}" dt="2025-01-17T15:59:17.224" v="100" actId="47"/>
        <pc:sldMkLst>
          <pc:docMk/>
          <pc:sldMk cId="2977047529" sldId="523"/>
        </pc:sldMkLst>
      </pc:sldChg>
      <pc:sldChg chg="del">
        <pc:chgData name="Steven M Christey" userId="f24da668-4c1f-41c0-850e-113e2bdf78cf" providerId="ADAL" clId="{93063133-3906-4F30-A148-99717A6DC68B}" dt="2025-01-17T15:59:17.710" v="101" actId="47"/>
        <pc:sldMkLst>
          <pc:docMk/>
          <pc:sldMk cId="1307360591" sldId="524"/>
        </pc:sldMkLst>
      </pc:sldChg>
      <pc:sldChg chg="del">
        <pc:chgData name="Steven M Christey" userId="f24da668-4c1f-41c0-850e-113e2bdf78cf" providerId="ADAL" clId="{93063133-3906-4F30-A148-99717A6DC68B}" dt="2025-01-17T15:59:18.160" v="102" actId="47"/>
        <pc:sldMkLst>
          <pc:docMk/>
          <pc:sldMk cId="2418741746" sldId="527"/>
        </pc:sldMkLst>
      </pc:sldChg>
      <pc:sldChg chg="del">
        <pc:chgData name="Steven M Christey" userId="f24da668-4c1f-41c0-850e-113e2bdf78cf" providerId="ADAL" clId="{93063133-3906-4F30-A148-99717A6DC68B}" dt="2025-01-17T15:59:18.689" v="103" actId="47"/>
        <pc:sldMkLst>
          <pc:docMk/>
          <pc:sldMk cId="3847705471" sldId="528"/>
        </pc:sldMkLst>
      </pc:sldChg>
      <pc:sldChg chg="del">
        <pc:chgData name="Steven M Christey" userId="f24da668-4c1f-41c0-850e-113e2bdf78cf" providerId="ADAL" clId="{93063133-3906-4F30-A148-99717A6DC68B}" dt="2025-01-17T15:59:19.168" v="104" actId="47"/>
        <pc:sldMkLst>
          <pc:docMk/>
          <pc:sldMk cId="3475484953" sldId="529"/>
        </pc:sldMkLst>
      </pc:sldChg>
      <pc:sldChg chg="del">
        <pc:chgData name="Steven M Christey" userId="f24da668-4c1f-41c0-850e-113e2bdf78cf" providerId="ADAL" clId="{93063133-3906-4F30-A148-99717A6DC68B}" dt="2025-01-17T15:59:19.607" v="105" actId="47"/>
        <pc:sldMkLst>
          <pc:docMk/>
          <pc:sldMk cId="654071875" sldId="530"/>
        </pc:sldMkLst>
      </pc:sldChg>
      <pc:sldChg chg="del">
        <pc:chgData name="Steven M Christey" userId="f24da668-4c1f-41c0-850e-113e2bdf78cf" providerId="ADAL" clId="{93063133-3906-4F30-A148-99717A6DC68B}" dt="2025-01-17T15:59:20.154" v="106" actId="47"/>
        <pc:sldMkLst>
          <pc:docMk/>
          <pc:sldMk cId="2610765628" sldId="531"/>
        </pc:sldMkLst>
      </pc:sldChg>
      <pc:sldChg chg="del">
        <pc:chgData name="Steven M Christey" userId="f24da668-4c1f-41c0-850e-113e2bdf78cf" providerId="ADAL" clId="{93063133-3906-4F30-A148-99717A6DC68B}" dt="2025-01-17T16:03:52.458" v="108" actId="47"/>
        <pc:sldMkLst>
          <pc:docMk/>
          <pc:sldMk cId="452383892" sldId="532"/>
        </pc:sldMkLst>
      </pc:sldChg>
      <pc:sldChg chg="modSp mod">
        <pc:chgData name="Steven M Christey" userId="f24da668-4c1f-41c0-850e-113e2bdf78cf" providerId="ADAL" clId="{93063133-3906-4F30-A148-99717A6DC68B}" dt="2025-01-17T15:58:57.423" v="95" actId="113"/>
        <pc:sldMkLst>
          <pc:docMk/>
          <pc:sldMk cId="150708501" sldId="533"/>
        </pc:sldMkLst>
        <pc:spChg chg="mod">
          <ac:chgData name="Steven M Christey" userId="f24da668-4c1f-41c0-850e-113e2bdf78cf" providerId="ADAL" clId="{93063133-3906-4F30-A148-99717A6DC68B}" dt="2025-01-17T15:58:57.423" v="95" actId="113"/>
          <ac:spMkLst>
            <pc:docMk/>
            <pc:sldMk cId="150708501" sldId="533"/>
            <ac:spMk id="3" creationId="{D56FF49E-E3F8-8E2A-2DB7-2E9585AD88B0}"/>
          </ac:spMkLst>
        </pc:spChg>
      </pc:sldChg>
      <pc:sldChg chg="modSp mod ord">
        <pc:chgData name="Steven M Christey" userId="f24da668-4c1f-41c0-850e-113e2bdf78cf" providerId="ADAL" clId="{93063133-3906-4F30-A148-99717A6DC68B}" dt="2025-01-17T16:41:49.979" v="919" actId="20577"/>
        <pc:sldMkLst>
          <pc:docMk/>
          <pc:sldMk cId="674283638" sldId="534"/>
        </pc:sldMkLst>
        <pc:spChg chg="mod">
          <ac:chgData name="Steven M Christey" userId="f24da668-4c1f-41c0-850e-113e2bdf78cf" providerId="ADAL" clId="{93063133-3906-4F30-A148-99717A6DC68B}" dt="2025-01-17T16:41:49.979" v="919" actId="20577"/>
          <ac:spMkLst>
            <pc:docMk/>
            <pc:sldMk cId="674283638" sldId="534"/>
            <ac:spMk id="3" creationId="{1A065927-5551-1053-CA96-EFA73AF6FCFB}"/>
          </ac:spMkLst>
        </pc:spChg>
      </pc:sldChg>
      <pc:sldChg chg="modSp new mod">
        <pc:chgData name="Steven M Christey" userId="f24da668-4c1f-41c0-850e-113e2bdf78cf" providerId="ADAL" clId="{93063133-3906-4F30-A148-99717A6DC68B}" dt="2025-01-17T16:05:42.740" v="213" actId="14"/>
        <pc:sldMkLst>
          <pc:docMk/>
          <pc:sldMk cId="2801011041" sldId="536"/>
        </pc:sldMkLst>
      </pc:sldChg>
      <pc:sldChg chg="modSp new mod">
        <pc:chgData name="Steven M Christey" userId="f24da668-4c1f-41c0-850e-113e2bdf78cf" providerId="ADAL" clId="{93063133-3906-4F30-A148-99717A6DC68B}" dt="2025-01-17T16:32:35.483" v="687" actId="20577"/>
        <pc:sldMkLst>
          <pc:docMk/>
          <pc:sldMk cId="888421850" sldId="537"/>
        </pc:sldMkLst>
        <pc:spChg chg="mod">
          <ac:chgData name="Steven M Christey" userId="f24da668-4c1f-41c0-850e-113e2bdf78cf" providerId="ADAL" clId="{93063133-3906-4F30-A148-99717A6DC68B}" dt="2025-01-17T16:10:51.359" v="239" actId="20577"/>
          <ac:spMkLst>
            <pc:docMk/>
            <pc:sldMk cId="888421850" sldId="537"/>
            <ac:spMk id="2" creationId="{835A7D3D-6F87-EAE1-164D-E1B68A3642ED}"/>
          </ac:spMkLst>
        </pc:spChg>
        <pc:spChg chg="mod">
          <ac:chgData name="Steven M Christey" userId="f24da668-4c1f-41c0-850e-113e2bdf78cf" providerId="ADAL" clId="{93063133-3906-4F30-A148-99717A6DC68B}" dt="2025-01-17T16:32:35.483" v="687" actId="20577"/>
          <ac:spMkLst>
            <pc:docMk/>
            <pc:sldMk cId="888421850" sldId="537"/>
            <ac:spMk id="3" creationId="{4B0D9D66-4BEA-155F-4DD7-75F9A0868682}"/>
          </ac:spMkLst>
        </pc:spChg>
      </pc:sldChg>
      <pc:sldMasterChg chg="modSldLayout">
        <pc:chgData name="Steven M Christey" userId="f24da668-4c1f-41c0-850e-113e2bdf78cf" providerId="ADAL" clId="{93063133-3906-4F30-A148-99717A6DC68B}" dt="2025-01-17T16:30:18.717" v="514" actId="20577"/>
        <pc:sldMasterMkLst>
          <pc:docMk/>
          <pc:sldMasterMk cId="571324812" sldId="2147483656"/>
        </pc:sldMasterMkLst>
        <pc:sldLayoutChg chg="modSp mod">
          <pc:chgData name="Steven M Christey" userId="f24da668-4c1f-41c0-850e-113e2bdf78cf" providerId="ADAL" clId="{93063133-3906-4F30-A148-99717A6DC68B}" dt="2025-01-17T16:30:01.473" v="508" actId="20577"/>
          <pc:sldLayoutMkLst>
            <pc:docMk/>
            <pc:sldMasterMk cId="571324812" sldId="2147483656"/>
            <pc:sldLayoutMk cId="827350116" sldId="2147483660"/>
          </pc:sldLayoutMkLst>
          <pc:spChg chg="mod">
            <ac:chgData name="Steven M Christey" userId="f24da668-4c1f-41c0-850e-113e2bdf78cf" providerId="ADAL" clId="{93063133-3906-4F30-A148-99717A6DC68B}" dt="2025-01-17T16:30:01.473" v="508" actId="20577"/>
            <ac:spMkLst>
              <pc:docMk/>
              <pc:sldMasterMk cId="571324812" sldId="2147483656"/>
              <pc:sldLayoutMk cId="827350116" sldId="2147483660"/>
              <ac:spMk id="7" creationId="{9E70A04F-8616-609D-8225-4AD857445D04}"/>
            </ac:spMkLst>
          </pc:spChg>
        </pc:sldLayoutChg>
        <pc:sldLayoutChg chg="modSp mod">
          <pc:chgData name="Steven M Christey" userId="f24da668-4c1f-41c0-850e-113e2bdf78cf" providerId="ADAL" clId="{93063133-3906-4F30-A148-99717A6DC68B}" dt="2025-01-17T16:30:10.023" v="510" actId="20577"/>
          <pc:sldLayoutMkLst>
            <pc:docMk/>
            <pc:sldMasterMk cId="571324812" sldId="2147483656"/>
            <pc:sldLayoutMk cId="4160288765" sldId="2147483661"/>
          </pc:sldLayoutMkLst>
          <pc:spChg chg="mod">
            <ac:chgData name="Steven M Christey" userId="f24da668-4c1f-41c0-850e-113e2bdf78cf" providerId="ADAL" clId="{93063133-3906-4F30-A148-99717A6DC68B}" dt="2025-01-17T16:30:10.023" v="510" actId="20577"/>
            <ac:spMkLst>
              <pc:docMk/>
              <pc:sldMasterMk cId="571324812" sldId="2147483656"/>
              <pc:sldLayoutMk cId="4160288765" sldId="2147483661"/>
              <ac:spMk id="4" creationId="{89A8502D-2927-9695-96E9-8F406706FAB8}"/>
            </ac:spMkLst>
          </pc:spChg>
        </pc:sldLayoutChg>
        <pc:sldLayoutChg chg="modSp mod">
          <pc:chgData name="Steven M Christey" userId="f24da668-4c1f-41c0-850e-113e2bdf78cf" providerId="ADAL" clId="{93063133-3906-4F30-A148-99717A6DC68B}" dt="2025-01-17T16:30:14.688" v="512" actId="20577"/>
          <pc:sldLayoutMkLst>
            <pc:docMk/>
            <pc:sldMasterMk cId="571324812" sldId="2147483656"/>
            <pc:sldLayoutMk cId="838690321" sldId="2147483662"/>
          </pc:sldLayoutMkLst>
          <pc:spChg chg="mod">
            <ac:chgData name="Steven M Christey" userId="f24da668-4c1f-41c0-850e-113e2bdf78cf" providerId="ADAL" clId="{93063133-3906-4F30-A148-99717A6DC68B}" dt="2025-01-17T16:30:14.688" v="512" actId="20577"/>
            <ac:spMkLst>
              <pc:docMk/>
              <pc:sldMasterMk cId="571324812" sldId="2147483656"/>
              <pc:sldLayoutMk cId="838690321" sldId="2147483662"/>
              <ac:spMk id="7" creationId="{C07B8B59-72BB-402C-0548-28CBE824E528}"/>
            </ac:spMkLst>
          </pc:spChg>
        </pc:sldLayoutChg>
        <pc:sldLayoutChg chg="modSp mod">
          <pc:chgData name="Steven M Christey" userId="f24da668-4c1f-41c0-850e-113e2bdf78cf" providerId="ADAL" clId="{93063133-3906-4F30-A148-99717A6DC68B}" dt="2025-01-17T16:30:18.717" v="514" actId="20577"/>
          <pc:sldLayoutMkLst>
            <pc:docMk/>
            <pc:sldMasterMk cId="571324812" sldId="2147483656"/>
            <pc:sldLayoutMk cId="4234124309" sldId="2147483663"/>
          </pc:sldLayoutMkLst>
          <pc:spChg chg="mod">
            <ac:chgData name="Steven M Christey" userId="f24da668-4c1f-41c0-850e-113e2bdf78cf" providerId="ADAL" clId="{93063133-3906-4F30-A148-99717A6DC68B}" dt="2025-01-17T16:30:18.717" v="514" actId="20577"/>
            <ac:spMkLst>
              <pc:docMk/>
              <pc:sldMasterMk cId="571324812" sldId="2147483656"/>
              <pc:sldLayoutMk cId="4234124309" sldId="2147483663"/>
              <ac:spMk id="4" creationId="{6DE9556C-601C-A625-8E9C-D685CD0558F6}"/>
            </ac:spMkLst>
          </pc:spChg>
        </pc:sldLayoutChg>
        <pc:sldLayoutChg chg="modSp mod">
          <pc:chgData name="Steven M Christey" userId="f24da668-4c1f-41c0-850e-113e2bdf78cf" providerId="ADAL" clId="{93063133-3906-4F30-A148-99717A6DC68B}" dt="2025-01-17T16:29:56.589" v="506" actId="20577"/>
          <pc:sldLayoutMkLst>
            <pc:docMk/>
            <pc:sldMasterMk cId="571324812" sldId="2147483656"/>
            <pc:sldLayoutMk cId="115249480" sldId="2147483665"/>
          </pc:sldLayoutMkLst>
          <pc:spChg chg="mod">
            <ac:chgData name="Steven M Christey" userId="f24da668-4c1f-41c0-850e-113e2bdf78cf" providerId="ADAL" clId="{93063133-3906-4F30-A148-99717A6DC68B}" dt="2025-01-17T16:29:56.589" v="506" actId="20577"/>
            <ac:spMkLst>
              <pc:docMk/>
              <pc:sldMasterMk cId="571324812" sldId="2147483656"/>
              <pc:sldLayoutMk cId="115249480" sldId="2147483665"/>
              <ac:spMk id="4" creationId="{0547FED3-2C30-F4E6-3048-5675580799A0}"/>
            </ac:spMkLst>
          </pc:spChg>
        </pc:sldLayoutChg>
        <pc:sldLayoutChg chg="modSp mod">
          <pc:chgData name="Steven M Christey" userId="f24da668-4c1f-41c0-850e-113e2bdf78cf" providerId="ADAL" clId="{93063133-3906-4F30-A148-99717A6DC68B}" dt="2025-01-17T16:29:50.368" v="504" actId="20577"/>
          <pc:sldLayoutMkLst>
            <pc:docMk/>
            <pc:sldMasterMk cId="571324812" sldId="2147483656"/>
            <pc:sldLayoutMk cId="4126487817" sldId="2147483666"/>
          </pc:sldLayoutMkLst>
          <pc:spChg chg="mod">
            <ac:chgData name="Steven M Christey" userId="f24da668-4c1f-41c0-850e-113e2bdf78cf" providerId="ADAL" clId="{93063133-3906-4F30-A148-99717A6DC68B}" dt="2025-01-17T16:29:50.368" v="504" actId="20577"/>
            <ac:spMkLst>
              <pc:docMk/>
              <pc:sldMasterMk cId="571324812" sldId="2147483656"/>
              <pc:sldLayoutMk cId="4126487817" sldId="2147483666"/>
              <ac:spMk id="20" creationId="{64B792E7-8D76-4EA8-9A42-E8F018734208}"/>
            </ac:spMkLst>
          </pc:spChg>
        </pc:sldLayoutChg>
        <pc:sldLayoutChg chg="modSp mod">
          <pc:chgData name="Steven M Christey" userId="f24da668-4c1f-41c0-850e-113e2bdf78cf" providerId="ADAL" clId="{93063133-3906-4F30-A148-99717A6DC68B}" dt="2025-01-17T16:29:43.659" v="502" actId="20577"/>
          <pc:sldLayoutMkLst>
            <pc:docMk/>
            <pc:sldMasterMk cId="571324812" sldId="2147483656"/>
            <pc:sldLayoutMk cId="431849749" sldId="2147483667"/>
          </pc:sldLayoutMkLst>
          <pc:spChg chg="mod">
            <ac:chgData name="Steven M Christey" userId="f24da668-4c1f-41c0-850e-113e2bdf78cf" providerId="ADAL" clId="{93063133-3906-4F30-A148-99717A6DC68B}" dt="2025-01-17T16:29:43.659" v="502" actId="20577"/>
            <ac:spMkLst>
              <pc:docMk/>
              <pc:sldMasterMk cId="571324812" sldId="2147483656"/>
              <pc:sldLayoutMk cId="431849749" sldId="2147483667"/>
              <ac:spMk id="6" creationId="{DC740274-008C-0C73-052B-7BFB85A61250}"/>
            </ac:spMkLst>
          </pc:spChg>
        </pc:sldLayoutChg>
      </pc:sldMasterChg>
    </pc:docChg>
  </pc:docChgLst>
  <pc:docChgLst>
    <pc:chgData name="Steven M Christey" userId="f24da668-4c1f-41c0-850e-113e2bdf78cf" providerId="ADAL" clId="{D2310769-A872-4D86-AB53-6BE45AB1A5CC}"/>
    <pc:docChg chg="undo custSel addSld delSld modSld sldOrd">
      <pc:chgData name="Steven M Christey" userId="f24da668-4c1f-41c0-850e-113e2bdf78cf" providerId="ADAL" clId="{D2310769-A872-4D86-AB53-6BE45AB1A5CC}" dt="2024-11-01T15:45:37.427" v="853" actId="20577"/>
      <pc:docMkLst>
        <pc:docMk/>
      </pc:docMkLst>
      <pc:sldChg chg="modSp mod">
        <pc:chgData name="Steven M Christey" userId="f24da668-4c1f-41c0-850e-113e2bdf78cf" providerId="ADAL" clId="{D2310769-A872-4D86-AB53-6BE45AB1A5CC}" dt="2024-11-01T14:17:21.106" v="19" actId="20577"/>
        <pc:sldMkLst>
          <pc:docMk/>
          <pc:sldMk cId="1454278300" sldId="459"/>
        </pc:sldMkLst>
      </pc:sldChg>
      <pc:sldChg chg="modSp mod">
        <pc:chgData name="Steven M Christey" userId="f24da668-4c1f-41c0-850e-113e2bdf78cf" providerId="ADAL" clId="{D2310769-A872-4D86-AB53-6BE45AB1A5CC}" dt="2024-11-01T14:17:34.613" v="29" actId="20577"/>
        <pc:sldMkLst>
          <pc:docMk/>
          <pc:sldMk cId="1259113184" sldId="475"/>
        </pc:sldMkLst>
      </pc:sldChg>
      <pc:sldChg chg="del">
        <pc:chgData name="Steven M Christey" userId="f24da668-4c1f-41c0-850e-113e2bdf78cf" providerId="ADAL" clId="{D2310769-A872-4D86-AB53-6BE45AB1A5CC}" dt="2024-11-01T14:33:45.475" v="400" actId="47"/>
        <pc:sldMkLst>
          <pc:docMk/>
          <pc:sldMk cId="548372673" sldId="480"/>
        </pc:sldMkLst>
      </pc:sldChg>
      <pc:sldChg chg="del">
        <pc:chgData name="Steven M Christey" userId="f24da668-4c1f-41c0-850e-113e2bdf78cf" providerId="ADAL" clId="{D2310769-A872-4D86-AB53-6BE45AB1A5CC}" dt="2024-11-01T14:26:29.843" v="297" actId="47"/>
        <pc:sldMkLst>
          <pc:docMk/>
          <pc:sldMk cId="264977004" sldId="484"/>
        </pc:sldMkLst>
      </pc:sldChg>
      <pc:sldChg chg="modSp mod">
        <pc:chgData name="Steven M Christey" userId="f24da668-4c1f-41c0-850e-113e2bdf78cf" providerId="ADAL" clId="{D2310769-A872-4D86-AB53-6BE45AB1A5CC}" dt="2024-11-01T14:38:06.434" v="590" actId="20577"/>
        <pc:sldMkLst>
          <pc:docMk/>
          <pc:sldMk cId="1434978729" sldId="489"/>
        </pc:sldMkLst>
      </pc:sldChg>
      <pc:sldChg chg="del">
        <pc:chgData name="Steven M Christey" userId="f24da668-4c1f-41c0-850e-113e2bdf78cf" providerId="ADAL" clId="{D2310769-A872-4D86-AB53-6BE45AB1A5CC}" dt="2024-11-01T14:26:34.132" v="298" actId="47"/>
        <pc:sldMkLst>
          <pc:docMk/>
          <pc:sldMk cId="1582117500" sldId="495"/>
        </pc:sldMkLst>
      </pc:sldChg>
      <pc:sldChg chg="del">
        <pc:chgData name="Steven M Christey" userId="f24da668-4c1f-41c0-850e-113e2bdf78cf" providerId="ADAL" clId="{D2310769-A872-4D86-AB53-6BE45AB1A5CC}" dt="2024-11-01T14:33:08.456" v="394" actId="47"/>
        <pc:sldMkLst>
          <pc:docMk/>
          <pc:sldMk cId="3714274698" sldId="503"/>
        </pc:sldMkLst>
      </pc:sldChg>
      <pc:sldChg chg="del">
        <pc:chgData name="Steven M Christey" userId="f24da668-4c1f-41c0-850e-113e2bdf78cf" providerId="ADAL" clId="{D2310769-A872-4D86-AB53-6BE45AB1A5CC}" dt="2024-11-01T14:33:09.888" v="395" actId="47"/>
        <pc:sldMkLst>
          <pc:docMk/>
          <pc:sldMk cId="1661787862" sldId="504"/>
        </pc:sldMkLst>
      </pc:sldChg>
      <pc:sldChg chg="modSp mod">
        <pc:chgData name="Steven M Christey" userId="f24da668-4c1f-41c0-850e-113e2bdf78cf" providerId="ADAL" clId="{D2310769-A872-4D86-AB53-6BE45AB1A5CC}" dt="2024-11-01T14:48:23.415" v="621" actId="20577"/>
        <pc:sldMkLst>
          <pc:docMk/>
          <pc:sldMk cId="915149386" sldId="514"/>
        </pc:sldMkLst>
      </pc:sldChg>
      <pc:sldChg chg="addSp delSp modSp mod">
        <pc:chgData name="Steven M Christey" userId="f24da668-4c1f-41c0-850e-113e2bdf78cf" providerId="ADAL" clId="{D2310769-A872-4D86-AB53-6BE45AB1A5CC}" dt="2024-11-01T14:39:00.242" v="612" actId="20577"/>
        <pc:sldMkLst>
          <pc:docMk/>
          <pc:sldMk cId="725849126" sldId="515"/>
        </pc:sldMkLst>
      </pc:sldChg>
      <pc:sldChg chg="ord">
        <pc:chgData name="Steven M Christey" userId="f24da668-4c1f-41c0-850e-113e2bdf78cf" providerId="ADAL" clId="{D2310769-A872-4D86-AB53-6BE45AB1A5CC}" dt="2024-11-01T14:33:58.671" v="402"/>
        <pc:sldMkLst>
          <pc:docMk/>
          <pc:sldMk cId="2222703689" sldId="517"/>
        </pc:sldMkLst>
      </pc:sldChg>
      <pc:sldChg chg="ord">
        <pc:chgData name="Steven M Christey" userId="f24da668-4c1f-41c0-850e-113e2bdf78cf" providerId="ADAL" clId="{D2310769-A872-4D86-AB53-6BE45AB1A5CC}" dt="2024-11-01T14:33:58.671" v="402"/>
        <pc:sldMkLst>
          <pc:docMk/>
          <pc:sldMk cId="1368757520" sldId="518"/>
        </pc:sldMkLst>
      </pc:sldChg>
      <pc:sldChg chg="addSp delSp modSp new mod">
        <pc:chgData name="Steven M Christey" userId="f24da668-4c1f-41c0-850e-113e2bdf78cf" providerId="ADAL" clId="{D2310769-A872-4D86-AB53-6BE45AB1A5CC}" dt="2024-11-01T15:30:49.189" v="645" actId="9405"/>
        <pc:sldMkLst>
          <pc:docMk/>
          <pc:sldMk cId="3935828083" sldId="519"/>
        </pc:sldMkLst>
      </pc:sldChg>
      <pc:sldChg chg="addSp delSp modSp add mod">
        <pc:chgData name="Steven M Christey" userId="f24da668-4c1f-41c0-850e-113e2bdf78cf" providerId="ADAL" clId="{D2310769-A872-4D86-AB53-6BE45AB1A5CC}" dt="2024-11-01T14:34:57.920" v="452" actId="14100"/>
        <pc:sldMkLst>
          <pc:docMk/>
          <pc:sldMk cId="1883065944" sldId="520"/>
        </pc:sldMkLst>
      </pc:sldChg>
      <pc:sldChg chg="addSp delSp modSp add mod">
        <pc:chgData name="Steven M Christey" userId="f24da668-4c1f-41c0-850e-113e2bdf78cf" providerId="ADAL" clId="{D2310769-A872-4D86-AB53-6BE45AB1A5CC}" dt="2024-11-01T14:35:47.152" v="488" actId="20577"/>
        <pc:sldMkLst>
          <pc:docMk/>
          <pc:sldMk cId="3904322532" sldId="521"/>
        </pc:sldMkLst>
      </pc:sldChg>
      <pc:sldChg chg="addSp delSp modSp add mod">
        <pc:chgData name="Steven M Christey" userId="f24da668-4c1f-41c0-850e-113e2bdf78cf" providerId="ADAL" clId="{D2310769-A872-4D86-AB53-6BE45AB1A5CC}" dt="2024-11-01T15:30:19.376" v="644" actId="9405"/>
        <pc:sldMkLst>
          <pc:docMk/>
          <pc:sldMk cId="2763150767" sldId="522"/>
        </pc:sldMkLst>
      </pc:sldChg>
      <pc:sldChg chg="modSp add mod">
        <pc:chgData name="Steven M Christey" userId="f24da668-4c1f-41c0-850e-113e2bdf78cf" providerId="ADAL" clId="{D2310769-A872-4D86-AB53-6BE45AB1A5CC}" dt="2024-11-01T15:45:37.427" v="853" actId="20577"/>
        <pc:sldMkLst>
          <pc:docMk/>
          <pc:sldMk cId="2028407806" sldId="523"/>
        </pc:sldMkLst>
      </pc:sldChg>
    </pc:docChg>
  </pc:docChgLst>
  <pc:docChgLst>
    <pc:chgData name="Connor Mullaly" userId="731a1e22-c293-4cbb-8aca-216affcf4059" providerId="ADAL" clId="{38BAB698-7998-44D3-960A-A7863BA588AF}"/>
    <pc:docChg chg="undo custSel addSld delSld modSld sldOrd">
      <pc:chgData name="Connor Mullaly" userId="731a1e22-c293-4cbb-8aca-216affcf4059" providerId="ADAL" clId="{38BAB698-7998-44D3-960A-A7863BA588AF}" dt="2024-09-20T15:25:54.730" v="483" actId="20577"/>
      <pc:docMkLst>
        <pc:docMk/>
      </pc:docMkLst>
      <pc:sldChg chg="modSp mod">
        <pc:chgData name="Connor Mullaly" userId="731a1e22-c293-4cbb-8aca-216affcf4059" providerId="ADAL" clId="{38BAB698-7998-44D3-960A-A7863BA588AF}" dt="2024-09-20T14:28:53.021" v="3" actId="20577"/>
        <pc:sldMkLst>
          <pc:docMk/>
          <pc:sldMk cId="1454278300" sldId="459"/>
        </pc:sldMkLst>
      </pc:sldChg>
      <pc:sldChg chg="modSp mod">
        <pc:chgData name="Connor Mullaly" userId="731a1e22-c293-4cbb-8aca-216affcf4059" providerId="ADAL" clId="{38BAB698-7998-44D3-960A-A7863BA588AF}" dt="2024-09-20T14:50:31.280" v="444" actId="20577"/>
        <pc:sldMkLst>
          <pc:docMk/>
          <pc:sldMk cId="1259113184" sldId="475"/>
        </pc:sldMkLst>
      </pc:sldChg>
      <pc:sldChg chg="modSp mod">
        <pc:chgData name="Connor Mullaly" userId="731a1e22-c293-4cbb-8aca-216affcf4059" providerId="ADAL" clId="{38BAB698-7998-44D3-960A-A7863BA588AF}" dt="2024-09-20T14:49:50.182" v="381" actId="207"/>
        <pc:sldMkLst>
          <pc:docMk/>
          <pc:sldMk cId="264977004" sldId="484"/>
        </pc:sldMkLst>
      </pc:sldChg>
      <pc:sldChg chg="modSp mod modCm">
        <pc:chgData name="Connor Mullaly" userId="731a1e22-c293-4cbb-8aca-216affcf4059" providerId="ADAL" clId="{38BAB698-7998-44D3-960A-A7863BA588AF}" dt="2024-09-20T15:20:54.359" v="481" actId="20577"/>
        <pc:sldMkLst>
          <pc:docMk/>
          <pc:sldMk cId="4197602607" sldId="488"/>
        </pc:sldMkLst>
        <pc:extLst>
          <p:ext xmlns:p="http://schemas.openxmlformats.org/presentationml/2006/main" uri="{D6D511B9-2390-475A-947B-AFAB55BFBCF1}">
            <pc226:cmChg xmlns:pc226="http://schemas.microsoft.com/office/powerpoint/2022/06/main/command" chg="mod">
              <pc226:chgData name="Connor Mullaly" userId="731a1e22-c293-4cbb-8aca-216affcf4059" providerId="ADAL" clId="{38BAB698-7998-44D3-960A-A7863BA588AF}" dt="2024-09-20T15:20:54.359" v="481" actId="20577"/>
              <pc2:cmMkLst xmlns:pc2="http://schemas.microsoft.com/office/powerpoint/2019/9/main/command">
                <pc:docMk/>
                <pc:sldMk cId="4197602607" sldId="488"/>
                <pc2:cmMk id="{7635F241-75AB-F64C-9F2A-2E987A44DF3F}"/>
              </pc2:cmMkLst>
            </pc226:cmChg>
          </p:ext>
        </pc:extLst>
      </pc:sldChg>
      <pc:sldChg chg="modSp mod">
        <pc:chgData name="Connor Mullaly" userId="731a1e22-c293-4cbb-8aca-216affcf4059" providerId="ADAL" clId="{38BAB698-7998-44D3-960A-A7863BA588AF}" dt="2024-09-20T14:40:19.444" v="245" actId="20577"/>
        <pc:sldMkLst>
          <pc:docMk/>
          <pc:sldMk cId="3218877620" sldId="489"/>
        </pc:sldMkLst>
      </pc:sldChg>
      <pc:sldChg chg="del">
        <pc:chgData name="Connor Mullaly" userId="731a1e22-c293-4cbb-8aca-216affcf4059" providerId="ADAL" clId="{38BAB698-7998-44D3-960A-A7863BA588AF}" dt="2024-09-20T14:39:31.186" v="240" actId="47"/>
        <pc:sldMkLst>
          <pc:docMk/>
          <pc:sldMk cId="4195993894" sldId="492"/>
        </pc:sldMkLst>
      </pc:sldChg>
      <pc:sldChg chg="modSp mod">
        <pc:chgData name="Connor Mullaly" userId="731a1e22-c293-4cbb-8aca-216affcf4059" providerId="ADAL" clId="{38BAB698-7998-44D3-960A-A7863BA588AF}" dt="2024-09-20T14:47:22.334" v="354" actId="20577"/>
        <pc:sldMkLst>
          <pc:docMk/>
          <pc:sldMk cId="1870174279" sldId="493"/>
        </pc:sldMkLst>
      </pc:sldChg>
      <pc:sldChg chg="modSp mod">
        <pc:chgData name="Connor Mullaly" userId="731a1e22-c293-4cbb-8aca-216affcf4059" providerId="ADAL" clId="{38BAB698-7998-44D3-960A-A7863BA588AF}" dt="2024-09-20T14:45:15.769" v="333" actId="207"/>
        <pc:sldMkLst>
          <pc:docMk/>
          <pc:sldMk cId="250821381" sldId="494"/>
        </pc:sldMkLst>
      </pc:sldChg>
      <pc:sldChg chg="del">
        <pc:chgData name="Connor Mullaly" userId="731a1e22-c293-4cbb-8aca-216affcf4059" providerId="ADAL" clId="{38BAB698-7998-44D3-960A-A7863BA588AF}" dt="2024-09-20T14:39:57.899" v="241" actId="47"/>
        <pc:sldMkLst>
          <pc:docMk/>
          <pc:sldMk cId="3398638979" sldId="496"/>
        </pc:sldMkLst>
      </pc:sldChg>
      <pc:sldChg chg="del">
        <pc:chgData name="Connor Mullaly" userId="731a1e22-c293-4cbb-8aca-216affcf4059" providerId="ADAL" clId="{38BAB698-7998-44D3-960A-A7863BA588AF}" dt="2024-09-20T14:40:00.191" v="242" actId="47"/>
        <pc:sldMkLst>
          <pc:docMk/>
          <pc:sldMk cId="3618620616" sldId="497"/>
        </pc:sldMkLst>
      </pc:sldChg>
      <pc:sldChg chg="modSp mod">
        <pc:chgData name="Connor Mullaly" userId="731a1e22-c293-4cbb-8aca-216affcf4059" providerId="ADAL" clId="{38BAB698-7998-44D3-960A-A7863BA588AF}" dt="2024-09-20T14:45:38.619" v="335" actId="20577"/>
        <pc:sldMkLst>
          <pc:docMk/>
          <pc:sldMk cId="2746674832" sldId="501"/>
        </pc:sldMkLst>
      </pc:sldChg>
      <pc:sldChg chg="del">
        <pc:chgData name="Connor Mullaly" userId="731a1e22-c293-4cbb-8aca-216affcf4059" providerId="ADAL" clId="{38BAB698-7998-44D3-960A-A7863BA588AF}" dt="2024-09-20T14:32:51.813" v="71" actId="47"/>
        <pc:sldMkLst>
          <pc:docMk/>
          <pc:sldMk cId="1027931571" sldId="502"/>
        </pc:sldMkLst>
      </pc:sldChg>
      <pc:sldChg chg="del">
        <pc:chgData name="Connor Mullaly" userId="731a1e22-c293-4cbb-8aca-216affcf4059" providerId="ADAL" clId="{38BAB698-7998-44D3-960A-A7863BA588AF}" dt="2024-09-20T14:39:25.341" v="238" actId="47"/>
        <pc:sldMkLst>
          <pc:docMk/>
          <pc:sldMk cId="875236698" sldId="505"/>
        </pc:sldMkLst>
      </pc:sldChg>
      <pc:sldChg chg="del">
        <pc:chgData name="Connor Mullaly" userId="731a1e22-c293-4cbb-8aca-216affcf4059" providerId="ADAL" clId="{38BAB698-7998-44D3-960A-A7863BA588AF}" dt="2024-09-20T14:32:54.740" v="72" actId="47"/>
        <pc:sldMkLst>
          <pc:docMk/>
          <pc:sldMk cId="1921678071" sldId="508"/>
        </pc:sldMkLst>
      </pc:sldChg>
      <pc:sldChg chg="del">
        <pc:chgData name="Connor Mullaly" userId="731a1e22-c293-4cbb-8aca-216affcf4059" providerId="ADAL" clId="{38BAB698-7998-44D3-960A-A7863BA588AF}" dt="2024-09-20T14:39:28.118" v="239" actId="47"/>
        <pc:sldMkLst>
          <pc:docMk/>
          <pc:sldMk cId="3368767752" sldId="509"/>
        </pc:sldMkLst>
      </pc:sldChg>
      <pc:sldChg chg="modSp new mod">
        <pc:chgData name="Connor Mullaly" userId="731a1e22-c293-4cbb-8aca-216affcf4059" providerId="ADAL" clId="{38BAB698-7998-44D3-960A-A7863BA588AF}" dt="2024-09-20T14:45:19.889" v="334" actId="207"/>
        <pc:sldMkLst>
          <pc:docMk/>
          <pc:sldMk cId="1290072596" sldId="512"/>
        </pc:sldMkLst>
      </pc:sldChg>
      <pc:sldChg chg="modSp new mod ord">
        <pc:chgData name="Connor Mullaly" userId="731a1e22-c293-4cbb-8aca-216affcf4059" providerId="ADAL" clId="{38BAB698-7998-44D3-960A-A7863BA588AF}" dt="2024-09-20T15:25:54.730" v="483" actId="20577"/>
        <pc:sldMkLst>
          <pc:docMk/>
          <pc:sldMk cId="174106093" sldId="513"/>
        </pc:sldMkLst>
      </pc:sldChg>
    </pc:docChg>
  </pc:docChgLst>
  <pc:docChgLst>
    <pc:chgData name="Steven M Christey" userId="f24da668-4c1f-41c0-850e-113e2bdf78cf" providerId="ADAL" clId="{9EB1DD96-61C7-4D25-B57A-B6E2C03C0361}"/>
    <pc:docChg chg="undo custSel addSld delSld modSld">
      <pc:chgData name="Steven M Christey" userId="f24da668-4c1f-41c0-850e-113e2bdf78cf" providerId="ADAL" clId="{9EB1DD96-61C7-4D25-B57A-B6E2C03C0361}" dt="2024-11-15T15:47:22.720" v="1994"/>
      <pc:docMkLst>
        <pc:docMk/>
      </pc:docMkLst>
      <pc:sldChg chg="modSp mod">
        <pc:chgData name="Steven M Christey" userId="f24da668-4c1f-41c0-850e-113e2bdf78cf" providerId="ADAL" clId="{9EB1DD96-61C7-4D25-B57A-B6E2C03C0361}" dt="2024-11-15T15:00:10.338" v="0" actId="20577"/>
        <pc:sldMkLst>
          <pc:docMk/>
          <pc:sldMk cId="1454278300" sldId="459"/>
        </pc:sldMkLst>
        <pc:spChg chg="mod">
          <ac:chgData name="Steven M Christey" userId="f24da668-4c1f-41c0-850e-113e2bdf78cf" providerId="ADAL" clId="{9EB1DD96-61C7-4D25-B57A-B6E2C03C0361}" dt="2024-11-15T15:00:10.338" v="0" actId="20577"/>
          <ac:spMkLst>
            <pc:docMk/>
            <pc:sldMk cId="1454278300" sldId="459"/>
            <ac:spMk id="3" creationId="{0992DF88-AC24-0FBF-1177-62DD9110498B}"/>
          </ac:spMkLst>
        </pc:spChg>
      </pc:sldChg>
      <pc:sldChg chg="modSp mod">
        <pc:chgData name="Steven M Christey" userId="f24da668-4c1f-41c0-850e-113e2bdf78cf" providerId="ADAL" clId="{9EB1DD96-61C7-4D25-B57A-B6E2C03C0361}" dt="2024-11-15T15:47:22.720" v="1994"/>
        <pc:sldMkLst>
          <pc:docMk/>
          <pc:sldMk cId="1434978729" sldId="489"/>
        </pc:sldMkLst>
      </pc:sldChg>
      <pc:sldChg chg="modSp mod">
        <pc:chgData name="Steven M Christey" userId="f24da668-4c1f-41c0-850e-113e2bdf78cf" providerId="ADAL" clId="{9EB1DD96-61C7-4D25-B57A-B6E2C03C0361}" dt="2024-11-15T15:00:49.083" v="48" actId="20577"/>
        <pc:sldMkLst>
          <pc:docMk/>
          <pc:sldMk cId="915149386" sldId="514"/>
        </pc:sldMkLst>
        <pc:spChg chg="mod">
          <ac:chgData name="Steven M Christey" userId="f24da668-4c1f-41c0-850e-113e2bdf78cf" providerId="ADAL" clId="{9EB1DD96-61C7-4D25-B57A-B6E2C03C0361}" dt="2024-11-15T15:00:49.083" v="48" actId="20577"/>
          <ac:spMkLst>
            <pc:docMk/>
            <pc:sldMk cId="915149386" sldId="514"/>
            <ac:spMk id="3" creationId="{D4348C02-DFCE-A2E4-D523-D69A254A7D49}"/>
          </ac:spMkLst>
        </pc:spChg>
      </pc:sldChg>
      <pc:sldChg chg="modSp mod">
        <pc:chgData name="Steven M Christey" userId="f24da668-4c1f-41c0-850e-113e2bdf78cf" providerId="ADAL" clId="{9EB1DD96-61C7-4D25-B57A-B6E2C03C0361}" dt="2024-11-15T15:26:12.883" v="225"/>
        <pc:sldMkLst>
          <pc:docMk/>
          <pc:sldMk cId="725849126" sldId="515"/>
        </pc:sldMkLst>
      </pc:sldChg>
      <pc:sldChg chg="new del">
        <pc:chgData name="Steven M Christey" userId="f24da668-4c1f-41c0-850e-113e2bdf78cf" providerId="ADAL" clId="{9EB1DD96-61C7-4D25-B57A-B6E2C03C0361}" dt="2024-11-15T15:47:14.348" v="1992" actId="47"/>
        <pc:sldMkLst>
          <pc:docMk/>
          <pc:sldMk cId="604702205" sldId="519"/>
        </pc:sldMkLst>
      </pc:sldChg>
      <pc:sldChg chg="new del">
        <pc:chgData name="Steven M Christey" userId="f24da668-4c1f-41c0-850e-113e2bdf78cf" providerId="ADAL" clId="{9EB1DD96-61C7-4D25-B57A-B6E2C03C0361}" dt="2024-11-15T15:26:31.189" v="227" actId="680"/>
        <pc:sldMkLst>
          <pc:docMk/>
          <pc:sldMk cId="3891555481" sldId="519"/>
        </pc:sldMkLst>
      </pc:sldChg>
      <pc:sldChg chg="del">
        <pc:chgData name="Steven M Christey" userId="f24da668-4c1f-41c0-850e-113e2bdf78cf" providerId="ADAL" clId="{9EB1DD96-61C7-4D25-B57A-B6E2C03C0361}" dt="2024-11-15T15:25:44.525" v="222" actId="47"/>
        <pc:sldMkLst>
          <pc:docMk/>
          <pc:sldMk cId="3935828083" sldId="519"/>
        </pc:sldMkLst>
      </pc:sldChg>
      <pc:sldChg chg="del">
        <pc:chgData name="Steven M Christey" userId="f24da668-4c1f-41c0-850e-113e2bdf78cf" providerId="ADAL" clId="{9EB1DD96-61C7-4D25-B57A-B6E2C03C0361}" dt="2024-11-15T15:25:44.525" v="222" actId="47"/>
        <pc:sldMkLst>
          <pc:docMk/>
          <pc:sldMk cId="1883065944" sldId="520"/>
        </pc:sldMkLst>
      </pc:sldChg>
      <pc:sldChg chg="addSp delSp modSp new mod">
        <pc:chgData name="Steven M Christey" userId="f24da668-4c1f-41c0-850e-113e2bdf78cf" providerId="ADAL" clId="{9EB1DD96-61C7-4D25-B57A-B6E2C03C0361}" dt="2024-11-15T15:29:00.934" v="341" actId="207"/>
        <pc:sldMkLst>
          <pc:docMk/>
          <pc:sldMk cId="3920576360" sldId="520"/>
        </pc:sldMkLst>
      </pc:sldChg>
      <pc:sldChg chg="addSp delSp modSp new mod">
        <pc:chgData name="Steven M Christey" userId="f24da668-4c1f-41c0-850e-113e2bdf78cf" providerId="ADAL" clId="{9EB1DD96-61C7-4D25-B57A-B6E2C03C0361}" dt="2024-11-15T15:32:47.724" v="731" actId="1076"/>
        <pc:sldMkLst>
          <pc:docMk/>
          <pc:sldMk cId="1120399296" sldId="521"/>
        </pc:sldMkLst>
      </pc:sldChg>
      <pc:sldChg chg="del">
        <pc:chgData name="Steven M Christey" userId="f24da668-4c1f-41c0-850e-113e2bdf78cf" providerId="ADAL" clId="{9EB1DD96-61C7-4D25-B57A-B6E2C03C0361}" dt="2024-11-15T15:25:44.525" v="222" actId="47"/>
        <pc:sldMkLst>
          <pc:docMk/>
          <pc:sldMk cId="3904322532" sldId="521"/>
        </pc:sldMkLst>
      </pc:sldChg>
      <pc:sldChg chg="addSp delSp modSp new mod">
        <pc:chgData name="Steven M Christey" userId="f24da668-4c1f-41c0-850e-113e2bdf78cf" providerId="ADAL" clId="{9EB1DD96-61C7-4D25-B57A-B6E2C03C0361}" dt="2024-11-15T15:36:15.496" v="1105" actId="1076"/>
        <pc:sldMkLst>
          <pc:docMk/>
          <pc:sldMk cId="886054424" sldId="522"/>
        </pc:sldMkLst>
      </pc:sldChg>
      <pc:sldChg chg="del">
        <pc:chgData name="Steven M Christey" userId="f24da668-4c1f-41c0-850e-113e2bdf78cf" providerId="ADAL" clId="{9EB1DD96-61C7-4D25-B57A-B6E2C03C0361}" dt="2024-11-15T15:25:51.896" v="223" actId="47"/>
        <pc:sldMkLst>
          <pc:docMk/>
          <pc:sldMk cId="2763150767" sldId="522"/>
        </pc:sldMkLst>
      </pc:sldChg>
      <pc:sldChg chg="del">
        <pc:chgData name="Steven M Christey" userId="f24da668-4c1f-41c0-850e-113e2bdf78cf" providerId="ADAL" clId="{9EB1DD96-61C7-4D25-B57A-B6E2C03C0361}" dt="2024-11-15T15:25:51.896" v="223" actId="47"/>
        <pc:sldMkLst>
          <pc:docMk/>
          <pc:sldMk cId="2028407806" sldId="523"/>
        </pc:sldMkLst>
      </pc:sldChg>
      <pc:sldChg chg="addSp delSp modSp new mod">
        <pc:chgData name="Steven M Christey" userId="f24da668-4c1f-41c0-850e-113e2bdf78cf" providerId="ADAL" clId="{9EB1DD96-61C7-4D25-B57A-B6E2C03C0361}" dt="2024-11-15T15:37:36.006" v="1305" actId="1076"/>
        <pc:sldMkLst>
          <pc:docMk/>
          <pc:sldMk cId="2977047529" sldId="523"/>
        </pc:sldMkLst>
      </pc:sldChg>
      <pc:sldChg chg="addSp delSp modSp new mod">
        <pc:chgData name="Steven M Christey" userId="f24da668-4c1f-41c0-850e-113e2bdf78cf" providerId="ADAL" clId="{9EB1DD96-61C7-4D25-B57A-B6E2C03C0361}" dt="2024-11-15T15:38:19.334" v="1392" actId="14100"/>
        <pc:sldMkLst>
          <pc:docMk/>
          <pc:sldMk cId="1307360591" sldId="524"/>
        </pc:sldMkLst>
      </pc:sldChg>
      <pc:sldChg chg="new del">
        <pc:chgData name="Steven M Christey" userId="f24da668-4c1f-41c0-850e-113e2bdf78cf" providerId="ADAL" clId="{9EB1DD96-61C7-4D25-B57A-B6E2C03C0361}" dt="2024-11-15T15:47:12.788" v="1990" actId="47"/>
        <pc:sldMkLst>
          <pc:docMk/>
          <pc:sldMk cId="484985232" sldId="525"/>
        </pc:sldMkLst>
      </pc:sldChg>
      <pc:sldChg chg="new del">
        <pc:chgData name="Steven M Christey" userId="f24da668-4c1f-41c0-850e-113e2bdf78cf" providerId="ADAL" clId="{9EB1DD96-61C7-4D25-B57A-B6E2C03C0361}" dt="2024-11-15T15:47:13.620" v="1991" actId="47"/>
        <pc:sldMkLst>
          <pc:docMk/>
          <pc:sldMk cId="4280241540" sldId="526"/>
        </pc:sldMkLst>
      </pc:sldChg>
      <pc:sldChg chg="addSp delSp modSp new mod">
        <pc:chgData name="Steven M Christey" userId="f24da668-4c1f-41c0-850e-113e2bdf78cf" providerId="ADAL" clId="{9EB1DD96-61C7-4D25-B57A-B6E2C03C0361}" dt="2024-11-15T15:41:53.253" v="1645" actId="14100"/>
        <pc:sldMkLst>
          <pc:docMk/>
          <pc:sldMk cId="2418741746" sldId="527"/>
        </pc:sldMkLst>
      </pc:sldChg>
      <pc:sldChg chg="addSp delSp modSp new mod">
        <pc:chgData name="Steven M Christey" userId="f24da668-4c1f-41c0-850e-113e2bdf78cf" providerId="ADAL" clId="{9EB1DD96-61C7-4D25-B57A-B6E2C03C0361}" dt="2024-11-15T15:41:33.117" v="1644" actId="9405"/>
        <pc:sldMkLst>
          <pc:docMk/>
          <pc:sldMk cId="3847705471" sldId="528"/>
        </pc:sldMkLst>
      </pc:sldChg>
      <pc:sldChg chg="addSp delSp modSp new mod">
        <pc:chgData name="Steven M Christey" userId="f24da668-4c1f-41c0-850e-113e2bdf78cf" providerId="ADAL" clId="{9EB1DD96-61C7-4D25-B57A-B6E2C03C0361}" dt="2024-11-15T15:44:11.774" v="1827" actId="20577"/>
        <pc:sldMkLst>
          <pc:docMk/>
          <pc:sldMk cId="3475484953" sldId="529"/>
        </pc:sldMkLst>
      </pc:sldChg>
      <pc:sldChg chg="addSp delSp modSp new mod">
        <pc:chgData name="Steven M Christey" userId="f24da668-4c1f-41c0-850e-113e2bdf78cf" providerId="ADAL" clId="{9EB1DD96-61C7-4D25-B57A-B6E2C03C0361}" dt="2024-11-15T15:45:38.584" v="1933" actId="9405"/>
        <pc:sldMkLst>
          <pc:docMk/>
          <pc:sldMk cId="654071875" sldId="530"/>
        </pc:sldMkLst>
      </pc:sldChg>
      <pc:sldChg chg="addSp delSp modSp new mod">
        <pc:chgData name="Steven M Christey" userId="f24da668-4c1f-41c0-850e-113e2bdf78cf" providerId="ADAL" clId="{9EB1DD96-61C7-4D25-B57A-B6E2C03C0361}" dt="2024-11-15T15:46:39.967" v="1989" actId="1076"/>
        <pc:sldMkLst>
          <pc:docMk/>
          <pc:sldMk cId="2610765628" sldId="531"/>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872F47-6CE5-4D95-B8D6-9AEA9A7E5F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6F9E59F-E5BF-4AA4-882B-F5B705DF29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8C879B-2DAC-426D-B5B4-08F42B952A26}" type="datetimeFigureOut">
              <a:rPr lang="en-US" smtClean="0"/>
              <a:t>1/31/2025</a:t>
            </a:fld>
            <a:endParaRPr lang="en-US"/>
          </a:p>
        </p:txBody>
      </p:sp>
      <p:sp>
        <p:nvSpPr>
          <p:cNvPr id="4" name="Footer Placeholder 3">
            <a:extLst>
              <a:ext uri="{FF2B5EF4-FFF2-40B4-BE49-F238E27FC236}">
                <a16:creationId xmlns:a16="http://schemas.microsoft.com/office/drawing/2014/main" id="{772C577A-CE6A-45AF-8211-1E758E6AA8D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E69FD71-56EF-4DDF-81F5-C5CCA31DCE1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C856900-9607-4639-A903-F11B6E042CE6}" type="slidenum">
              <a:rPr lang="en-US" smtClean="0"/>
              <a:t>‹#›</a:t>
            </a:fld>
            <a:endParaRPr lang="en-US"/>
          </a:p>
        </p:txBody>
      </p:sp>
    </p:spTree>
    <p:extLst>
      <p:ext uri="{BB962C8B-B14F-4D97-AF65-F5344CB8AC3E}">
        <p14:creationId xmlns:p14="http://schemas.microsoft.com/office/powerpoint/2010/main" val="9404445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E54576-A3BB-48F9-891E-992E86D01A7B}" type="datetimeFigureOut">
              <a:rPr lang="en-US" smtClean="0"/>
              <a:t>1/31/2025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8F3C89-9E49-4851-A18A-DAECD34FD650}" type="slidenum">
              <a:rPr lang="en-US" smtClean="0"/>
              <a:t>‹#›</a:t>
            </a:fld>
            <a:endParaRPr lang="en-US"/>
          </a:p>
        </p:txBody>
      </p:sp>
    </p:spTree>
    <p:extLst>
      <p:ext uri="{BB962C8B-B14F-4D97-AF65-F5344CB8AC3E}">
        <p14:creationId xmlns:p14="http://schemas.microsoft.com/office/powerpoint/2010/main" val="711510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www.mitre.org/" TargetMode="External"/><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hyperlink" Target="http://www.facebook.com/MITREcorp"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grpSp>
        <p:nvGrpSpPr>
          <p:cNvPr id="3" name="Group 2"/>
          <p:cNvGrpSpPr/>
          <p:nvPr/>
        </p:nvGrpSpPr>
        <p:grpSpPr>
          <a:xfrm>
            <a:off x="81480" y="0"/>
            <a:ext cx="99589" cy="6858000"/>
            <a:chOff x="0" y="0"/>
            <a:chExt cx="407324" cy="6858000"/>
          </a:xfrm>
        </p:grpSpPr>
        <p:sp>
          <p:nvSpPr>
            <p:cNvPr id="18" name="Rectangle 17"/>
            <p:cNvSpPr/>
            <p:nvPr/>
          </p:nvSpPr>
          <p:spPr bwMode="auto">
            <a:xfrm>
              <a:off x="0" y="0"/>
              <a:ext cx="407324" cy="2398143"/>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9" name="Rectangle 18"/>
            <p:cNvSpPr/>
            <p:nvPr/>
          </p:nvSpPr>
          <p:spPr bwMode="auto">
            <a:xfrm>
              <a:off x="0" y="2510287"/>
              <a:ext cx="407324" cy="4347713"/>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9" name="Rectangle 9"/>
          <p:cNvSpPr>
            <a:spLocks noGrp="1" noChangeArrowheads="1"/>
          </p:cNvSpPr>
          <p:nvPr>
            <p:ph type="ctrTitle" sz="quarter" hasCustomPrompt="1"/>
          </p:nvPr>
        </p:nvSpPr>
        <p:spPr>
          <a:xfrm>
            <a:off x="1009528" y="368932"/>
            <a:ext cx="9662160" cy="1981200"/>
          </a:xfrm>
        </p:spPr>
        <p:txBody>
          <a:bodyPr anchor="b" anchorCtr="0">
            <a:normAutofit/>
          </a:bodyPr>
          <a:lstStyle>
            <a:lvl1pPr algn="l">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Title here</a:t>
            </a:r>
          </a:p>
        </p:txBody>
      </p:sp>
      <p:cxnSp>
        <p:nvCxnSpPr>
          <p:cNvPr id="21" name="Straight Connector 20"/>
          <p:cNvCxnSpPr/>
          <p:nvPr/>
        </p:nvCxnSpPr>
        <p:spPr bwMode="auto">
          <a:xfrm>
            <a:off x="1098208" y="2448468"/>
            <a:ext cx="10593057"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
        <p:nvSpPr>
          <p:cNvPr id="26" name="Subtitle 1"/>
          <p:cNvSpPr>
            <a:spLocks noGrp="1"/>
          </p:cNvSpPr>
          <p:nvPr>
            <p:ph type="subTitle" idx="1" hasCustomPrompt="1"/>
          </p:nvPr>
        </p:nvSpPr>
        <p:spPr>
          <a:xfrm>
            <a:off x="1044164" y="2568943"/>
            <a:ext cx="7655345" cy="389923"/>
          </a:xfrm>
        </p:spPr>
        <p:txBody>
          <a:bodyPr/>
          <a:lstStyle>
            <a:lvl1pPr marL="0" indent="0">
              <a:buNone/>
              <a:defRPr>
                <a:solidFill>
                  <a:schemeClr val="tx2"/>
                </a:solidFill>
              </a:defRPr>
            </a:lvl1pPr>
          </a:lstStyle>
          <a:p>
            <a:r>
              <a:rPr lang="en-US"/>
              <a:t>Author</a:t>
            </a:r>
          </a:p>
        </p:txBody>
      </p:sp>
      <p:sp>
        <p:nvSpPr>
          <p:cNvPr id="14" name="Slide Number Placeholder 5">
            <a:extLst>
              <a:ext uri="{FF2B5EF4-FFF2-40B4-BE49-F238E27FC236}">
                <a16:creationId xmlns:a16="http://schemas.microsoft.com/office/drawing/2014/main" id="{495288DB-2197-4AA1-9E62-6093715D88C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4DAC16AF-BAEB-10AA-A2DC-4F3E26BE0CFB}"/>
              </a:ext>
            </a:extLst>
          </p:cNvPr>
          <p:cNvGrpSpPr/>
          <p:nvPr userDrawn="1"/>
        </p:nvGrpSpPr>
        <p:grpSpPr>
          <a:xfrm>
            <a:off x="549307" y="6235638"/>
            <a:ext cx="11382864" cy="506859"/>
            <a:chOff x="549307" y="6235638"/>
            <a:chExt cx="11382864" cy="506859"/>
          </a:xfrm>
        </p:grpSpPr>
        <p:sp>
          <p:nvSpPr>
            <p:cNvPr id="20" name="Text Box 34">
              <a:extLst>
                <a:ext uri="{FF2B5EF4-FFF2-40B4-BE49-F238E27FC236}">
                  <a16:creationId xmlns:a16="http://schemas.microsoft.com/office/drawing/2014/main" id="{64B792E7-8D76-4EA8-9A42-E8F01873420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16" name="Picture 15" descr="A close up of a sign&#10;&#10;Description automatically generated">
              <a:extLst>
                <a:ext uri="{FF2B5EF4-FFF2-40B4-BE49-F238E27FC236}">
                  <a16:creationId xmlns:a16="http://schemas.microsoft.com/office/drawing/2014/main" id="{8951FE24-11A2-434A-BA2E-1EFAAF01006C}"/>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4" name="Picture 3" descr="A yellow and orange logo&#10;&#10;Description automatically generated">
              <a:extLst>
                <a:ext uri="{FF2B5EF4-FFF2-40B4-BE49-F238E27FC236}">
                  <a16:creationId xmlns:a16="http://schemas.microsoft.com/office/drawing/2014/main" id="{52FA7006-2E64-3160-D2B2-478156BA878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26487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9E1AE-2D0B-4241-8DAC-76DB425687E6}"/>
              </a:ext>
            </a:extLst>
          </p:cNvPr>
          <p:cNvSpPr>
            <a:spLocks noGrp="1"/>
          </p:cNvSpPr>
          <p:nvPr>
            <p:ph type="title"/>
          </p:nvPr>
        </p:nvSpPr>
        <p:spPr>
          <a:xfrm>
            <a:off x="616448" y="365760"/>
            <a:ext cx="11236721" cy="75025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A7DC7E0-961C-4A00-8B0B-83ECF8E3C463}"/>
              </a:ext>
            </a:extLst>
          </p:cNvPr>
          <p:cNvSpPr>
            <a:spLocks noGrp="1"/>
          </p:cNvSpPr>
          <p:nvPr>
            <p:ph idx="1"/>
          </p:nvPr>
        </p:nvSpPr>
        <p:spPr/>
        <p:txBody>
          <a:bodyPr/>
          <a:lstStyle>
            <a:lvl1pPr marL="308269" indent="-308269" algn="l" defTabSz="1216185" rtl="0" eaLnBrk="1" latinLnBrk="0" hangingPunct="1">
              <a:spcBef>
                <a:spcPts val="0"/>
              </a:spcBef>
              <a:spcAft>
                <a:spcPts val="798"/>
              </a:spcAft>
              <a:buClr>
                <a:schemeClr val="tx2"/>
              </a:buClr>
              <a:buSzPct val="120000"/>
              <a:buFont typeface="Wingdings" pitchFamily="2" charset="2"/>
              <a:buChar char="§"/>
              <a:defRPr lang="en-US" sz="2400" b="1" kern="1200" dirty="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6216" marR="0" indent="-304046" algn="l" defTabSz="1216185" rtl="0" eaLnBrk="1" fontAlgn="auto" latinLnBrk="0" hangingPunct="1">
              <a:lnSpc>
                <a:spcPct val="90000"/>
              </a:lnSpc>
              <a:spcBef>
                <a:spcPts val="0"/>
              </a:spcBef>
              <a:spcAft>
                <a:spcPts val="798"/>
              </a:spcAft>
              <a:buClr>
                <a:schemeClr val="tx2"/>
              </a:buClr>
              <a:buSzTx/>
              <a:buFont typeface="Arial" pitchFamily="34" charset="0"/>
              <a:buChar char="–"/>
              <a:tabLst/>
              <a:defRPr lang="en-US"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94485" indent="-308269" algn="l" defTabSz="1216185" rtl="0" eaLnBrk="1" latinLnBrk="0" hangingPunct="1">
              <a:spcBef>
                <a:spcPts val="0"/>
              </a:spcBef>
              <a:spcAft>
                <a:spcPts val="798"/>
              </a:spcAft>
              <a:buClr>
                <a:schemeClr val="tx2"/>
              </a:buClr>
              <a:buSzPct val="110000"/>
              <a:buFont typeface="Wingdings" pitchFamily="2" charset="2"/>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algn="l" defTabSz="1216185" rtl="0" eaLnBrk="1" latinLnBrk="0" hangingPunct="1">
              <a:spcBef>
                <a:spcPts val="0"/>
              </a:spcBef>
              <a:spcAft>
                <a:spcPts val="798"/>
              </a:spcAft>
              <a:buClr>
                <a:schemeClr val="tx2"/>
              </a:buClr>
              <a:defRPr lang="en-US" sz="2400" b="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4pPr>
            <a:lvl5pPr algn="l" defTabSz="1216185" rtl="0" eaLnBrk="1" latinLnBrk="0" hangingPunct="1">
              <a:spcBef>
                <a:spcPts val="0"/>
              </a:spcBef>
              <a:spcAft>
                <a:spcPts val="798"/>
              </a:spcAft>
              <a:buClr>
                <a:schemeClr val="tx2"/>
              </a:buClr>
              <a:defRPr lang="en-US" sz="2660" b="1" kern="1200">
                <a:solidFill>
                  <a:schemeClr val="tx1"/>
                </a:solidFill>
                <a:latin typeface="Arial" pitchFamily="34" charset="0"/>
                <a:ea typeface="Verdana" pitchFamily="34" charset="0"/>
                <a:cs typeface="Arial" pitchFamily="34" charset="0"/>
              </a:defRPr>
            </a:lvl5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7" name="Slide Number Placeholder 5">
            <a:extLst>
              <a:ext uri="{FF2B5EF4-FFF2-40B4-BE49-F238E27FC236}">
                <a16:creationId xmlns:a16="http://schemas.microsoft.com/office/drawing/2014/main" id="{B53F2848-DF32-4C59-B04B-EBFD963B2F8D}"/>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742EEB6E-AAE9-B734-EE88-4EC8DC996CDB}"/>
              </a:ext>
            </a:extLst>
          </p:cNvPr>
          <p:cNvGrpSpPr/>
          <p:nvPr userDrawn="1"/>
        </p:nvGrpSpPr>
        <p:grpSpPr>
          <a:xfrm>
            <a:off x="549307" y="6235638"/>
            <a:ext cx="11382864" cy="506859"/>
            <a:chOff x="549307" y="6235638"/>
            <a:chExt cx="11382864" cy="506859"/>
          </a:xfrm>
        </p:grpSpPr>
        <p:sp>
          <p:nvSpPr>
            <p:cNvPr id="6" name="Text Box 34">
              <a:extLst>
                <a:ext uri="{FF2B5EF4-FFF2-40B4-BE49-F238E27FC236}">
                  <a16:creationId xmlns:a16="http://schemas.microsoft.com/office/drawing/2014/main" id="{DC740274-008C-0C73-052B-7BFB85A6125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679E3AF4-8BC0-E8A4-8342-8872316E562D}"/>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37DE3D48-D56F-4AD2-19B1-45D1D7A18B0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31849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1_Section Header Layout">
    <p:spTree>
      <p:nvGrpSpPr>
        <p:cNvPr id="1" name=""/>
        <p:cNvGrpSpPr/>
        <p:nvPr/>
      </p:nvGrpSpPr>
      <p:grpSpPr>
        <a:xfrm>
          <a:off x="0" y="0"/>
          <a:ext cx="0" cy="0"/>
          <a:chOff x="0" y="0"/>
          <a:chExt cx="0" cy="0"/>
        </a:xfrm>
      </p:grpSpPr>
      <p:grpSp>
        <p:nvGrpSpPr>
          <p:cNvPr id="6" name="Group 5"/>
          <p:cNvGrpSpPr/>
          <p:nvPr/>
        </p:nvGrpSpPr>
        <p:grpSpPr>
          <a:xfrm>
            <a:off x="81480" y="0"/>
            <a:ext cx="99589" cy="6858000"/>
            <a:chOff x="1" y="0"/>
            <a:chExt cx="380999" cy="6858000"/>
          </a:xfrm>
        </p:grpSpPr>
        <p:sp>
          <p:nvSpPr>
            <p:cNvPr id="17" name="Rectangle 16"/>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8" name="Rectangle 17"/>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21" name="Rectangle 9"/>
          <p:cNvSpPr>
            <a:spLocks noGrp="1" noChangeArrowheads="1"/>
          </p:cNvSpPr>
          <p:nvPr>
            <p:ph type="ctrTitle" sz="quarter" hasCustomPrompt="1"/>
          </p:nvPr>
        </p:nvSpPr>
        <p:spPr>
          <a:xfrm>
            <a:off x="685800" y="2523067"/>
            <a:ext cx="10820400" cy="1803399"/>
          </a:xfrm>
        </p:spPr>
        <p:txBody>
          <a:bodyPr anchor="ctr" anchorCtr="0">
            <a:noAutofit/>
          </a:bodyPr>
          <a:lstStyle>
            <a:lvl1pPr algn="ctr">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Divider Slide – Section Title here</a:t>
            </a:r>
          </a:p>
        </p:txBody>
      </p:sp>
      <p:cxnSp>
        <p:nvCxnSpPr>
          <p:cNvPr id="5" name="Straight Connector 4"/>
          <p:cNvCxnSpPr/>
          <p:nvPr/>
        </p:nvCxnSpPr>
        <p:spPr>
          <a:xfrm>
            <a:off x="685800" y="20574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685800" y="48006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19" name="Group 18"/>
          <p:cNvGrpSpPr/>
          <p:nvPr/>
        </p:nvGrpSpPr>
        <p:grpSpPr>
          <a:xfrm>
            <a:off x="12030547" y="0"/>
            <a:ext cx="99589" cy="6858000"/>
            <a:chOff x="1" y="0"/>
            <a:chExt cx="380999" cy="6858000"/>
          </a:xfrm>
        </p:grpSpPr>
        <p:sp>
          <p:nvSpPr>
            <p:cNvPr id="20" name="Rectangle 19"/>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23" name="Rectangle 22"/>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16" name="Slide Number Placeholder 5">
            <a:extLst>
              <a:ext uri="{FF2B5EF4-FFF2-40B4-BE49-F238E27FC236}">
                <a16:creationId xmlns:a16="http://schemas.microsoft.com/office/drawing/2014/main" id="{B0B872EE-CF6B-48C6-B994-9F72BDEE74E7}"/>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67B7FC7F-2E4A-A2DD-A643-D1A10522848F}"/>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0547FED3-2C30-F4E6-3048-5675580799A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3A100C9F-1BB7-9936-B8A6-747847D4A9B2}"/>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9E6DC674-ECE5-3A97-3A4F-24FD072B2318}"/>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1152494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8367E-171D-4F02-854A-8698206907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2E0C53-8592-4185-BA98-B6863E30C1C9}"/>
              </a:ext>
            </a:extLst>
          </p:cNvPr>
          <p:cNvSpPr>
            <a:spLocks noGrp="1"/>
          </p:cNvSpPr>
          <p:nvPr>
            <p:ph sz="half" idx="1"/>
          </p:nvPr>
        </p:nvSpPr>
        <p:spPr>
          <a:xfrm>
            <a:off x="838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4" name="Content Placeholder 3">
            <a:extLst>
              <a:ext uri="{FF2B5EF4-FFF2-40B4-BE49-F238E27FC236}">
                <a16:creationId xmlns:a16="http://schemas.microsoft.com/office/drawing/2014/main" id="{C4FAA94F-F00A-4D54-B986-1C6CE3499C6F}"/>
              </a:ext>
            </a:extLst>
          </p:cNvPr>
          <p:cNvSpPr>
            <a:spLocks noGrp="1"/>
          </p:cNvSpPr>
          <p:nvPr>
            <p:ph sz="half" idx="2"/>
          </p:nvPr>
        </p:nvSpPr>
        <p:spPr>
          <a:xfrm>
            <a:off x="6172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10" name="Slide Number Placeholder 5">
            <a:extLst>
              <a:ext uri="{FF2B5EF4-FFF2-40B4-BE49-F238E27FC236}">
                <a16:creationId xmlns:a16="http://schemas.microsoft.com/office/drawing/2014/main" id="{CEB45D1C-3664-40B8-A5D0-E8CCF94E9716}"/>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6" name="Group 5">
            <a:extLst>
              <a:ext uri="{FF2B5EF4-FFF2-40B4-BE49-F238E27FC236}">
                <a16:creationId xmlns:a16="http://schemas.microsoft.com/office/drawing/2014/main" id="{BC9FA02B-B60F-9D2B-5710-AC8A7E290669}"/>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9E70A04F-8616-609D-8225-4AD857445D04}"/>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B10D3999-05E6-33A8-A37D-910C9BEEF84F}"/>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5D091212-3E63-BA3C-FC31-78CF32D9437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27350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9983BB99-7878-4217-A951-411299834543}"/>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7B4F1BB6-1240-8E8E-8ECA-792F0BA789E2}"/>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89A8502D-2927-9695-96E9-8F406706FAB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FD79550B-F8ED-4931-306E-37D3DABEF2F3}"/>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2E308276-A53C-F438-D9CC-E4FAD93939E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60288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No Title and Rul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480646" y="1162059"/>
            <a:ext cx="11368454" cy="20954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6" name="Slide Number Placeholder 5">
            <a:extLst>
              <a:ext uri="{FF2B5EF4-FFF2-40B4-BE49-F238E27FC236}">
                <a16:creationId xmlns:a16="http://schemas.microsoft.com/office/drawing/2014/main" id="{6E540930-2B08-4727-B9A2-078A4D8C527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F18E23BB-00FD-3A1E-8AFA-3B4C7BAF444F}"/>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C07B8B59-72BB-402C-0548-28CBE824E52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8670D7C2-1C0E-6F3C-06A2-3007B50B6FAB}"/>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77B58D0F-0F23-E688-7286-9D56CCB906F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38690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Blank Slide - Large Image">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23D89D2D-9F9A-4436-ACCC-12C4EEB682D9}"/>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C724F0B9-6491-4428-EFE8-683817A4F3D6}"/>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6DE9556C-601C-A625-8E9C-D685CD0558F6}"/>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AE786262-A183-4A27-F5B3-73D0CD43706A}"/>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1A59D5F2-3DA5-5D04-F413-02C29950E6B9}"/>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234124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Final Slid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527538" y="1162059"/>
            <a:ext cx="11321562" cy="186096"/>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7818" y="1295400"/>
            <a:ext cx="1729468" cy="791415"/>
          </a:xfrm>
          <a:prstGeom prst="rect">
            <a:avLst/>
          </a:prstGeom>
        </p:spPr>
      </p:pic>
      <p:sp>
        <p:nvSpPr>
          <p:cNvPr id="13" name="Slide Number Placeholder 5">
            <a:extLst>
              <a:ext uri="{FF2B5EF4-FFF2-40B4-BE49-F238E27FC236}">
                <a16:creationId xmlns:a16="http://schemas.microsoft.com/office/drawing/2014/main" id="{B7782C9A-11A1-4178-A238-6B25283AF52F}"/>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14" name="TextBox 13">
            <a:extLst>
              <a:ext uri="{FF2B5EF4-FFF2-40B4-BE49-F238E27FC236}">
                <a16:creationId xmlns:a16="http://schemas.microsoft.com/office/drawing/2014/main" id="{17109A21-2439-4CFB-9479-D8A7F30FB2A1}"/>
              </a:ext>
            </a:extLst>
          </p:cNvPr>
          <p:cNvSpPr txBox="1"/>
          <p:nvPr/>
        </p:nvSpPr>
        <p:spPr>
          <a:xfrm>
            <a:off x="3070716" y="2220156"/>
            <a:ext cx="6083673" cy="1846659"/>
          </a:xfrm>
          <a:prstGeom prst="rect">
            <a:avLst/>
          </a:prstGeom>
          <a:noFill/>
        </p:spPr>
        <p:txBody>
          <a:bodyPr wrap="square" rtlCol="0">
            <a:spAutoFit/>
          </a:bodyPr>
          <a:lstStyle/>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MITRE’s mission-driven teams are dedicated to solving problems for a safer world. Through our federally funded R&amp;D centers and public-private partnerships, we work across government to tackle challenges to the safety, stability, and well-being of our nation.</a:t>
            </a:r>
            <a:b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br>
            <a:endPar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endParaRPr>
          </a:p>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Learn more </a:t>
            </a:r>
            <a:r>
              <a:rPr lang="en-US" sz="1600" u="sng">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hlinkClick r:id="rId3"/>
              </a:rPr>
              <a:t>www.mitre.org</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p>
          <a:p>
            <a:pPr algn="ctr">
              <a:spcAft>
                <a:spcPts val="600"/>
              </a:spcAft>
            </a:pPr>
            <a:r>
              <a:rPr lang="en-US" sz="1600">
                <a:solidFill>
                  <a:schemeClr val="tx1">
                    <a:lumMod val="50000"/>
                    <a:lumOff val="50000"/>
                  </a:schemeClr>
                </a:solidFill>
              </a:rPr>
              <a:t> </a:t>
            </a:r>
            <a:endParaRPr lang="en-US" sz="1400">
              <a:solidFill>
                <a:schemeClr val="tx1">
                  <a:lumMod val="50000"/>
                  <a:lumOff val="50000"/>
                </a:schemeClr>
              </a:solidFill>
              <a:ea typeface="Verdana" pitchFamily="34" charset="0"/>
              <a:cs typeface="Verdana" pitchFamily="34" charset="0"/>
            </a:endParaRPr>
          </a:p>
        </p:txBody>
      </p:sp>
      <p:pic>
        <p:nvPicPr>
          <p:cNvPr id="6" name="Picture 5" descr="Facebook Logo">
            <a:hlinkClick r:id="rId4"/>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14545" y="4419742"/>
            <a:ext cx="498578" cy="498578"/>
          </a:xfrm>
          <a:prstGeom prst="rect">
            <a:avLst/>
          </a:prstGeom>
        </p:spPr>
      </p:pic>
      <p:pic>
        <p:nvPicPr>
          <p:cNvPr id="15" name="Picture 14" descr="LinkedIn Logo">
            <a:extLst>
              <a:ext uri="{FF2B5EF4-FFF2-40B4-BE49-F238E27FC236}">
                <a16:creationId xmlns:a16="http://schemas.microsoft.com/office/drawing/2014/main" id="{02C622B8-4947-4CAB-8194-8CD6F1245B2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47963" y="4421381"/>
            <a:ext cx="498578" cy="498578"/>
          </a:xfrm>
          <a:prstGeom prst="rect">
            <a:avLst/>
          </a:prstGeom>
        </p:spPr>
      </p:pic>
      <p:pic>
        <p:nvPicPr>
          <p:cNvPr id="17" name="Picture 16" descr="YouTube Logo">
            <a:extLst>
              <a:ext uri="{FF2B5EF4-FFF2-40B4-BE49-F238E27FC236}">
                <a16:creationId xmlns:a16="http://schemas.microsoft.com/office/drawing/2014/main" id="{74F8B3DA-1668-47E0-836F-3E3BFF70CF24}"/>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481381" y="4427165"/>
            <a:ext cx="1186209" cy="498578"/>
          </a:xfrm>
          <a:prstGeom prst="rect">
            <a:avLst/>
          </a:prstGeom>
        </p:spPr>
      </p:pic>
      <p:pic>
        <p:nvPicPr>
          <p:cNvPr id="19" name="Picture 18" descr="Twitter Logo">
            <a:extLst>
              <a:ext uri="{FF2B5EF4-FFF2-40B4-BE49-F238E27FC236}">
                <a16:creationId xmlns:a16="http://schemas.microsoft.com/office/drawing/2014/main" id="{72F06D0D-7B3F-44C8-895A-1F35137BDE6F}"/>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4557514" y="4419742"/>
            <a:ext cx="498578" cy="498578"/>
          </a:xfrm>
          <a:prstGeom prst="rect">
            <a:avLst/>
          </a:prstGeom>
        </p:spPr>
      </p:pic>
    </p:spTree>
    <p:extLst>
      <p:ext uri="{BB962C8B-B14F-4D97-AF65-F5344CB8AC3E}">
        <p14:creationId xmlns:p14="http://schemas.microsoft.com/office/powerpoint/2010/main" val="1217307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82BF51-56C6-45DE-975B-E54B78AB85B6}"/>
              </a:ext>
            </a:extLst>
          </p:cNvPr>
          <p:cNvSpPr>
            <a:spLocks noGrp="1"/>
          </p:cNvSpPr>
          <p:nvPr>
            <p:ph type="title"/>
          </p:nvPr>
        </p:nvSpPr>
        <p:spPr>
          <a:xfrm>
            <a:off x="616448" y="365760"/>
            <a:ext cx="11236721" cy="750253"/>
          </a:xfrm>
          <a:prstGeom prst="rect">
            <a:avLst/>
          </a:prstGeom>
        </p:spPr>
        <p:txBody>
          <a:bodyPr vert="horz" lIns="91440" tIns="45720" rIns="91440" bIns="45720" rtlCol="0" anchor="ctr" anchorCtr="0">
            <a:noAutofit/>
          </a:bodyPr>
          <a:lstStyle/>
          <a:p>
            <a:pPr lvl="0">
              <a:lnSpc>
                <a:spcPts val="3200"/>
              </a:lnSpc>
            </a:pPr>
            <a:r>
              <a:rPr lang="en-US"/>
              <a:t>Click to edit Master title style</a:t>
            </a:r>
          </a:p>
        </p:txBody>
      </p:sp>
      <p:sp>
        <p:nvSpPr>
          <p:cNvPr id="3" name="Text Placeholder 2">
            <a:extLst>
              <a:ext uri="{FF2B5EF4-FFF2-40B4-BE49-F238E27FC236}">
                <a16:creationId xmlns:a16="http://schemas.microsoft.com/office/drawing/2014/main" id="{D15798B9-CA6E-4EEF-AFEA-D99321F30B5B}"/>
              </a:ext>
            </a:extLst>
          </p:cNvPr>
          <p:cNvSpPr>
            <a:spLocks noGrp="1"/>
          </p:cNvSpPr>
          <p:nvPr>
            <p:ph type="body" idx="1"/>
          </p:nvPr>
        </p:nvSpPr>
        <p:spPr>
          <a:xfrm>
            <a:off x="616449" y="1371601"/>
            <a:ext cx="11236720" cy="4794737"/>
          </a:xfrm>
          <a:prstGeom prst="rect">
            <a:avLst/>
          </a:prstGeom>
        </p:spPr>
        <p:txBody>
          <a:bodyPr vert="horz" lIns="91440" tIns="45720" rIns="91440" bIns="45720" rtlCol="0">
            <a:noAutofit/>
          </a:body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686216" lvl="1" indent="-304046" defTabSz="1216185">
              <a:spcBef>
                <a:spcPts val="0"/>
              </a:spcBef>
              <a:spcAft>
                <a:spcPts val="798"/>
              </a:spcAft>
              <a:buClr>
                <a:schemeClr val="tx2"/>
              </a:buClr>
              <a:buChar char="–"/>
            </a:pPr>
            <a:r>
              <a:rPr lang="en-US"/>
              <a:t>Second level</a:t>
            </a:r>
          </a:p>
          <a:p>
            <a:pPr marL="994485" lvl="2" indent="-308269" defTabSz="1216185">
              <a:spcBef>
                <a:spcPts val="0"/>
              </a:spcBef>
              <a:spcAft>
                <a:spcPts val="798"/>
              </a:spcAft>
              <a:buClr>
                <a:schemeClr val="tx2"/>
              </a:buClr>
              <a:buSzPct val="110000"/>
              <a:buFont typeface="Wingdings" pitchFamily="2" charset="2"/>
              <a:buChar char="§"/>
            </a:pPr>
            <a:r>
              <a:rPr lang="en-US"/>
              <a:t>Third level</a:t>
            </a:r>
          </a:p>
        </p:txBody>
      </p:sp>
      <p:sp>
        <p:nvSpPr>
          <p:cNvPr id="10" name="Rectangle 9" descr="Artifact">
            <a:extLst>
              <a:ext uri="{FF2B5EF4-FFF2-40B4-BE49-F238E27FC236}">
                <a16:creationId xmlns:a16="http://schemas.microsoft.com/office/drawing/2014/main" id="{76AE87BA-EAF2-4F85-A4C6-431AB731984B}"/>
              </a:ext>
            </a:extLst>
          </p:cNvPr>
          <p:cNvSpPr/>
          <p:nvPr/>
        </p:nvSpPr>
        <p:spPr bwMode="auto">
          <a:xfrm>
            <a:off x="81483" y="1"/>
            <a:ext cx="99586" cy="1219200"/>
          </a:xfrm>
          <a:prstGeom prst="rect">
            <a:avLst/>
          </a:prstGeom>
          <a:solidFill>
            <a:srgbClr val="C1CD23"/>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1" name="Rectangle 10" descr="Artifact">
            <a:extLst>
              <a:ext uri="{FF2B5EF4-FFF2-40B4-BE49-F238E27FC236}">
                <a16:creationId xmlns:a16="http://schemas.microsoft.com/office/drawing/2014/main" id="{B6C3F526-F252-41AB-A61C-F10A1CF2B122}"/>
              </a:ext>
            </a:extLst>
          </p:cNvPr>
          <p:cNvSpPr/>
          <p:nvPr/>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sp>
        <p:nvSpPr>
          <p:cNvPr id="13" name="Rectangle 12" descr="Artifact">
            <a:extLst>
              <a:ext uri="{FF2B5EF4-FFF2-40B4-BE49-F238E27FC236}">
                <a16:creationId xmlns:a16="http://schemas.microsoft.com/office/drawing/2014/main" id="{0FC1AD13-1188-4710-AA4D-CAD582AF814C}"/>
              </a:ext>
            </a:extLst>
          </p:cNvPr>
          <p:cNvSpPr/>
          <p:nvPr userDrawn="1"/>
        </p:nvSpPr>
        <p:spPr bwMode="auto">
          <a:xfrm>
            <a:off x="81483" y="1"/>
            <a:ext cx="99586" cy="1219200"/>
          </a:xfrm>
          <a:prstGeom prst="rect">
            <a:avLst/>
          </a:prstGeom>
          <a:solidFill>
            <a:schemeClr val="accent1"/>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4" name="Rectangle 13" descr="Artifact">
            <a:extLst>
              <a:ext uri="{FF2B5EF4-FFF2-40B4-BE49-F238E27FC236}">
                <a16:creationId xmlns:a16="http://schemas.microsoft.com/office/drawing/2014/main" id="{33566D52-4B10-4869-BC77-6B0630C04620}"/>
              </a:ext>
            </a:extLst>
          </p:cNvPr>
          <p:cNvSpPr/>
          <p:nvPr userDrawn="1"/>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cxnSp>
        <p:nvCxnSpPr>
          <p:cNvPr id="16" name="Straight Connector 15" descr="Artifact">
            <a:extLst>
              <a:ext uri="{FF2B5EF4-FFF2-40B4-BE49-F238E27FC236}">
                <a16:creationId xmlns:a16="http://schemas.microsoft.com/office/drawing/2014/main" id="{8E84DD11-8C76-4BBF-8684-CF89C69047E7}"/>
              </a:ext>
            </a:extLst>
          </p:cNvPr>
          <p:cNvCxnSpPr>
            <a:cxnSpLocks/>
          </p:cNvCxnSpPr>
          <p:nvPr userDrawn="1"/>
        </p:nvCxnSpPr>
        <p:spPr bwMode="auto">
          <a:xfrm>
            <a:off x="616449" y="1242752"/>
            <a:ext cx="11236720"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571324812"/>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5" r:id="rId3"/>
    <p:sldLayoutId id="2147483660" r:id="rId4"/>
    <p:sldLayoutId id="2147483661" r:id="rId5"/>
    <p:sldLayoutId id="2147483662" r:id="rId6"/>
    <p:sldLayoutId id="2147483663" r:id="rId7"/>
    <p:sldLayoutId id="2147483664" r:id="rId8"/>
  </p:sldLayoutIdLst>
  <p:hf hdr="0" dt="0"/>
  <p:txStyles>
    <p:titleStyle>
      <a:lvl1pPr algn="l" defTabSz="914400" rtl="0" eaLnBrk="1" latinLnBrk="0" hangingPunct="1">
        <a:lnSpc>
          <a:spcPct val="90000"/>
        </a:lnSpc>
        <a:spcBef>
          <a:spcPct val="0"/>
        </a:spcBef>
        <a:buNone/>
        <a:defRPr lang="en-US" sz="3200" b="1" kern="1200">
          <a:solidFill>
            <a:schemeClr val="tx2"/>
          </a:solidFill>
          <a:latin typeface="Tahoma" panose="020B0604030504040204" pitchFamily="34" charset="0"/>
          <a:ea typeface="Tahoma" panose="020B0604030504040204" pitchFamily="34" charset="0"/>
          <a:cs typeface="Tahoma" panose="020B060403050404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US" sz="2400" b="1"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2394" kern="1200" smtClean="0">
          <a:solidFill>
            <a:schemeClr val="tx1"/>
          </a:solidFill>
          <a:latin typeface="Arial" pitchFamily="34" charset="0"/>
          <a:ea typeface="+mn-ea"/>
          <a:cs typeface="Arial"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2394" kern="1200">
          <a:solidFill>
            <a:schemeClr val="tx1"/>
          </a:solidFill>
          <a:latin typeface="Arial" pitchFamily="34" charset="0"/>
          <a:ea typeface="+mn-ea"/>
          <a:cs typeface="Arial"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07706-4E65-00EA-9416-F4DD36CAAD0A}"/>
              </a:ext>
            </a:extLst>
          </p:cNvPr>
          <p:cNvSpPr>
            <a:spLocks noGrp="1"/>
          </p:cNvSpPr>
          <p:nvPr>
            <p:ph type="ctrTitle" sz="quarter"/>
          </p:nvPr>
        </p:nvSpPr>
        <p:spPr/>
        <p:txBody>
          <a:bodyPr/>
          <a:lstStyle/>
          <a:p>
            <a:pPr>
              <a:lnSpc>
                <a:spcPct val="81031"/>
              </a:lnSpc>
            </a:pPr>
            <a:r>
              <a:rPr lang="en-US" dirty="0"/>
              <a:t>CWE AI Working Group – 2025 Planning</a:t>
            </a:r>
            <a:br>
              <a:rPr lang="en-US" dirty="0"/>
            </a:br>
            <a:endParaRPr lang="en-US" dirty="0"/>
          </a:p>
        </p:txBody>
      </p:sp>
      <p:sp>
        <p:nvSpPr>
          <p:cNvPr id="3" name="Subtitle 2">
            <a:extLst>
              <a:ext uri="{FF2B5EF4-FFF2-40B4-BE49-F238E27FC236}">
                <a16:creationId xmlns:a16="http://schemas.microsoft.com/office/drawing/2014/main" id="{0992DF88-AC24-0FBF-1177-62DD9110498B}"/>
              </a:ext>
            </a:extLst>
          </p:cNvPr>
          <p:cNvSpPr>
            <a:spLocks noGrp="1"/>
          </p:cNvSpPr>
          <p:nvPr>
            <p:ph type="subTitle" idx="1"/>
          </p:nvPr>
        </p:nvSpPr>
        <p:spPr/>
        <p:txBody>
          <a:bodyPr/>
          <a:lstStyle/>
          <a:p>
            <a:r>
              <a:rPr lang="en-US" dirty="0"/>
              <a:t>January 31, 2025</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E6E409A6-D173-9818-4308-05C2B7906106}"/>
              </a:ext>
            </a:extLst>
          </p:cNvPr>
          <p:cNvSpPr>
            <a:spLocks noGrp="1"/>
          </p:cNvSpPr>
          <p:nvPr>
            <p:ph type="sldNum" sz="quarter" idx="12"/>
          </p:nvPr>
        </p:nvSpPr>
        <p:spPr/>
        <p:txBody>
          <a:body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1</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542783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CB9CF-831B-DFBE-404B-6586117C9E56}"/>
              </a:ext>
            </a:extLst>
          </p:cNvPr>
          <p:cNvSpPr>
            <a:spLocks noGrp="1"/>
          </p:cNvSpPr>
          <p:nvPr>
            <p:ph type="title"/>
          </p:nvPr>
        </p:nvSpPr>
        <p:spPr/>
        <p:txBody>
          <a:bodyPr/>
          <a:lstStyle/>
          <a:p>
            <a:r>
              <a:rPr lang="en-US"/>
              <a:t>Agenda</a:t>
            </a:r>
          </a:p>
        </p:txBody>
      </p:sp>
      <p:sp>
        <p:nvSpPr>
          <p:cNvPr id="3" name="Content Placeholder 2">
            <a:extLst>
              <a:ext uri="{FF2B5EF4-FFF2-40B4-BE49-F238E27FC236}">
                <a16:creationId xmlns:a16="http://schemas.microsoft.com/office/drawing/2014/main" id="{32062DF9-CFF1-0BEE-15FF-59D403B018ED}"/>
              </a:ext>
            </a:extLst>
          </p:cNvPr>
          <p:cNvSpPr>
            <a:spLocks noGrp="1"/>
          </p:cNvSpPr>
          <p:nvPr>
            <p:ph idx="1"/>
          </p:nvPr>
        </p:nvSpPr>
        <p:spPr/>
        <p:txBody>
          <a:bodyPr vert="horz" lIns="91440" tIns="45720" rIns="91440" bIns="45720" rtlCol="0" anchor="t">
            <a:noAutofit/>
          </a:bodyPr>
          <a:lstStyle/>
          <a:p>
            <a:pPr marL="307975" indent="-307975"/>
            <a:r>
              <a:rPr lang="en-US" dirty="0">
                <a:latin typeface="Tahoma"/>
                <a:ea typeface="Tahoma"/>
                <a:cs typeface="Tahoma"/>
              </a:rPr>
              <a:t>Status updates</a:t>
            </a:r>
          </a:p>
          <a:p>
            <a:pPr marL="307975" indent="-307975"/>
            <a:r>
              <a:rPr lang="en-US" dirty="0">
                <a:latin typeface="Tahoma"/>
                <a:ea typeface="Tahoma"/>
                <a:cs typeface="Tahoma"/>
              </a:rPr>
              <a:t>Open discussion: goals for 2025</a:t>
            </a:r>
          </a:p>
          <a:p>
            <a:pPr marL="307975" indent="-307975"/>
            <a:r>
              <a:rPr lang="en-US" dirty="0">
                <a:latin typeface="Tahoma"/>
                <a:ea typeface="Tahoma"/>
                <a:cs typeface="Tahoma"/>
              </a:rPr>
              <a:t>Content “working queue” summary</a:t>
            </a:r>
          </a:p>
        </p:txBody>
      </p:sp>
      <p:sp>
        <p:nvSpPr>
          <p:cNvPr id="4" name="Slide Number Placeholder 3">
            <a:extLst>
              <a:ext uri="{FF2B5EF4-FFF2-40B4-BE49-F238E27FC236}">
                <a16:creationId xmlns:a16="http://schemas.microsoft.com/office/drawing/2014/main" id="{A3853FE8-0300-A6AF-2937-9333377584E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6" name="Rounded Rectangle 5">
            <a:extLst>
              <a:ext uri="{FF2B5EF4-FFF2-40B4-BE49-F238E27FC236}">
                <a16:creationId xmlns:a16="http://schemas.microsoft.com/office/drawing/2014/main" id="{D630B379-7569-7A91-432B-E79677CEB874}"/>
              </a:ext>
            </a:extLst>
          </p:cNvPr>
          <p:cNvSpPr/>
          <p:nvPr/>
        </p:nvSpPr>
        <p:spPr>
          <a:xfrm>
            <a:off x="4282751" y="5263958"/>
            <a:ext cx="3626495" cy="554154"/>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tx1"/>
                </a:solidFill>
                <a:latin typeface="Aptos" panose="020B0004020202020204" pitchFamily="34" charset="0"/>
              </a:rPr>
              <a:t>Recording Reminder</a:t>
            </a:r>
          </a:p>
        </p:txBody>
      </p:sp>
    </p:spTree>
    <p:extLst>
      <p:ext uri="{BB962C8B-B14F-4D97-AF65-F5344CB8AC3E}">
        <p14:creationId xmlns:p14="http://schemas.microsoft.com/office/powerpoint/2010/main" val="1259113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52329-D360-1F27-97A6-6DA95C552EBD}"/>
              </a:ext>
            </a:extLst>
          </p:cNvPr>
          <p:cNvSpPr>
            <a:spLocks noGrp="1"/>
          </p:cNvSpPr>
          <p:nvPr>
            <p:ph type="title"/>
          </p:nvPr>
        </p:nvSpPr>
        <p:spPr/>
        <p:txBody>
          <a:bodyPr/>
          <a:lstStyle/>
          <a:p>
            <a:r>
              <a:rPr lang="en-US"/>
              <a:t>Status Updates</a:t>
            </a:r>
          </a:p>
        </p:txBody>
      </p:sp>
      <p:sp>
        <p:nvSpPr>
          <p:cNvPr id="3" name="Content Placeholder 2">
            <a:extLst>
              <a:ext uri="{FF2B5EF4-FFF2-40B4-BE49-F238E27FC236}">
                <a16:creationId xmlns:a16="http://schemas.microsoft.com/office/drawing/2014/main" id="{D4348C02-DFCE-A2E4-D523-D69A254A7D49}"/>
              </a:ext>
            </a:extLst>
          </p:cNvPr>
          <p:cNvSpPr>
            <a:spLocks noGrp="1"/>
          </p:cNvSpPr>
          <p:nvPr>
            <p:ph idx="1"/>
          </p:nvPr>
        </p:nvSpPr>
        <p:spPr/>
        <p:txBody>
          <a:bodyPr vert="horz" lIns="91440" tIns="45720" rIns="91440" bIns="45720" rtlCol="0" anchor="t">
            <a:noAutofit/>
          </a:bodyPr>
          <a:lstStyle/>
          <a:p>
            <a:pPr marL="307975" indent="-307975"/>
            <a:r>
              <a:rPr lang="en-US" dirty="0">
                <a:latin typeface="Tahoma"/>
                <a:ea typeface="Tahoma"/>
                <a:cs typeface="Tahoma"/>
              </a:rPr>
              <a:t>New meeting invite</a:t>
            </a:r>
          </a:p>
          <a:p>
            <a:pPr marL="307975" indent="-307975"/>
            <a:endParaRPr lang="en-US" dirty="0">
              <a:latin typeface="Tahoma"/>
              <a:ea typeface="Tahoma"/>
              <a:cs typeface="Tahoma"/>
            </a:endParaRPr>
          </a:p>
          <a:p>
            <a:pPr marL="307975" indent="-307975"/>
            <a:r>
              <a:rPr lang="en-US" dirty="0">
                <a:latin typeface="Tahoma"/>
                <a:ea typeface="Tahoma"/>
                <a:cs typeface="Tahoma"/>
              </a:rPr>
              <a:t>Erick </a:t>
            </a:r>
            <a:r>
              <a:rPr lang="en-US" dirty="0" err="1">
                <a:latin typeface="Tahoma"/>
                <a:ea typeface="Tahoma"/>
                <a:cs typeface="Tahoma"/>
              </a:rPr>
              <a:t>Galinkin</a:t>
            </a:r>
            <a:r>
              <a:rPr lang="en-US" dirty="0">
                <a:latin typeface="Tahoma"/>
                <a:ea typeface="Tahoma"/>
                <a:cs typeface="Tahoma"/>
              </a:rPr>
              <a:t> to be the new co-chair for the AI WG</a:t>
            </a:r>
            <a:endParaRPr lang="en-US" dirty="0"/>
          </a:p>
          <a:p>
            <a:pPr marL="685800" lvl="1" indent="-303530"/>
            <a:r>
              <a:rPr lang="en-US" dirty="0">
                <a:latin typeface="Tahoma"/>
                <a:ea typeface="Tahoma"/>
                <a:cs typeface="Tahoma"/>
              </a:rPr>
              <a:t>Seeking additional co-chair</a:t>
            </a:r>
          </a:p>
          <a:p>
            <a:pPr marL="307853" indent="-303530"/>
            <a:endParaRPr lang="en-US" dirty="0">
              <a:latin typeface="Tahoma"/>
              <a:ea typeface="Tahoma"/>
              <a:cs typeface="Tahoma"/>
            </a:endParaRPr>
          </a:p>
          <a:p>
            <a:pPr marL="307853" indent="-303530"/>
            <a:r>
              <a:rPr lang="en-US" dirty="0">
                <a:latin typeface="Tahoma"/>
                <a:ea typeface="Tahoma"/>
                <a:cs typeface="Tahoma"/>
              </a:rPr>
              <a:t>Any new WG members? Introductions</a:t>
            </a:r>
            <a:endParaRPr lang="en-US" dirty="0"/>
          </a:p>
          <a:p>
            <a:pPr marL="307975" indent="-307975"/>
            <a:endParaRPr lang="en-US" dirty="0"/>
          </a:p>
          <a:p>
            <a:pPr marL="307340" indent="-303530"/>
            <a:r>
              <a:rPr lang="en-US" sz="2400" dirty="0"/>
              <a:t>Next CWE Release: late March 2025</a:t>
            </a:r>
          </a:p>
          <a:p>
            <a:pPr marL="307340" indent="-303530"/>
            <a:endParaRPr lang="en-US" dirty="0"/>
          </a:p>
          <a:p>
            <a:pPr marL="685800" lvl="1" indent="-303530"/>
            <a:endParaRPr lang="en-US" dirty="0"/>
          </a:p>
        </p:txBody>
      </p:sp>
      <p:sp>
        <p:nvSpPr>
          <p:cNvPr id="4" name="Slide Number Placeholder 3">
            <a:extLst>
              <a:ext uri="{FF2B5EF4-FFF2-40B4-BE49-F238E27FC236}">
                <a16:creationId xmlns:a16="http://schemas.microsoft.com/office/drawing/2014/main" id="{2AB6591C-F568-C776-81B8-E6271CBB904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915149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AAB70-A147-2E82-9984-2F1D7F40BA9E}"/>
              </a:ext>
            </a:extLst>
          </p:cNvPr>
          <p:cNvSpPr>
            <a:spLocks noGrp="1"/>
          </p:cNvSpPr>
          <p:nvPr>
            <p:ph type="title"/>
          </p:nvPr>
        </p:nvSpPr>
        <p:spPr/>
        <p:txBody>
          <a:bodyPr/>
          <a:lstStyle/>
          <a:p>
            <a:r>
              <a:rPr lang="en-US" dirty="0">
                <a:latin typeface="Tahoma"/>
                <a:ea typeface="Tahoma"/>
                <a:cs typeface="Tahoma"/>
              </a:rPr>
              <a:t>Open Discussion: Goals for 2025</a:t>
            </a:r>
            <a:endParaRPr lang="en-US" dirty="0"/>
          </a:p>
        </p:txBody>
      </p:sp>
      <p:sp>
        <p:nvSpPr>
          <p:cNvPr id="3" name="Content Placeholder 2">
            <a:extLst>
              <a:ext uri="{FF2B5EF4-FFF2-40B4-BE49-F238E27FC236}">
                <a16:creationId xmlns:a16="http://schemas.microsoft.com/office/drawing/2014/main" id="{1A065927-5551-1053-CA96-EFA73AF6FCFB}"/>
              </a:ext>
            </a:extLst>
          </p:cNvPr>
          <p:cNvSpPr>
            <a:spLocks noGrp="1"/>
          </p:cNvSpPr>
          <p:nvPr>
            <p:ph idx="1"/>
          </p:nvPr>
        </p:nvSpPr>
        <p:spPr/>
        <p:txBody>
          <a:bodyPr/>
          <a:lstStyle/>
          <a:p>
            <a:r>
              <a:rPr lang="en-US" dirty="0"/>
              <a:t>Key context</a:t>
            </a:r>
          </a:p>
          <a:p>
            <a:pPr lvl="1"/>
            <a:r>
              <a:rPr lang="en-US" dirty="0"/>
              <a:t>This WG arose from high community interest</a:t>
            </a:r>
          </a:p>
          <a:p>
            <a:pPr lvl="1"/>
            <a:r>
              <a:rPr lang="en-US" dirty="0"/>
              <a:t>Non-MITRE co-chairs moved things along in the first 6+ months</a:t>
            </a:r>
          </a:p>
          <a:p>
            <a:r>
              <a:rPr lang="en-US" dirty="0"/>
              <a:t>Review: how well did the AI WG collaborate in 2024?</a:t>
            </a:r>
          </a:p>
          <a:p>
            <a:r>
              <a:rPr lang="en-US" dirty="0"/>
              <a:t>What could be done to improve effectiveness in 2025?</a:t>
            </a:r>
          </a:p>
          <a:p>
            <a:r>
              <a:rPr lang="en-US" dirty="0"/>
              <a:t>What kinds of goals / “KPIs” may be reasonable?</a:t>
            </a:r>
          </a:p>
          <a:p>
            <a:r>
              <a:rPr lang="en-US" dirty="0"/>
              <a:t>Near-term goal: AI-related changes to CWE 4.17 in March?</a:t>
            </a:r>
          </a:p>
          <a:p>
            <a:pPr lvl="1"/>
            <a:r>
              <a:rPr lang="en-US" dirty="0"/>
              <a:t>Current new submissions might be too complex/time-consuming</a:t>
            </a:r>
          </a:p>
          <a:p>
            <a:pPr lvl="1"/>
            <a:r>
              <a:rPr lang="en-US" dirty="0"/>
              <a:t>Modifying existing submissions might be more directly achievable</a:t>
            </a:r>
          </a:p>
          <a:p>
            <a:r>
              <a:rPr lang="en-US" dirty="0"/>
              <a:t>What should MITRE’s role be?</a:t>
            </a:r>
          </a:p>
        </p:txBody>
      </p:sp>
      <p:sp>
        <p:nvSpPr>
          <p:cNvPr id="4" name="Slide Number Placeholder 3">
            <a:extLst>
              <a:ext uri="{FF2B5EF4-FFF2-40B4-BE49-F238E27FC236}">
                <a16:creationId xmlns:a16="http://schemas.microsoft.com/office/drawing/2014/main" id="{5496FE25-A9F0-C1D9-B6B2-EBFC391649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742836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090AF-DCAF-7BCA-D4FB-453759210379}"/>
              </a:ext>
            </a:extLst>
          </p:cNvPr>
          <p:cNvSpPr>
            <a:spLocks noGrp="1"/>
          </p:cNvSpPr>
          <p:nvPr>
            <p:ph type="title"/>
          </p:nvPr>
        </p:nvSpPr>
        <p:spPr/>
        <p:txBody>
          <a:bodyPr/>
          <a:lstStyle/>
          <a:p>
            <a:r>
              <a:rPr lang="en-US"/>
              <a:t>Subgroups </a:t>
            </a:r>
          </a:p>
        </p:txBody>
      </p:sp>
      <p:sp>
        <p:nvSpPr>
          <p:cNvPr id="3" name="Content Placeholder 2">
            <a:extLst>
              <a:ext uri="{FF2B5EF4-FFF2-40B4-BE49-F238E27FC236}">
                <a16:creationId xmlns:a16="http://schemas.microsoft.com/office/drawing/2014/main" id="{D56FF49E-E3F8-8E2A-2DB7-2E9585AD88B0}"/>
              </a:ext>
            </a:extLst>
          </p:cNvPr>
          <p:cNvSpPr>
            <a:spLocks noGrp="1"/>
          </p:cNvSpPr>
          <p:nvPr>
            <p:ph idx="1"/>
          </p:nvPr>
        </p:nvSpPr>
        <p:spPr>
          <a:xfrm>
            <a:off x="616449" y="1371601"/>
            <a:ext cx="11236720" cy="2057399"/>
          </a:xfrm>
        </p:spPr>
        <p:txBody>
          <a:bodyPr>
            <a:normAutofit lnSpcReduction="10000"/>
          </a:bodyPr>
          <a:lstStyle/>
          <a:p>
            <a:r>
              <a:rPr lang="en-US" dirty="0"/>
              <a:t>Mission of our group is to advance CWE’s coverage of AI-related weaknesses</a:t>
            </a:r>
          </a:p>
          <a:p>
            <a:endParaRPr lang="en-US" dirty="0"/>
          </a:p>
          <a:p>
            <a:r>
              <a:rPr lang="en-US" dirty="0"/>
              <a:t>This includes modifying existing content and adding new entries</a:t>
            </a:r>
          </a:p>
          <a:p>
            <a:pPr lvl="1"/>
            <a:r>
              <a:rPr lang="en-US" dirty="0"/>
              <a:t>Idea is to devote two subgroups to these areas </a:t>
            </a:r>
          </a:p>
          <a:p>
            <a:endParaRPr lang="en-US" dirty="0">
              <a:solidFill>
                <a:srgbClr val="FF0000"/>
              </a:solidFill>
            </a:endParaRPr>
          </a:p>
        </p:txBody>
      </p:sp>
      <p:sp>
        <p:nvSpPr>
          <p:cNvPr id="4" name="Slide Number Placeholder 3">
            <a:extLst>
              <a:ext uri="{FF2B5EF4-FFF2-40B4-BE49-F238E27FC236}">
                <a16:creationId xmlns:a16="http://schemas.microsoft.com/office/drawing/2014/main" id="{EEFACA3C-51DE-32A0-CBDD-16041161DFF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F150325F-23B4-2959-C512-1363416E3D5B}"/>
              </a:ext>
            </a:extLst>
          </p:cNvPr>
          <p:cNvSpPr txBox="1"/>
          <p:nvPr/>
        </p:nvSpPr>
        <p:spPr>
          <a:xfrm>
            <a:off x="491253" y="3429000"/>
            <a:ext cx="10344913" cy="4339650"/>
          </a:xfrm>
          <a:prstGeom prst="rect">
            <a:avLst/>
          </a:prstGeom>
          <a:noFill/>
        </p:spPr>
        <p:txBody>
          <a:bodyPr wrap="square" numCol="2" rtlCol="0">
            <a:spAutoFit/>
          </a:bodyPr>
          <a:lstStyle/>
          <a:p>
            <a:pPr lvl="1"/>
            <a:r>
              <a:rPr lang="en-US" sz="1600" b="1" u="sng" dirty="0">
                <a:latin typeface="Tahoma" panose="020B0604030504040204" pitchFamily="34" charset="0"/>
                <a:ea typeface="Tahoma" panose="020B0604030504040204" pitchFamily="34" charset="0"/>
                <a:cs typeface="Tahoma" panose="020B0604030504040204" pitchFamily="34" charset="0"/>
              </a:rPr>
              <a:t>Subgroup 1</a:t>
            </a:r>
            <a:r>
              <a:rPr lang="en-US" sz="1600" b="1" dirty="0">
                <a:latin typeface="Tahoma" panose="020B0604030504040204" pitchFamily="34" charset="0"/>
                <a:ea typeface="Tahoma" panose="020B0604030504040204" pitchFamily="34" charset="0"/>
                <a:cs typeface="Tahoma" panose="020B0604030504040204" pitchFamily="34" charset="0"/>
              </a:rPr>
              <a:t>:</a:t>
            </a:r>
          </a:p>
          <a:p>
            <a:pPr lvl="2"/>
            <a:r>
              <a:rPr lang="en-US" sz="1600" b="1" i="1" dirty="0">
                <a:latin typeface="Tahoma" panose="020B0604030504040204" pitchFamily="34" charset="0"/>
                <a:ea typeface="Tahoma" panose="020B0604030504040204" pitchFamily="34" charset="0"/>
                <a:cs typeface="Tahoma" panose="020B0604030504040204" pitchFamily="34" charset="0"/>
              </a:rPr>
              <a:t>Improving existing CWE content that is relevant to AI systems</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Kevin Greene</a:t>
            </a:r>
          </a:p>
          <a:p>
            <a:pPr marL="1200150" lvl="2" indent="-285750">
              <a:buFont typeface="Arial" panose="020B0604020202020204" pitchFamily="34" charset="0"/>
              <a:buChar char="•"/>
            </a:pPr>
            <a:r>
              <a:rPr lang="en-US" sz="1600" dirty="0" err="1">
                <a:latin typeface="Tahoma" panose="020B0604030504040204" pitchFamily="34" charset="0"/>
                <a:ea typeface="Tahoma" panose="020B0604030504040204" pitchFamily="34" charset="0"/>
                <a:cs typeface="Tahoma" panose="020B0604030504040204" pitchFamily="34" charset="0"/>
              </a:rPr>
              <a:t>Sudebi</a:t>
            </a:r>
            <a:r>
              <a:rPr lang="en-US" sz="1600" dirty="0">
                <a:latin typeface="Tahoma" panose="020B0604030504040204" pitchFamily="34" charset="0"/>
                <a:ea typeface="Tahoma" panose="020B0604030504040204" pitchFamily="34" charset="0"/>
                <a:cs typeface="Tahoma" panose="020B0604030504040204" pitchFamily="34" charset="0"/>
              </a:rPr>
              <a:t> Roy</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Erick </a:t>
            </a:r>
            <a:r>
              <a:rPr lang="en-US" sz="1600" dirty="0" err="1">
                <a:latin typeface="Tahoma" panose="020B0604030504040204" pitchFamily="34" charset="0"/>
                <a:ea typeface="Tahoma" panose="020B0604030504040204" pitchFamily="34" charset="0"/>
                <a:cs typeface="Tahoma" panose="020B0604030504040204" pitchFamily="34" charset="0"/>
              </a:rPr>
              <a:t>Galinkin</a:t>
            </a:r>
            <a:r>
              <a:rPr lang="en-US" sz="1600" dirty="0">
                <a:latin typeface="Tahoma" panose="020B0604030504040204" pitchFamily="34" charset="0"/>
                <a:ea typeface="Tahoma" panose="020B0604030504040204" pitchFamily="34" charset="0"/>
                <a:cs typeface="Tahoma" panose="020B0604030504040204" pitchFamily="34" charset="0"/>
              </a:rPr>
              <a:t> (both, </a:t>
            </a:r>
            <a:r>
              <a:rPr lang="en-US" sz="1600" dirty="0" err="1">
                <a:latin typeface="Tahoma" panose="020B0604030504040204" pitchFamily="34" charset="0"/>
                <a:ea typeface="Tahoma" panose="020B0604030504040204" pitchFamily="34" charset="0"/>
                <a:cs typeface="Tahoma" panose="020B0604030504040204" pitchFamily="34" charset="0"/>
              </a:rPr>
              <a:t>pref</a:t>
            </a:r>
            <a:r>
              <a:rPr lang="en-US" sz="1600" dirty="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Caroline Rocha (both, </a:t>
            </a:r>
            <a:r>
              <a:rPr lang="en-US" sz="1600" dirty="0" err="1">
                <a:latin typeface="Tahoma" panose="020B0604030504040204" pitchFamily="34" charset="0"/>
                <a:ea typeface="Tahoma" panose="020B0604030504040204" pitchFamily="34" charset="0"/>
                <a:cs typeface="Tahoma" panose="020B0604030504040204" pitchFamily="34" charset="0"/>
              </a:rPr>
              <a:t>pref</a:t>
            </a:r>
            <a:r>
              <a:rPr lang="en-US" sz="1600" dirty="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i="1" dirty="0">
                <a:latin typeface="Tahoma" panose="020B0604030504040204" pitchFamily="34" charset="0"/>
                <a:ea typeface="Tahoma" panose="020B0604030504040204" pitchFamily="34" charset="0"/>
                <a:cs typeface="Tahoma" panose="020B0604030504040204" pitchFamily="34" charset="0"/>
              </a:rPr>
              <a:t>Monika Akbar, (both w/out a </a:t>
            </a:r>
            <a:r>
              <a:rPr lang="en-US" sz="1600" i="1" dirty="0" err="1">
                <a:latin typeface="Tahoma" panose="020B0604030504040204" pitchFamily="34" charset="0"/>
                <a:ea typeface="Tahoma" panose="020B0604030504040204" pitchFamily="34" charset="0"/>
                <a:cs typeface="Tahoma" panose="020B0604030504040204" pitchFamily="34" charset="0"/>
              </a:rPr>
              <a:t>pref</a:t>
            </a:r>
            <a:r>
              <a:rPr lang="en-US" sz="1600" i="1" dirty="0">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dirty="0">
                <a:latin typeface="Tahoma" panose="020B0604030504040204" pitchFamily="34" charset="0"/>
                <a:ea typeface="Tahoma" panose="020B0604030504040204" pitchFamily="34" charset="0"/>
                <a:cs typeface="Tahoma" panose="020B0604030504040204" pitchFamily="34" charset="0"/>
              </a:rPr>
              <a:t>Raymond Pompon (both)</a:t>
            </a:r>
          </a:p>
          <a:p>
            <a:pPr marL="1200150" lvl="2" indent="-285750">
              <a:buFont typeface="Arial" panose="020B0604020202020204" pitchFamily="34" charset="0"/>
              <a:buChar char="•"/>
            </a:pPr>
            <a:r>
              <a:rPr lang="en-US" sz="1600" i="1" dirty="0">
                <a:latin typeface="Tahoma" panose="020B0604030504040204" pitchFamily="34" charset="0"/>
                <a:ea typeface="Tahoma" panose="020B0604030504040204" pitchFamily="34" charset="0"/>
                <a:cs typeface="Tahoma" panose="020B0604030504040204" pitchFamily="34" charset="0"/>
              </a:rPr>
              <a:t>Ads Dawson (both)</a:t>
            </a:r>
          </a:p>
          <a:p>
            <a:pPr lvl="3"/>
            <a:endParaRPr lang="en-US" sz="1600" dirty="0">
              <a:latin typeface="Tahoma" panose="020B0604030504040204" pitchFamily="34" charset="0"/>
              <a:ea typeface="Tahoma" panose="020B0604030504040204" pitchFamily="34" charset="0"/>
              <a:cs typeface="Tahoma" panose="020B0604030504040204" pitchFamily="34" charset="0"/>
            </a:endParaRPr>
          </a:p>
          <a:p>
            <a:pPr lvl="1"/>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r>
              <a:rPr lang="en-US" sz="1600" b="1" u="sng" dirty="0">
                <a:latin typeface="Tahoma" panose="020B0604030504040204" pitchFamily="34" charset="0"/>
                <a:ea typeface="Tahoma" panose="020B0604030504040204" pitchFamily="34" charset="0"/>
                <a:cs typeface="Tahoma" panose="020B0604030504040204" pitchFamily="34" charset="0"/>
              </a:rPr>
              <a:t>Subgroup 2</a:t>
            </a:r>
            <a:r>
              <a:rPr lang="en-US" sz="1600" b="1" dirty="0">
                <a:latin typeface="Tahoma" panose="020B0604030504040204" pitchFamily="34" charset="0"/>
                <a:ea typeface="Tahoma" panose="020B0604030504040204" pitchFamily="34" charset="0"/>
                <a:cs typeface="Tahoma" panose="020B0604030504040204" pitchFamily="34" charset="0"/>
              </a:rPr>
              <a:t>:</a:t>
            </a:r>
          </a:p>
          <a:p>
            <a:pPr lvl="2"/>
            <a:r>
              <a:rPr lang="en-US" sz="1600" b="1" i="1" dirty="0">
                <a:latin typeface="Tahoma" panose="020B0604030504040204" pitchFamily="34" charset="0"/>
                <a:ea typeface="Tahoma" panose="020B0604030504040204" pitchFamily="34" charset="0"/>
                <a:cs typeface="Tahoma" panose="020B0604030504040204" pitchFamily="34" charset="0"/>
              </a:rPr>
              <a:t>Developing new CWE entries to cover AI-related gaps in the CWE corpus</a:t>
            </a:r>
          </a:p>
          <a:p>
            <a:pPr marL="1200150" lvl="2" indent="-285750">
              <a:buFont typeface="Arial" panose="020B0604020202020204" pitchFamily="34" charset="0"/>
              <a:buChar char="•"/>
            </a:pPr>
            <a:r>
              <a:rPr lang="en-US" sz="1600" dirty="0" err="1">
                <a:latin typeface="Tahoma" panose="020B0604030504040204" pitchFamily="34" charset="0"/>
                <a:ea typeface="Tahoma" panose="020B0604030504040204" pitchFamily="34" charset="0"/>
                <a:cs typeface="Tahoma" panose="020B0604030504040204" pitchFamily="34" charset="0"/>
              </a:rPr>
              <a:t>Aagam</a:t>
            </a:r>
            <a:r>
              <a:rPr lang="en-US" sz="1600" dirty="0">
                <a:latin typeface="Tahoma" panose="020B0604030504040204" pitchFamily="34" charset="0"/>
                <a:ea typeface="Tahoma" panose="020B0604030504040204" pitchFamily="34" charset="0"/>
                <a:cs typeface="Tahoma" panose="020B0604030504040204" pitchFamily="34" charset="0"/>
              </a:rPr>
              <a:t> Shah</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Mike Simon</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Gary Lopez (both, </a:t>
            </a:r>
            <a:r>
              <a:rPr lang="en-US" sz="1600" dirty="0" err="1">
                <a:latin typeface="Tahoma" panose="020B0604030504040204" pitchFamily="34" charset="0"/>
                <a:ea typeface="Tahoma" panose="020B0604030504040204" pitchFamily="34" charset="0"/>
                <a:cs typeface="Tahoma" panose="020B0604030504040204" pitchFamily="34" charset="0"/>
              </a:rPr>
              <a:t>pref</a:t>
            </a:r>
            <a:r>
              <a:rPr lang="en-US" sz="1600" dirty="0">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Ahmed Nagy (both, </a:t>
            </a:r>
            <a:r>
              <a:rPr lang="en-US" sz="1600" dirty="0" err="1">
                <a:latin typeface="Tahoma" panose="020B0604030504040204" pitchFamily="34" charset="0"/>
                <a:ea typeface="Tahoma" panose="020B0604030504040204" pitchFamily="34" charset="0"/>
                <a:cs typeface="Tahoma" panose="020B0604030504040204" pitchFamily="34" charset="0"/>
              </a:rPr>
              <a:t>pref</a:t>
            </a:r>
            <a:r>
              <a:rPr lang="en-US" sz="1600" dirty="0">
                <a:latin typeface="Tahoma" panose="020B0604030504040204" pitchFamily="34" charset="0"/>
                <a:ea typeface="Tahoma" panose="020B0604030504040204" pitchFamily="34" charset="0"/>
                <a:cs typeface="Tahoma" panose="020B0604030504040204" pitchFamily="34" charset="0"/>
              </a:rPr>
              <a:t> 2) </a:t>
            </a:r>
          </a:p>
          <a:p>
            <a:pPr marL="1200150" lvl="2" indent="-285750">
              <a:buFont typeface="Arial" panose="020B0604020202020204" pitchFamily="34" charset="0"/>
              <a:buChar char="•"/>
            </a:pPr>
            <a:r>
              <a:rPr lang="en-US" sz="1600" i="1" dirty="0">
                <a:latin typeface="Tahoma" panose="020B0604030504040204" pitchFamily="34" charset="0"/>
                <a:ea typeface="Tahoma" panose="020B0604030504040204" pitchFamily="34" charset="0"/>
                <a:cs typeface="Tahoma" panose="020B0604030504040204" pitchFamily="34" charset="0"/>
              </a:rPr>
              <a:t>Monika Akbar, (both w/out a </a:t>
            </a:r>
            <a:r>
              <a:rPr lang="en-US" sz="1600" i="1" dirty="0" err="1">
                <a:latin typeface="Tahoma" panose="020B0604030504040204" pitchFamily="34" charset="0"/>
                <a:ea typeface="Tahoma" panose="020B0604030504040204" pitchFamily="34" charset="0"/>
                <a:cs typeface="Tahoma" panose="020B0604030504040204" pitchFamily="34" charset="0"/>
              </a:rPr>
              <a:t>pref</a:t>
            </a:r>
            <a:r>
              <a:rPr lang="en-US" sz="1600" i="1" dirty="0">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dirty="0">
                <a:latin typeface="Tahoma" panose="020B0604030504040204" pitchFamily="34" charset="0"/>
                <a:ea typeface="Tahoma" panose="020B0604030504040204" pitchFamily="34" charset="0"/>
                <a:cs typeface="Tahoma" panose="020B0604030504040204" pitchFamily="34" charset="0"/>
              </a:rPr>
              <a:t>Martin Hodo (both, </a:t>
            </a:r>
            <a:r>
              <a:rPr lang="en-US" sz="1600" i="1" dirty="0" err="1">
                <a:latin typeface="Tahoma" panose="020B0604030504040204" pitchFamily="34" charset="0"/>
                <a:ea typeface="Tahoma" panose="020B0604030504040204" pitchFamily="34" charset="0"/>
                <a:cs typeface="Tahoma" panose="020B0604030504040204" pitchFamily="34" charset="0"/>
              </a:rPr>
              <a:t>pref</a:t>
            </a:r>
            <a:r>
              <a:rPr lang="en-US" sz="1600" i="1" dirty="0">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Kevin Monette</a:t>
            </a:r>
          </a:p>
          <a:p>
            <a:endParaRPr lang="en-US" sz="16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507085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A7D3D-6F87-EAE1-164D-E1B68A3642ED}"/>
              </a:ext>
            </a:extLst>
          </p:cNvPr>
          <p:cNvSpPr>
            <a:spLocks noGrp="1"/>
          </p:cNvSpPr>
          <p:nvPr>
            <p:ph type="title"/>
          </p:nvPr>
        </p:nvSpPr>
        <p:spPr/>
        <p:txBody>
          <a:bodyPr/>
          <a:lstStyle/>
          <a:p>
            <a:r>
              <a:rPr lang="en-US" dirty="0"/>
              <a:t>AI WG Tasks</a:t>
            </a:r>
          </a:p>
        </p:txBody>
      </p:sp>
      <p:sp>
        <p:nvSpPr>
          <p:cNvPr id="3" name="Content Placeholder 2">
            <a:extLst>
              <a:ext uri="{FF2B5EF4-FFF2-40B4-BE49-F238E27FC236}">
                <a16:creationId xmlns:a16="http://schemas.microsoft.com/office/drawing/2014/main" id="{4B0D9D66-4BEA-155F-4DD7-75F9A0868682}"/>
              </a:ext>
            </a:extLst>
          </p:cNvPr>
          <p:cNvSpPr>
            <a:spLocks noGrp="1"/>
          </p:cNvSpPr>
          <p:nvPr>
            <p:ph idx="1"/>
          </p:nvPr>
        </p:nvSpPr>
        <p:spPr/>
        <p:txBody>
          <a:bodyPr/>
          <a:lstStyle/>
          <a:p>
            <a:r>
              <a:rPr lang="en-US" dirty="0"/>
              <a:t>Sub-group formation</a:t>
            </a:r>
          </a:p>
          <a:p>
            <a:pPr lvl="1"/>
            <a:r>
              <a:rPr lang="en-US" dirty="0"/>
              <a:t>Find leads</a:t>
            </a:r>
          </a:p>
          <a:p>
            <a:pPr lvl="1"/>
            <a:r>
              <a:rPr lang="en-US" dirty="0"/>
              <a:t>Set up mailing lists</a:t>
            </a:r>
          </a:p>
          <a:p>
            <a:pPr lvl="1"/>
            <a:r>
              <a:rPr lang="en-US" dirty="0"/>
              <a:t>Change current biweekly meetings to sub-group meetings</a:t>
            </a:r>
          </a:p>
          <a:p>
            <a:pPr lvl="1"/>
            <a:endParaRPr lang="en-US" dirty="0"/>
          </a:p>
          <a:p>
            <a:pPr lvl="1"/>
            <a:endParaRPr lang="en-US" dirty="0"/>
          </a:p>
        </p:txBody>
      </p:sp>
      <p:sp>
        <p:nvSpPr>
          <p:cNvPr id="4" name="Slide Number Placeholder 3">
            <a:extLst>
              <a:ext uri="{FF2B5EF4-FFF2-40B4-BE49-F238E27FC236}">
                <a16:creationId xmlns:a16="http://schemas.microsoft.com/office/drawing/2014/main" id="{A553C226-16AA-2DD7-4A48-CE59E9C11DD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884218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56F73-49B4-DE65-7062-FA7D252F1A1B}"/>
              </a:ext>
            </a:extLst>
          </p:cNvPr>
          <p:cNvSpPr>
            <a:spLocks noGrp="1"/>
          </p:cNvSpPr>
          <p:nvPr>
            <p:ph type="title"/>
          </p:nvPr>
        </p:nvSpPr>
        <p:spPr/>
        <p:txBody>
          <a:bodyPr/>
          <a:lstStyle/>
          <a:p>
            <a:r>
              <a:rPr lang="en-US" dirty="0"/>
              <a:t>Subgroup Formation - Tasks</a:t>
            </a:r>
          </a:p>
        </p:txBody>
      </p:sp>
      <p:sp>
        <p:nvSpPr>
          <p:cNvPr id="3" name="Content Placeholder 2">
            <a:extLst>
              <a:ext uri="{FF2B5EF4-FFF2-40B4-BE49-F238E27FC236}">
                <a16:creationId xmlns:a16="http://schemas.microsoft.com/office/drawing/2014/main" id="{DAFD8B6A-FE6D-CE97-3F15-E0B147891914}"/>
              </a:ext>
            </a:extLst>
          </p:cNvPr>
          <p:cNvSpPr>
            <a:spLocks noGrp="1"/>
          </p:cNvSpPr>
          <p:nvPr>
            <p:ph idx="1"/>
          </p:nvPr>
        </p:nvSpPr>
        <p:spPr/>
        <p:txBody>
          <a:bodyPr/>
          <a:lstStyle/>
          <a:p>
            <a:r>
              <a:rPr lang="en-US" dirty="0"/>
              <a:t>Find leads</a:t>
            </a:r>
          </a:p>
          <a:p>
            <a:r>
              <a:rPr lang="en-US" dirty="0"/>
              <a:t>Set up separate mailing lists</a:t>
            </a:r>
          </a:p>
          <a:p>
            <a:pPr lvl="1"/>
            <a:r>
              <a:rPr lang="en-US" dirty="0"/>
              <a:t>Primary mode of discussion</a:t>
            </a:r>
          </a:p>
          <a:p>
            <a:r>
              <a:rPr lang="en-US" dirty="0"/>
              <a:t>Change current biweekly WG meetings to sub-group meetings</a:t>
            </a:r>
          </a:p>
          <a:p>
            <a:pPr lvl="1"/>
            <a:r>
              <a:rPr lang="en-US" dirty="0"/>
              <a:t>New entry subgroup in week 2</a:t>
            </a:r>
          </a:p>
          <a:p>
            <a:pPr lvl="1"/>
            <a:r>
              <a:rPr lang="en-US" dirty="0"/>
              <a:t>Modification subgroup in week 4</a:t>
            </a:r>
          </a:p>
          <a:p>
            <a:r>
              <a:rPr lang="en-US" dirty="0"/>
              <a:t>Participants can choose one or both</a:t>
            </a:r>
          </a:p>
          <a:p>
            <a:endParaRPr lang="en-US" dirty="0"/>
          </a:p>
        </p:txBody>
      </p:sp>
      <p:sp>
        <p:nvSpPr>
          <p:cNvPr id="4" name="Slide Number Placeholder 3">
            <a:extLst>
              <a:ext uri="{FF2B5EF4-FFF2-40B4-BE49-F238E27FC236}">
                <a16:creationId xmlns:a16="http://schemas.microsoft.com/office/drawing/2014/main" id="{7B65E728-1012-028E-256C-2EF643456FE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9777097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864C8-779A-006A-797E-B04610115E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0413E3-AAE6-EF6F-DC44-2BE8A9D8F7AD}"/>
              </a:ext>
            </a:extLst>
          </p:cNvPr>
          <p:cNvSpPr>
            <a:spLocks noGrp="1"/>
          </p:cNvSpPr>
          <p:nvPr>
            <p:ph type="title"/>
          </p:nvPr>
        </p:nvSpPr>
        <p:spPr/>
        <p:txBody>
          <a:bodyPr/>
          <a:lstStyle/>
          <a:p>
            <a:r>
              <a:rPr lang="en-US" dirty="0"/>
              <a:t>Future Content Work</a:t>
            </a:r>
          </a:p>
        </p:txBody>
      </p:sp>
      <p:sp>
        <p:nvSpPr>
          <p:cNvPr id="3" name="Content Placeholder 2">
            <a:extLst>
              <a:ext uri="{FF2B5EF4-FFF2-40B4-BE49-F238E27FC236}">
                <a16:creationId xmlns:a16="http://schemas.microsoft.com/office/drawing/2014/main" id="{5FE558FB-6000-8C72-D1FD-F7C1C1A350AE}"/>
              </a:ext>
            </a:extLst>
          </p:cNvPr>
          <p:cNvSpPr>
            <a:spLocks noGrp="1"/>
          </p:cNvSpPr>
          <p:nvPr>
            <p:ph idx="1"/>
          </p:nvPr>
        </p:nvSpPr>
        <p:spPr/>
        <p:txBody>
          <a:bodyPr/>
          <a:lstStyle/>
          <a:p>
            <a:r>
              <a:rPr lang="en-US" sz="2000" dirty="0"/>
              <a:t>Ongoing submissions</a:t>
            </a:r>
          </a:p>
          <a:p>
            <a:r>
              <a:rPr lang="en-US" sz="2000" dirty="0"/>
              <a:t>Modifications</a:t>
            </a:r>
          </a:p>
          <a:p>
            <a:endParaRPr lang="en-US" sz="2000" dirty="0"/>
          </a:p>
        </p:txBody>
      </p:sp>
      <p:sp>
        <p:nvSpPr>
          <p:cNvPr id="4" name="Slide Number Placeholder 3">
            <a:extLst>
              <a:ext uri="{FF2B5EF4-FFF2-40B4-BE49-F238E27FC236}">
                <a16:creationId xmlns:a16="http://schemas.microsoft.com/office/drawing/2014/main" id="{D66EDE35-D4D0-4BE4-5BE4-0244D09427E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5598933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EE636-A57B-BB7C-C698-DCB6F2A7B071}"/>
              </a:ext>
            </a:extLst>
          </p:cNvPr>
          <p:cNvSpPr>
            <a:spLocks noGrp="1"/>
          </p:cNvSpPr>
          <p:nvPr>
            <p:ph type="title"/>
          </p:nvPr>
        </p:nvSpPr>
        <p:spPr/>
        <p:txBody>
          <a:bodyPr/>
          <a:lstStyle/>
          <a:p>
            <a:r>
              <a:rPr lang="en-US" dirty="0"/>
              <a:t>New Entry Work Items</a:t>
            </a:r>
          </a:p>
        </p:txBody>
      </p:sp>
      <p:sp>
        <p:nvSpPr>
          <p:cNvPr id="3" name="Content Placeholder 2">
            <a:extLst>
              <a:ext uri="{FF2B5EF4-FFF2-40B4-BE49-F238E27FC236}">
                <a16:creationId xmlns:a16="http://schemas.microsoft.com/office/drawing/2014/main" id="{9915B450-3AB3-4605-EAE8-C84785DE6064}"/>
              </a:ext>
            </a:extLst>
          </p:cNvPr>
          <p:cNvSpPr>
            <a:spLocks noGrp="1"/>
          </p:cNvSpPr>
          <p:nvPr>
            <p:ph idx="1"/>
          </p:nvPr>
        </p:nvSpPr>
        <p:spPr/>
        <p:txBody>
          <a:bodyPr/>
          <a:lstStyle/>
          <a:p>
            <a:r>
              <a:rPr lang="en-US" sz="2000" dirty="0"/>
              <a:t>Ongoing submissions</a:t>
            </a:r>
          </a:p>
          <a:p>
            <a:pPr lvl="1"/>
            <a:r>
              <a:rPr lang="en-US" sz="2000" dirty="0"/>
              <a:t>“Bias in AI Models” (Kurt Seifried) - ES2402-38e20ce6</a:t>
            </a:r>
          </a:p>
          <a:p>
            <a:pPr lvl="1"/>
            <a:r>
              <a:rPr lang="en-US" sz="2000" dirty="0"/>
              <a:t> “LLM Bad Practices: Improper tuning of model control parameters” (Lily Wong) - ES2406-9e5fcf10</a:t>
            </a:r>
          </a:p>
          <a:p>
            <a:pPr lvl="1"/>
            <a:r>
              <a:rPr lang="en-US" sz="2000" dirty="0"/>
              <a:t>“Insufficient Input Validation in Generative AI Applications” (Steve / AI WG) - ES2405-84711fc4</a:t>
            </a:r>
          </a:p>
          <a:p>
            <a:r>
              <a:rPr lang="en-US" sz="2000" dirty="0"/>
              <a:t>Other MITRE work outside of ATLAS (in process)</a:t>
            </a:r>
          </a:p>
          <a:p>
            <a:endParaRPr lang="en-US" dirty="0"/>
          </a:p>
        </p:txBody>
      </p:sp>
      <p:sp>
        <p:nvSpPr>
          <p:cNvPr id="4" name="Slide Number Placeholder 3">
            <a:extLst>
              <a:ext uri="{FF2B5EF4-FFF2-40B4-BE49-F238E27FC236}">
                <a16:creationId xmlns:a16="http://schemas.microsoft.com/office/drawing/2014/main" id="{01451B97-3CE8-370F-7779-4EE5D0AA51C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662232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7698D-BC9A-28D2-4336-B8478BD9DE4F}"/>
              </a:ext>
            </a:extLst>
          </p:cNvPr>
          <p:cNvSpPr>
            <a:spLocks noGrp="1"/>
          </p:cNvSpPr>
          <p:nvPr>
            <p:ph type="title"/>
          </p:nvPr>
        </p:nvSpPr>
        <p:spPr/>
        <p:txBody>
          <a:bodyPr/>
          <a:lstStyle/>
          <a:p>
            <a:r>
              <a:rPr lang="en-US" sz="3200" dirty="0"/>
              <a:t>“Bias in AI Models” (Kurt Seifried) - ES2402-38e20ce6</a:t>
            </a:r>
            <a:br>
              <a:rPr lang="en-US" sz="3200" dirty="0"/>
            </a:br>
            <a:endParaRPr lang="en-US" dirty="0"/>
          </a:p>
        </p:txBody>
      </p:sp>
      <p:sp>
        <p:nvSpPr>
          <p:cNvPr id="3" name="Content Placeholder 2">
            <a:extLst>
              <a:ext uri="{FF2B5EF4-FFF2-40B4-BE49-F238E27FC236}">
                <a16:creationId xmlns:a16="http://schemas.microsoft.com/office/drawing/2014/main" id="{8E18EDAB-114A-7565-3477-1309F48B90FB}"/>
              </a:ext>
            </a:extLst>
          </p:cNvPr>
          <p:cNvSpPr>
            <a:spLocks noGrp="1"/>
          </p:cNvSpPr>
          <p:nvPr>
            <p:ph idx="1"/>
          </p:nvPr>
        </p:nvSpPr>
        <p:spPr/>
        <p:txBody>
          <a:bodyPr/>
          <a:lstStyle/>
          <a:p>
            <a:r>
              <a:rPr lang="en-US" sz="2000" dirty="0"/>
              <a:t>Name: Bias in AI Models</a:t>
            </a:r>
          </a:p>
          <a:p>
            <a:r>
              <a:rPr lang="en-US" sz="2000" dirty="0"/>
              <a:t>Description:</a:t>
            </a:r>
          </a:p>
          <a:p>
            <a:pPr lvl="1"/>
            <a:r>
              <a:rPr lang="en-US" sz="2000" dirty="0"/>
              <a:t>This weakness occurs when an AI model processes inputs so that it systematically and unfairly discriminates against certain groups or individuals based on inherent biases in the training data, model design, or operational context. These biases can manifest in various forms, including but not limited to gender, ethnicity, age, or socioeconomic status, leading to outcomes that perpetuate stereotypes, unfair treatment, or unequal access to benefits and services. The weakness is rooted in failing to adequately identify, mitigate, and monitor biases throughout the AI system's lifecycle, from data collection and model training to deployment and operation.</a:t>
            </a:r>
          </a:p>
          <a:p>
            <a:r>
              <a:rPr lang="en-US" sz="2000" dirty="0"/>
              <a:t>Submission cites several real-world concerns including biased image generation (Google Gemini), discriminatory practices [that] disproportionately impact marginalized groups, risks of violating equal employment laws through reliance on biased AI tools</a:t>
            </a:r>
          </a:p>
          <a:p>
            <a:r>
              <a:rPr lang="en-US" sz="2000" dirty="0"/>
              <a:t>https://github.com/CWE-CAPEC/CWE-Content-Development-Repository/issues/73</a:t>
            </a:r>
          </a:p>
        </p:txBody>
      </p:sp>
      <p:sp>
        <p:nvSpPr>
          <p:cNvPr id="4" name="Slide Number Placeholder 3">
            <a:extLst>
              <a:ext uri="{FF2B5EF4-FFF2-40B4-BE49-F238E27FC236}">
                <a16:creationId xmlns:a16="http://schemas.microsoft.com/office/drawing/2014/main" id="{F07235F5-74CA-7340-123F-30A693C2393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022599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802BE-518D-D6E6-531C-A2E587BDF05C}"/>
              </a:ext>
            </a:extLst>
          </p:cNvPr>
          <p:cNvSpPr>
            <a:spLocks noGrp="1"/>
          </p:cNvSpPr>
          <p:nvPr>
            <p:ph type="title"/>
          </p:nvPr>
        </p:nvSpPr>
        <p:spPr/>
        <p:txBody>
          <a:bodyPr/>
          <a:lstStyle/>
          <a:p>
            <a:r>
              <a:rPr lang="en-US" dirty="0"/>
              <a:t>Improper tuning of model control parameters (Lily Wong), ES2406-9e5fcf10</a:t>
            </a:r>
          </a:p>
        </p:txBody>
      </p:sp>
      <p:sp>
        <p:nvSpPr>
          <p:cNvPr id="3" name="Content Placeholder 2">
            <a:extLst>
              <a:ext uri="{FF2B5EF4-FFF2-40B4-BE49-F238E27FC236}">
                <a16:creationId xmlns:a16="http://schemas.microsoft.com/office/drawing/2014/main" id="{CF8600D0-E349-74FD-4214-23DC700A0F91}"/>
              </a:ext>
            </a:extLst>
          </p:cNvPr>
          <p:cNvSpPr>
            <a:spLocks noGrp="1"/>
          </p:cNvSpPr>
          <p:nvPr>
            <p:ph idx="1"/>
          </p:nvPr>
        </p:nvSpPr>
        <p:spPr/>
        <p:txBody>
          <a:bodyPr/>
          <a:lstStyle/>
          <a:p>
            <a:r>
              <a:rPr lang="en-US" dirty="0"/>
              <a:t>Name: LLM Bad Practices: Improper tuning of model control parameters</a:t>
            </a:r>
          </a:p>
          <a:p>
            <a:pPr lvl="1"/>
            <a:r>
              <a:rPr lang="en-US" dirty="0"/>
              <a:t>Borrows from “J2EE Bad Practices” and “EJB Bad Practices” CWEs</a:t>
            </a:r>
          </a:p>
          <a:p>
            <a:r>
              <a:rPr lang="en-US" dirty="0"/>
              <a:t>Description</a:t>
            </a:r>
          </a:p>
          <a:p>
            <a:pPr lvl="1"/>
            <a:r>
              <a:rPr lang="en-US" dirty="0"/>
              <a:t>Users of applications that use Transformers text generation capabilities may encounter unusually high occurrences of repetition/hallucination due to combinations of parameter settings that control model probabilities and behavior. For example, high temperatures increase randomness in generated text and various repetition penalties can reduce the amount of output repetition.</a:t>
            </a:r>
          </a:p>
          <a:p>
            <a:r>
              <a:rPr lang="en-US" dirty="0"/>
              <a:t>https://github.com/CWE-CAPEC/CWE-Content-Development-Repository/issues/114</a:t>
            </a:r>
          </a:p>
        </p:txBody>
      </p:sp>
      <p:sp>
        <p:nvSpPr>
          <p:cNvPr id="4" name="Slide Number Placeholder 3">
            <a:extLst>
              <a:ext uri="{FF2B5EF4-FFF2-40B4-BE49-F238E27FC236}">
                <a16:creationId xmlns:a16="http://schemas.microsoft.com/office/drawing/2014/main" id="{B0327267-8F35-DCC9-BC50-6E5B6783AF0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7302538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37094-A533-79D5-3374-777789798775}"/>
              </a:ext>
            </a:extLst>
          </p:cNvPr>
          <p:cNvSpPr>
            <a:spLocks noGrp="1"/>
          </p:cNvSpPr>
          <p:nvPr>
            <p:ph type="title"/>
          </p:nvPr>
        </p:nvSpPr>
        <p:spPr/>
        <p:txBody>
          <a:bodyPr/>
          <a:lstStyle/>
          <a:p>
            <a:r>
              <a:rPr lang="en-US" dirty="0"/>
              <a:t>Insufficient Input Validation in Generative AI Applications (Steve / AI WG) ES2405-84711fc4</a:t>
            </a:r>
          </a:p>
        </p:txBody>
      </p:sp>
      <p:sp>
        <p:nvSpPr>
          <p:cNvPr id="3" name="Content Placeholder 2">
            <a:extLst>
              <a:ext uri="{FF2B5EF4-FFF2-40B4-BE49-F238E27FC236}">
                <a16:creationId xmlns:a16="http://schemas.microsoft.com/office/drawing/2014/main" id="{4AAD0163-4D5C-07F0-AD94-0E567808EB5B}"/>
              </a:ext>
            </a:extLst>
          </p:cNvPr>
          <p:cNvSpPr>
            <a:spLocks noGrp="1"/>
          </p:cNvSpPr>
          <p:nvPr>
            <p:ph idx="1"/>
          </p:nvPr>
        </p:nvSpPr>
        <p:spPr/>
        <p:txBody>
          <a:bodyPr/>
          <a:lstStyle/>
          <a:p>
            <a:r>
              <a:rPr lang="en-US" sz="2000" dirty="0"/>
              <a:t>Name: Insufficient Input Validation in Generative AI Applications</a:t>
            </a:r>
          </a:p>
          <a:p>
            <a:r>
              <a:rPr lang="en-US" sz="2000" dirty="0"/>
              <a:t>Description:</a:t>
            </a:r>
          </a:p>
          <a:p>
            <a:pPr lvl="1"/>
            <a:r>
              <a:rPr lang="en-US" sz="2000" dirty="0"/>
              <a:t>The product accepts user inputs for a generative artificial intelligence application, which can modify or bypass the original instructions resulting in an unintended response.</a:t>
            </a:r>
          </a:p>
          <a:p>
            <a:pPr lvl="1"/>
            <a:r>
              <a:rPr lang="en-US" sz="2000" dirty="0"/>
              <a:t>Extended Description: Without sufficient validation to application user inputs, the generative artificial intelligence model can change its original behavior or provide unintended responses. This can be used to reveal model secrets, output biased responses, and possibly execute system commands, depending on application capabilities.  This flaw depends on the fact that generative artificial intelligence models make no real distinction between the control and data planes.</a:t>
            </a:r>
          </a:p>
          <a:p>
            <a:r>
              <a:rPr lang="en-US" sz="2000" dirty="0"/>
              <a:t>Significant overlap problems (see “ACTIVE ISSUES” in submission file)</a:t>
            </a:r>
          </a:p>
          <a:p>
            <a:r>
              <a:rPr lang="en-US" sz="2000" dirty="0"/>
              <a:t>https://github.com/CWE-CAPEC/CWE-Content-Development-Repository/issues/109</a:t>
            </a:r>
          </a:p>
        </p:txBody>
      </p:sp>
      <p:sp>
        <p:nvSpPr>
          <p:cNvPr id="4" name="Slide Number Placeholder 3">
            <a:extLst>
              <a:ext uri="{FF2B5EF4-FFF2-40B4-BE49-F238E27FC236}">
                <a16:creationId xmlns:a16="http://schemas.microsoft.com/office/drawing/2014/main" id="{8206FA13-2D8E-E05E-6332-F61AEB65931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30261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1D9E8-D3DD-D358-F00F-339BFE0ED5F8}"/>
              </a:ext>
            </a:extLst>
          </p:cNvPr>
          <p:cNvSpPr>
            <a:spLocks noGrp="1"/>
          </p:cNvSpPr>
          <p:nvPr>
            <p:ph type="title"/>
          </p:nvPr>
        </p:nvSpPr>
        <p:spPr/>
        <p:txBody>
          <a:bodyPr/>
          <a:lstStyle/>
          <a:p>
            <a:r>
              <a:rPr lang="en-US" dirty="0"/>
              <a:t>Modification Work Items</a:t>
            </a:r>
          </a:p>
        </p:txBody>
      </p:sp>
      <p:sp>
        <p:nvSpPr>
          <p:cNvPr id="3" name="Content Placeholder 2">
            <a:extLst>
              <a:ext uri="{FF2B5EF4-FFF2-40B4-BE49-F238E27FC236}">
                <a16:creationId xmlns:a16="http://schemas.microsoft.com/office/drawing/2014/main" id="{A70EFAB1-8EA6-E0E5-45EF-CB9EF8D49F3A}"/>
              </a:ext>
            </a:extLst>
          </p:cNvPr>
          <p:cNvSpPr>
            <a:spLocks noGrp="1"/>
          </p:cNvSpPr>
          <p:nvPr>
            <p:ph idx="1"/>
          </p:nvPr>
        </p:nvSpPr>
        <p:spPr/>
        <p:txBody>
          <a:bodyPr/>
          <a:lstStyle/>
          <a:p>
            <a:r>
              <a:rPr lang="en-US" dirty="0"/>
              <a:t>Fill in gaps in new CWE-1427 (prompt injection) and recent CWE-1426 (LLM output validation)</a:t>
            </a:r>
          </a:p>
          <a:p>
            <a:r>
              <a:rPr lang="en-US" dirty="0"/>
              <a:t>Update CWE-1039: Automated Recognition Mechanism with Inadequate Detection or Handling of Adversarial Input Perturbations</a:t>
            </a:r>
          </a:p>
          <a:p>
            <a:pPr lvl="1"/>
            <a:r>
              <a:rPr lang="en-US" dirty="0"/>
              <a:t>Published in 2018; no substantive updates since then; missing mitigations, demonstrative examples, etc.</a:t>
            </a:r>
          </a:p>
          <a:p>
            <a:r>
              <a:rPr lang="en-US" dirty="0"/>
              <a:t>“Usability” enhancements, e.g., diagrams at top (see CWE-89)</a:t>
            </a:r>
          </a:p>
          <a:p>
            <a:r>
              <a:rPr lang="en-US" dirty="0"/>
              <a:t>Tag more weaknesses involving AI/ML</a:t>
            </a:r>
          </a:p>
          <a:p>
            <a:pPr lvl="1"/>
            <a:r>
              <a:rPr lang="en-US" dirty="0"/>
              <a:t>As of CWE 4.16, only 8 CWEs have affected technology of “AI/ML”</a:t>
            </a:r>
          </a:p>
          <a:p>
            <a:r>
              <a:rPr lang="en-US" dirty="0"/>
              <a:t>Add more examples / references</a:t>
            </a:r>
          </a:p>
          <a:p>
            <a:pPr lvl="1"/>
            <a:r>
              <a:rPr lang="en-US" dirty="0"/>
              <a:t>WG members already provided suggestions in mid-2024</a:t>
            </a:r>
          </a:p>
          <a:p>
            <a:endParaRPr lang="en-US" dirty="0"/>
          </a:p>
        </p:txBody>
      </p:sp>
      <p:sp>
        <p:nvSpPr>
          <p:cNvPr id="4" name="Slide Number Placeholder 3">
            <a:extLst>
              <a:ext uri="{FF2B5EF4-FFF2-40B4-BE49-F238E27FC236}">
                <a16:creationId xmlns:a16="http://schemas.microsoft.com/office/drawing/2014/main" id="{2619D487-83A3-4AC2-9379-FFD4E9B47B7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7176860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47168-25B9-B173-4BEA-EA35C1272BB2}"/>
              </a:ext>
            </a:extLst>
          </p:cNvPr>
          <p:cNvSpPr>
            <a:spLocks noGrp="1"/>
          </p:cNvSpPr>
          <p:nvPr>
            <p:ph type="title"/>
          </p:nvPr>
        </p:nvSpPr>
        <p:spPr/>
        <p:txBody>
          <a:bodyPr/>
          <a:lstStyle/>
          <a:p>
            <a:r>
              <a:rPr lang="en-US" dirty="0"/>
              <a:t>Next Steps</a:t>
            </a:r>
          </a:p>
        </p:txBody>
      </p:sp>
      <p:sp>
        <p:nvSpPr>
          <p:cNvPr id="3" name="Content Placeholder 2">
            <a:extLst>
              <a:ext uri="{FF2B5EF4-FFF2-40B4-BE49-F238E27FC236}">
                <a16:creationId xmlns:a16="http://schemas.microsoft.com/office/drawing/2014/main" id="{05A8739A-30B1-3DA4-63D4-9E9E8AC3F816}"/>
              </a:ext>
            </a:extLst>
          </p:cNvPr>
          <p:cNvSpPr>
            <a:spLocks noGrp="1"/>
          </p:cNvSpPr>
          <p:nvPr>
            <p:ph idx="1"/>
          </p:nvPr>
        </p:nvSpPr>
        <p:spPr/>
        <p:txBody>
          <a:bodyPr/>
          <a:lstStyle/>
          <a:p>
            <a:r>
              <a:rPr lang="en-US" dirty="0"/>
              <a:t>Subgroup formation</a:t>
            </a:r>
          </a:p>
          <a:p>
            <a:r>
              <a:rPr lang="en-US" dirty="0"/>
              <a:t>Work prioritization</a:t>
            </a:r>
          </a:p>
        </p:txBody>
      </p:sp>
      <p:sp>
        <p:nvSpPr>
          <p:cNvPr id="4" name="Slide Number Placeholder 3">
            <a:extLst>
              <a:ext uri="{FF2B5EF4-FFF2-40B4-BE49-F238E27FC236}">
                <a16:creationId xmlns:a16="http://schemas.microsoft.com/office/drawing/2014/main" id="{69DA4D95-255B-44D3-F950-5ED49462C5A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696381557"/>
      </p:ext>
    </p:extLst>
  </p:cSld>
  <p:clrMapOvr>
    <a:masterClrMapping/>
  </p:clrMapOvr>
</p:sld>
</file>

<file path=ppt/theme/theme1.xml><?xml version="1.0" encoding="utf-8"?>
<a:theme xmlns:a="http://schemas.openxmlformats.org/drawingml/2006/main" name="mitre-2018">
  <a:themeElements>
    <a:clrScheme name="MITRE">
      <a:dk1>
        <a:sysClr val="windowText" lastClr="000000"/>
      </a:dk1>
      <a:lt1>
        <a:sysClr val="window" lastClr="FFFFFF"/>
      </a:lt1>
      <a:dk2>
        <a:srgbClr val="005F9E"/>
      </a:dk2>
      <a:lt2>
        <a:srgbClr val="EEECE1"/>
      </a:lt2>
      <a:accent1>
        <a:srgbClr val="00B3DC"/>
      </a:accent1>
      <a:accent2>
        <a:srgbClr val="F7901E"/>
      </a:accent2>
      <a:accent3>
        <a:srgbClr val="FFE23C"/>
      </a:accent3>
      <a:accent4>
        <a:srgbClr val="C1CD23"/>
      </a:accent4>
      <a:accent5>
        <a:srgbClr val="C6401D"/>
      </a:accent5>
      <a:accent6>
        <a:srgbClr val="FFFFFF"/>
      </a:accent6>
      <a:hlink>
        <a:srgbClr val="005F9E"/>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TRE_Breifing_Template16x9.pptx" id="{5D2CB0C6-7637-4667-A648-EBA1BD2742AF}" vid="{B8F31EA5-7C34-4FF6-949E-D1CB1F37422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b5a44311-ed64-4a72-909f-c9dc6973bde2" xsi:nil="true"/>
    <lcf76f155ced4ddcb4097134ff3c332f xmlns="aff8eeb6-53bf-44bf-a224-fac977cd228b">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603A42B84B06847AFCE29FF3D1CE16D" ma:contentTypeVersion="15" ma:contentTypeDescription="Create a new document." ma:contentTypeScope="" ma:versionID="741299f3784e3124fa92cbb09fadfee5">
  <xsd:schema xmlns:xsd="http://www.w3.org/2001/XMLSchema" xmlns:xs="http://www.w3.org/2001/XMLSchema" xmlns:p="http://schemas.microsoft.com/office/2006/metadata/properties" xmlns:ns2="aff8eeb6-53bf-44bf-a224-fac977cd228b" xmlns:ns3="f3e578be-7961-41e8-91c9-b742ecb60a74" xmlns:ns4="b5a44311-ed64-4a72-909f-c9dc6973bde2" targetNamespace="http://schemas.microsoft.com/office/2006/metadata/properties" ma:root="true" ma:fieldsID="0629cb982ad0d5026b78e967e4c8216b" ns2:_="" ns3:_="" ns4:_="">
    <xsd:import namespace="aff8eeb6-53bf-44bf-a224-fac977cd228b"/>
    <xsd:import namespace="f3e578be-7961-41e8-91c9-b742ecb60a74"/>
    <xsd:import namespace="b5a44311-ed64-4a72-909f-c9dc6973bde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3:SharedWithUsers" minOccurs="0"/>
                <xsd:element ref="ns3:SharedWithDetails" minOccurs="0"/>
                <xsd:element ref="ns2:lcf76f155ced4ddcb4097134ff3c332f" minOccurs="0"/>
                <xsd:element ref="ns4: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f8eeb6-53bf-44bf-a224-fac977cd228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4ea1a638-fe8f-4e55-a8a3-ec1a1fdf419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3e578be-7961-41e8-91c9-b742ecb60a74"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5a44311-ed64-4a72-909f-c9dc6973bde2"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3131ba83-ba9f-42af-b172-0c273580dada}" ma:internalName="TaxCatchAll" ma:showField="CatchAllData" ma:web="f3e578be-7961-41e8-91c9-b742ecb60a7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450FCDD-08B1-48D8-BB50-7A17E590A5EE}">
  <ds:schemaRefs>
    <ds:schemaRef ds:uri="http://purl.org/dc/dcmitype/"/>
    <ds:schemaRef ds:uri="http://schemas.microsoft.com/office/2006/metadata/properties"/>
    <ds:schemaRef ds:uri="f3e578be-7961-41e8-91c9-b742ecb60a74"/>
    <ds:schemaRef ds:uri="http://schemas.microsoft.com/office/2006/documentManagement/types"/>
    <ds:schemaRef ds:uri="http://purl.org/dc/terms/"/>
    <ds:schemaRef ds:uri="http://schemas.openxmlformats.org/package/2006/metadata/core-properties"/>
    <ds:schemaRef ds:uri="http://www.w3.org/XML/1998/namespace"/>
    <ds:schemaRef ds:uri="http://purl.org/dc/elements/1.1/"/>
    <ds:schemaRef ds:uri="http://schemas.microsoft.com/office/infopath/2007/PartnerControls"/>
    <ds:schemaRef ds:uri="b5a44311-ed64-4a72-909f-c9dc6973bde2"/>
    <ds:schemaRef ds:uri="aff8eeb6-53bf-44bf-a224-fac977cd228b"/>
  </ds:schemaRefs>
</ds:datastoreItem>
</file>

<file path=customXml/itemProps2.xml><?xml version="1.0" encoding="utf-8"?>
<ds:datastoreItem xmlns:ds="http://schemas.openxmlformats.org/officeDocument/2006/customXml" ds:itemID="{416BA5C9-2D71-4B86-AE8A-8C0D9BC5FB22}">
  <ds:schemaRefs>
    <ds:schemaRef ds:uri="http://schemas.microsoft.com/sharepoint/v3/contenttype/forms"/>
  </ds:schemaRefs>
</ds:datastoreItem>
</file>

<file path=customXml/itemProps3.xml><?xml version="1.0" encoding="utf-8"?>
<ds:datastoreItem xmlns:ds="http://schemas.openxmlformats.org/officeDocument/2006/customXml" ds:itemID="{1775F550-92B0-4AF7-A4CE-A813320B618B}">
  <ds:schemaRefs>
    <ds:schemaRef ds:uri="aff8eeb6-53bf-44bf-a224-fac977cd228b"/>
    <ds:schemaRef ds:uri="b5a44311-ed64-4a72-909f-c9dc6973bde2"/>
    <ds:schemaRef ds:uri="f3e578be-7961-41e8-91c9-b742ecb60a7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MITRE_Briefing_Template16x9</Template>
  <TotalTime>110</TotalTime>
  <Words>1017</Words>
  <Application>Microsoft Office PowerPoint</Application>
  <PresentationFormat>Widescreen</PresentationFormat>
  <Paragraphs>119</Paragraphs>
  <Slides>14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Aptos</vt:lpstr>
      <vt:lpstr>Arial</vt:lpstr>
      <vt:lpstr>Calibri</vt:lpstr>
      <vt:lpstr>Helvetica LT Std</vt:lpstr>
      <vt:lpstr>Tahoma</vt:lpstr>
      <vt:lpstr>Verdana</vt:lpstr>
      <vt:lpstr>Wingdings</vt:lpstr>
      <vt:lpstr>mitre-2018</vt:lpstr>
      <vt:lpstr>CWE AI Working Group – 2025 Planning </vt:lpstr>
      <vt:lpstr>Agenda</vt:lpstr>
      <vt:lpstr>Status Updates</vt:lpstr>
      <vt:lpstr>Open Discussion: Goals for 2025</vt:lpstr>
      <vt:lpstr>Subgroups </vt:lpstr>
      <vt:lpstr>AI WG Tasks</vt:lpstr>
      <vt:lpstr>Subgroup Formation - Tasks</vt:lpstr>
      <vt:lpstr>Future Content Work</vt:lpstr>
      <vt:lpstr>New Entry Work Items</vt:lpstr>
      <vt:lpstr>“Bias in AI Models” (Kurt Seifried) - ES2402-38e20ce6 </vt:lpstr>
      <vt:lpstr>Improper tuning of model control parameters (Lily Wong), ES2406-9e5fcf10</vt:lpstr>
      <vt:lpstr>Insufficient Input Validation in Generative AI Applications (Steve / AI WG) ES2405-84711fc4</vt:lpstr>
      <vt:lpstr>Modification Work Items</vt:lpstr>
      <vt:lpstr>Next Steps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Template</dc:title>
  <dc:creator>Roberge Jr., Robert J</dc:creator>
  <cp:lastModifiedBy>Steven M Christey</cp:lastModifiedBy>
  <cp:revision>1</cp:revision>
  <dcterms:created xsi:type="dcterms:W3CDTF">2019-02-26T16:06:40Z</dcterms:created>
  <dcterms:modified xsi:type="dcterms:W3CDTF">2025-01-31T16:25:31Z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0x0101003603A42B84B06847AFCE29FF3D1CE16D</vt:lpwstr>
  </property>
  <property fmtid="{D5CDD505-2E9C-101B-9397-08002B2CF9AE}" pid="3" name="MediaServiceImageTags">
    <vt:lpwstr/>
  </property>
</Properties>
</file>