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59"/>
  </p:notesMasterIdLst>
  <p:handoutMasterIdLst>
    <p:handoutMasterId r:id="rId60"/>
  </p:handoutMasterIdLst>
  <p:sldIdLst>
    <p:sldId id="459" r:id="rId5"/>
    <p:sldId id="475" r:id="rId6"/>
    <p:sldId id="514" r:id="rId7"/>
    <p:sldId id="533" r:id="rId8"/>
    <p:sldId id="587" r:id="rId9"/>
    <p:sldId id="589" r:id="rId10"/>
    <p:sldId id="588" r:id="rId11"/>
    <p:sldId id="590" r:id="rId12"/>
    <p:sldId id="591" r:id="rId13"/>
    <p:sldId id="595" r:id="rId14"/>
    <p:sldId id="594" r:id="rId15"/>
    <p:sldId id="596" r:id="rId16"/>
    <p:sldId id="597" r:id="rId17"/>
    <p:sldId id="593" r:id="rId18"/>
    <p:sldId id="592" r:id="rId19"/>
    <p:sldId id="586" r:id="rId20"/>
    <p:sldId id="548" r:id="rId21"/>
    <p:sldId id="542" r:id="rId22"/>
    <p:sldId id="581" r:id="rId23"/>
    <p:sldId id="585" r:id="rId24"/>
    <p:sldId id="552" r:id="rId25"/>
    <p:sldId id="502" r:id="rId26"/>
    <p:sldId id="501" r:id="rId27"/>
    <p:sldId id="493" r:id="rId28"/>
    <p:sldId id="488" r:id="rId29"/>
    <p:sldId id="505" r:id="rId30"/>
    <p:sldId id="496" r:id="rId31"/>
    <p:sldId id="494" r:id="rId32"/>
    <p:sldId id="495" r:id="rId33"/>
    <p:sldId id="503" r:id="rId34"/>
    <p:sldId id="504" r:id="rId35"/>
    <p:sldId id="584" r:id="rId36"/>
    <p:sldId id="551" r:id="rId37"/>
    <p:sldId id="539" r:id="rId38"/>
    <p:sldId id="547" r:id="rId39"/>
    <p:sldId id="541" r:id="rId40"/>
    <p:sldId id="543" r:id="rId41"/>
    <p:sldId id="554" r:id="rId42"/>
    <p:sldId id="561" r:id="rId43"/>
    <p:sldId id="562" r:id="rId44"/>
    <p:sldId id="563" r:id="rId45"/>
    <p:sldId id="564" r:id="rId46"/>
    <p:sldId id="565" r:id="rId47"/>
    <p:sldId id="566" r:id="rId48"/>
    <p:sldId id="567" r:id="rId49"/>
    <p:sldId id="568" r:id="rId50"/>
    <p:sldId id="569" r:id="rId51"/>
    <p:sldId id="570" r:id="rId52"/>
    <p:sldId id="571" r:id="rId53"/>
    <p:sldId id="572" r:id="rId54"/>
    <p:sldId id="573" r:id="rId55"/>
    <p:sldId id="574" r:id="rId56"/>
    <p:sldId id="545" r:id="rId57"/>
    <p:sldId id="53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92405D-BE5E-4E15-A96B-66DBFCA10158}" v="21" dt="2025-08-01T15:54:35.8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90" autoAdjust="0"/>
    <p:restoredTop sz="94660"/>
  </p:normalViewPr>
  <p:slideViewPr>
    <p:cSldViewPr snapToGrid="0">
      <p:cViewPr varScale="1">
        <p:scale>
          <a:sx n="57" d="100"/>
          <a:sy n="57" d="100"/>
        </p:scale>
        <p:origin x="730"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67"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FDB9AAD0-A7D6-445A-8821-6C3AA3C12FA1}"/>
    <pc:docChg chg="modSld">
      <pc:chgData name="Steven M Christey" userId="f24da668-4c1f-41c0-850e-113e2bdf78cf" providerId="ADAL" clId="{FDB9AAD0-A7D6-445A-8821-6C3AA3C12FA1}" dt="2025-05-09T14:08:23.939" v="106" actId="20577"/>
      <pc:docMkLst>
        <pc:docMk/>
      </pc:docMkLst>
      <pc:sldChg chg="modSp mod">
        <pc:chgData name="Steven M Christey" userId="f24da668-4c1f-41c0-850e-113e2bdf78cf" providerId="ADAL" clId="{FDB9AAD0-A7D6-445A-8821-6C3AA3C12FA1}" dt="2025-05-09T14:07:01.966" v="12" actId="20577"/>
        <pc:sldMkLst>
          <pc:docMk/>
          <pc:sldMk cId="1454278300" sldId="459"/>
        </pc:sldMkLst>
        <pc:spChg chg="mod">
          <ac:chgData name="Steven M Christey" userId="f24da668-4c1f-41c0-850e-113e2bdf78cf" providerId="ADAL" clId="{FDB9AAD0-A7D6-445A-8821-6C3AA3C12FA1}" dt="2025-05-09T14:07:01.966" v="12" actId="20577"/>
          <ac:spMkLst>
            <pc:docMk/>
            <pc:sldMk cId="1454278300" sldId="459"/>
            <ac:spMk id="3" creationId="{0992DF88-AC24-0FBF-1177-62DD9110498B}"/>
          </ac:spMkLst>
        </pc:spChg>
      </pc:sldChg>
      <pc:sldChg chg="modSp mod">
        <pc:chgData name="Steven M Christey" userId="f24da668-4c1f-41c0-850e-113e2bdf78cf" providerId="ADAL" clId="{FDB9AAD0-A7D6-445A-8821-6C3AA3C12FA1}" dt="2025-05-09T14:08:23.939" v="106" actId="20577"/>
        <pc:sldMkLst>
          <pc:docMk/>
          <pc:sldMk cId="915149386" sldId="514"/>
        </pc:sldMkLst>
        <pc:spChg chg="mod">
          <ac:chgData name="Steven M Christey" userId="f24da668-4c1f-41c0-850e-113e2bdf78cf" providerId="ADAL" clId="{FDB9AAD0-A7D6-445A-8821-6C3AA3C12FA1}" dt="2025-05-09T14:08:23.939" v="106" actId="20577"/>
          <ac:spMkLst>
            <pc:docMk/>
            <pc:sldMk cId="915149386" sldId="514"/>
            <ac:spMk id="3" creationId="{D4348C02-DFCE-A2E4-D523-D69A254A7D49}"/>
          </ac:spMkLst>
        </pc:spChg>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Steven M Christey" userId="f24da668-4c1f-41c0-850e-113e2bdf78cf" providerId="ADAL" clId="{FFE09C7E-0819-41EC-8BAB-2A7E045CA1AC}"/>
    <pc:docChg chg="undo redo custSel addSld delSld modSld sldOrd">
      <pc:chgData name="Steven M Christey" userId="f24da668-4c1f-41c0-850e-113e2bdf78cf" providerId="ADAL" clId="{FFE09C7E-0819-41EC-8BAB-2A7E045CA1AC}" dt="2025-02-28T16:41:21.787" v="3296" actId="20577"/>
      <pc:docMkLst>
        <pc:docMk/>
      </pc:docMkLst>
      <pc:sldChg chg="modSp mod">
        <pc:chgData name="Steven M Christey" userId="f24da668-4c1f-41c0-850e-113e2bdf78cf" providerId="ADAL" clId="{FFE09C7E-0819-41EC-8BAB-2A7E045CA1AC}" dt="2025-02-28T14:43:37.719" v="3" actId="20577"/>
        <pc:sldMkLst>
          <pc:docMk/>
          <pc:sldMk cId="1454278300" sldId="459"/>
        </pc:sldMkLst>
      </pc:sldChg>
      <pc:sldChg chg="modSp mod">
        <pc:chgData name="Steven M Christey" userId="f24da668-4c1f-41c0-850e-113e2bdf78cf" providerId="ADAL" clId="{FFE09C7E-0819-41EC-8BAB-2A7E045CA1AC}" dt="2025-02-28T14:47:02.124" v="4" actId="20577"/>
        <pc:sldMkLst>
          <pc:docMk/>
          <pc:sldMk cId="1259113184" sldId="475"/>
        </pc:sldMkLst>
      </pc:sldChg>
      <pc:sldChg chg="modSp add mod">
        <pc:chgData name="Steven M Christey" userId="f24da668-4c1f-41c0-850e-113e2bdf78cf" providerId="ADAL" clId="{FFE09C7E-0819-41EC-8BAB-2A7E045CA1AC}" dt="2025-02-28T16:02:08.377" v="2982"/>
        <pc:sldMkLst>
          <pc:docMk/>
          <pc:sldMk cId="4197602607" sldId="488"/>
        </pc:sldMkLst>
      </pc:sldChg>
      <pc:sldChg chg="modSp add mod">
        <pc:chgData name="Steven M Christey" userId="f24da668-4c1f-41c0-850e-113e2bdf78cf" providerId="ADAL" clId="{FFE09C7E-0819-41EC-8BAB-2A7E045CA1AC}" dt="2025-02-28T15:36:30.182" v="2117" actId="20577"/>
        <pc:sldMkLst>
          <pc:docMk/>
          <pc:sldMk cId="4195993894" sldId="492"/>
        </pc:sldMkLst>
      </pc:sldChg>
      <pc:sldChg chg="modSp add mod ord">
        <pc:chgData name="Steven M Christey" userId="f24da668-4c1f-41c0-850e-113e2bdf78cf" providerId="ADAL" clId="{FFE09C7E-0819-41EC-8BAB-2A7E045CA1AC}" dt="2025-02-28T16:00:30.884" v="2976"/>
        <pc:sldMkLst>
          <pc:docMk/>
          <pc:sldMk cId="1870174279" sldId="493"/>
        </pc:sldMkLst>
      </pc:sldChg>
      <pc:sldChg chg="modSp add mod">
        <pc:chgData name="Steven M Christey" userId="f24da668-4c1f-41c0-850e-113e2bdf78cf" providerId="ADAL" clId="{FFE09C7E-0819-41EC-8BAB-2A7E045CA1AC}" dt="2025-02-28T15:02:03.856" v="344" actId="20577"/>
        <pc:sldMkLst>
          <pc:docMk/>
          <pc:sldMk cId="250821381" sldId="494"/>
        </pc:sldMkLst>
      </pc:sldChg>
      <pc:sldChg chg="add">
        <pc:chgData name="Steven M Christey" userId="f24da668-4c1f-41c0-850e-113e2bdf78cf" providerId="ADAL" clId="{FFE09C7E-0819-41EC-8BAB-2A7E045CA1AC}" dt="2025-02-28T14:53:27.081" v="211"/>
        <pc:sldMkLst>
          <pc:docMk/>
          <pc:sldMk cId="1694784406" sldId="495"/>
        </pc:sldMkLst>
      </pc:sldChg>
      <pc:sldChg chg="modSp add mod ord">
        <pc:chgData name="Steven M Christey" userId="f24da668-4c1f-41c0-850e-113e2bdf78cf" providerId="ADAL" clId="{FFE09C7E-0819-41EC-8BAB-2A7E045CA1AC}" dt="2025-02-28T15:38:50.921" v="2135" actId="6549"/>
        <pc:sldMkLst>
          <pc:docMk/>
          <pc:sldMk cId="3398638979" sldId="496"/>
        </pc:sldMkLst>
      </pc:sldChg>
      <pc:sldChg chg="modSp add mod">
        <pc:chgData name="Steven M Christey" userId="f24da668-4c1f-41c0-850e-113e2bdf78cf" providerId="ADAL" clId="{FFE09C7E-0819-41EC-8BAB-2A7E045CA1AC}" dt="2025-02-28T15:06:30.487" v="512" actId="20577"/>
        <pc:sldMkLst>
          <pc:docMk/>
          <pc:sldMk cId="3618620616" sldId="497"/>
        </pc:sldMkLst>
      </pc:sldChg>
      <pc:sldChg chg="modSp add mod">
        <pc:chgData name="Steven M Christey" userId="f24da668-4c1f-41c0-850e-113e2bdf78cf" providerId="ADAL" clId="{FFE09C7E-0819-41EC-8BAB-2A7E045CA1AC}" dt="2025-02-28T15:58:12.692" v="2929"/>
        <pc:sldMkLst>
          <pc:docMk/>
          <pc:sldMk cId="2746674832" sldId="501"/>
        </pc:sldMkLst>
      </pc:sldChg>
      <pc:sldChg chg="modSp add mod">
        <pc:chgData name="Steven M Christey" userId="f24da668-4c1f-41c0-850e-113e2bdf78cf" providerId="ADAL" clId="{FFE09C7E-0819-41EC-8BAB-2A7E045CA1AC}" dt="2025-02-28T16:41:21.787" v="3296" actId="20577"/>
        <pc:sldMkLst>
          <pc:docMk/>
          <pc:sldMk cId="1027931571" sldId="502"/>
        </pc:sldMkLst>
      </pc:sldChg>
      <pc:sldChg chg="modSp add mod">
        <pc:chgData name="Steven M Christey" userId="f24da668-4c1f-41c0-850e-113e2bdf78cf" providerId="ADAL" clId="{FFE09C7E-0819-41EC-8BAB-2A7E045CA1AC}" dt="2025-02-28T15:01:01.653" v="339" actId="20577"/>
        <pc:sldMkLst>
          <pc:docMk/>
          <pc:sldMk cId="3197665598" sldId="503"/>
        </pc:sldMkLst>
      </pc:sldChg>
      <pc:sldChg chg="add">
        <pc:chgData name="Steven M Christey" userId="f24da668-4c1f-41c0-850e-113e2bdf78cf" providerId="ADAL" clId="{FFE09C7E-0819-41EC-8BAB-2A7E045CA1AC}" dt="2025-02-28T14:53:27.081" v="211"/>
        <pc:sldMkLst>
          <pc:docMk/>
          <pc:sldMk cId="610597220" sldId="504"/>
        </pc:sldMkLst>
      </pc:sldChg>
      <pc:sldChg chg="modSp add mod">
        <pc:chgData name="Steven M Christey" userId="f24da668-4c1f-41c0-850e-113e2bdf78cf" providerId="ADAL" clId="{FFE09C7E-0819-41EC-8BAB-2A7E045CA1AC}" dt="2025-02-28T15:37:57.621" v="2124" actId="20577"/>
        <pc:sldMkLst>
          <pc:docMk/>
          <pc:sldMk cId="875236698" sldId="505"/>
        </pc:sldMkLst>
      </pc:sldChg>
      <pc:sldChg chg="add del">
        <pc:chgData name="Steven M Christey" userId="f24da668-4c1f-41c0-850e-113e2bdf78cf" providerId="ADAL" clId="{FFE09C7E-0819-41EC-8BAB-2A7E045CA1AC}" dt="2025-02-28T15:35:32.814" v="2094" actId="47"/>
        <pc:sldMkLst>
          <pc:docMk/>
          <pc:sldMk cId="3368767752" sldId="509"/>
        </pc:sldMkLst>
      </pc:sldChg>
      <pc:sldChg chg="modSp mod">
        <pc:chgData name="Steven M Christey" userId="f24da668-4c1f-41c0-850e-113e2bdf78cf" providerId="ADAL" clId="{FFE09C7E-0819-41EC-8BAB-2A7E045CA1AC}" dt="2025-02-28T15:28:09.812" v="1689" actId="20577"/>
        <pc:sldMkLst>
          <pc:docMk/>
          <pc:sldMk cId="915149386" sldId="514"/>
        </pc:sldMkLst>
      </pc:sldChg>
      <pc:sldChg chg="del">
        <pc:chgData name="Steven M Christey" userId="f24da668-4c1f-41c0-850e-113e2bdf78cf" providerId="ADAL" clId="{FFE09C7E-0819-41EC-8BAB-2A7E045CA1AC}" dt="2025-02-28T14:49:32.226" v="113" actId="47"/>
        <pc:sldMkLst>
          <pc:docMk/>
          <pc:sldMk cId="3977709734" sldId="538"/>
        </pc:sldMkLst>
      </pc:sldChg>
      <pc:sldChg chg="modSp mod ord">
        <pc:chgData name="Steven M Christey" userId="f24da668-4c1f-41c0-850e-113e2bdf78cf" providerId="ADAL" clId="{FFE09C7E-0819-41EC-8BAB-2A7E045CA1AC}" dt="2025-02-28T15:32:29.771" v="2002"/>
        <pc:sldMkLst>
          <pc:docMk/>
          <pc:sldMk cId="2266223281" sldId="539"/>
        </pc:sldMkLst>
      </pc:sldChg>
      <pc:sldChg chg="del">
        <pc:chgData name="Steven M Christey" userId="f24da668-4c1f-41c0-850e-113e2bdf78cf" providerId="ADAL" clId="{FFE09C7E-0819-41EC-8BAB-2A7E045CA1AC}" dt="2025-02-28T14:59:48.888" v="299" actId="47"/>
        <pc:sldMkLst>
          <pc:docMk/>
          <pc:sldMk cId="717686086" sldId="540"/>
        </pc:sldMkLst>
      </pc:sldChg>
      <pc:sldChg chg="modSp mod">
        <pc:chgData name="Steven M Christey" userId="f24da668-4c1f-41c0-850e-113e2bdf78cf" providerId="ADAL" clId="{FFE09C7E-0819-41EC-8BAB-2A7E045CA1AC}" dt="2025-02-28T15:27:45.142" v="1611" actId="6549"/>
        <pc:sldMkLst>
          <pc:docMk/>
          <pc:sldMk cId="2730253842" sldId="542"/>
        </pc:sldMkLst>
      </pc:sldChg>
      <pc:sldChg chg="modSp mod">
        <pc:chgData name="Steven M Christey" userId="f24da668-4c1f-41c0-850e-113e2bdf78cf" providerId="ADAL" clId="{FFE09C7E-0819-41EC-8BAB-2A7E045CA1AC}" dt="2025-02-28T14:49:51.439" v="117"/>
        <pc:sldMkLst>
          <pc:docMk/>
          <pc:sldMk cId="1565146543" sldId="548"/>
        </pc:sldMkLst>
      </pc:sldChg>
      <pc:sldChg chg="del">
        <pc:chgData name="Steven M Christey" userId="f24da668-4c1f-41c0-850e-113e2bdf78cf" providerId="ADAL" clId="{FFE09C7E-0819-41EC-8BAB-2A7E045CA1AC}" dt="2025-02-28T14:59:48.888" v="299" actId="47"/>
        <pc:sldMkLst>
          <pc:docMk/>
          <pc:sldMk cId="2999669056" sldId="549"/>
        </pc:sldMkLst>
      </pc:sldChg>
      <pc:sldChg chg="del">
        <pc:chgData name="Steven M Christey" userId="f24da668-4c1f-41c0-850e-113e2bdf78cf" providerId="ADAL" clId="{FFE09C7E-0819-41EC-8BAB-2A7E045CA1AC}" dt="2025-02-28T14:59:48.888" v="299" actId="47"/>
        <pc:sldMkLst>
          <pc:docMk/>
          <pc:sldMk cId="338058371" sldId="550"/>
        </pc:sldMkLst>
      </pc:sldChg>
      <pc:sldChg chg="modSp mod">
        <pc:chgData name="Steven M Christey" userId="f24da668-4c1f-41c0-850e-113e2bdf78cf" providerId="ADAL" clId="{FFE09C7E-0819-41EC-8BAB-2A7E045CA1AC}" dt="2025-02-28T16:29:33.063" v="3272" actId="13926"/>
        <pc:sldMkLst>
          <pc:docMk/>
          <pc:sldMk cId="3459002713" sldId="552"/>
        </pc:sldMkLst>
      </pc:sldChg>
      <pc:sldChg chg="del">
        <pc:chgData name="Steven M Christey" userId="f24da668-4c1f-41c0-850e-113e2bdf78cf" providerId="ADAL" clId="{FFE09C7E-0819-41EC-8BAB-2A7E045CA1AC}" dt="2025-02-28T15:32:32.137" v="2003" actId="47"/>
        <pc:sldMkLst>
          <pc:docMk/>
          <pc:sldMk cId="2226148948" sldId="553"/>
        </pc:sldMkLst>
      </pc:sldChg>
      <pc:sldChg chg="del">
        <pc:chgData name="Steven M Christey" userId="f24da668-4c1f-41c0-850e-113e2bdf78cf" providerId="ADAL" clId="{FFE09C7E-0819-41EC-8BAB-2A7E045CA1AC}" dt="2025-02-28T14:49:35.558" v="114" actId="47"/>
        <pc:sldMkLst>
          <pc:docMk/>
          <pc:sldMk cId="1463485990" sldId="554"/>
        </pc:sldMkLst>
      </pc:sldChg>
      <pc:sldChg chg="modSp new mod">
        <pc:chgData name="Steven M Christey" userId="f24da668-4c1f-41c0-850e-113e2bdf78cf" providerId="ADAL" clId="{FFE09C7E-0819-41EC-8BAB-2A7E045CA1AC}" dt="2025-02-28T15:06:46.021" v="529" actId="20577"/>
        <pc:sldMkLst>
          <pc:docMk/>
          <pc:sldMk cId="1572817717" sldId="554"/>
        </pc:sldMkLst>
      </pc:sldChg>
      <pc:sldChg chg="modSp add del mod">
        <pc:chgData name="Steven M Christey" userId="f24da668-4c1f-41c0-850e-113e2bdf78cf" providerId="ADAL" clId="{FFE09C7E-0819-41EC-8BAB-2A7E045CA1AC}" dt="2025-02-28T15:40:15.235" v="2137" actId="47"/>
        <pc:sldMkLst>
          <pc:docMk/>
          <pc:sldMk cId="3499430669" sldId="555"/>
        </pc:sldMkLst>
      </pc:sldChg>
      <pc:sldChg chg="add del">
        <pc:chgData name="Steven M Christey" userId="f24da668-4c1f-41c0-850e-113e2bdf78cf" providerId="ADAL" clId="{FFE09C7E-0819-41EC-8BAB-2A7E045CA1AC}" dt="2025-02-28T15:40:22.678" v="2141" actId="47"/>
        <pc:sldMkLst>
          <pc:docMk/>
          <pc:sldMk cId="2583375495" sldId="556"/>
        </pc:sldMkLst>
      </pc:sldChg>
      <pc:sldChg chg="add del">
        <pc:chgData name="Steven M Christey" userId="f24da668-4c1f-41c0-850e-113e2bdf78cf" providerId="ADAL" clId="{FFE09C7E-0819-41EC-8BAB-2A7E045CA1AC}" dt="2025-02-28T15:40:21.206" v="2140" actId="47"/>
        <pc:sldMkLst>
          <pc:docMk/>
          <pc:sldMk cId="2320080048" sldId="557"/>
        </pc:sldMkLst>
      </pc:sldChg>
      <pc:sldChg chg="add del">
        <pc:chgData name="Steven M Christey" userId="f24da668-4c1f-41c0-850e-113e2bdf78cf" providerId="ADAL" clId="{FFE09C7E-0819-41EC-8BAB-2A7E045CA1AC}" dt="2025-02-28T15:40:16.231" v="2138" actId="47"/>
        <pc:sldMkLst>
          <pc:docMk/>
          <pc:sldMk cId="4280945500" sldId="558"/>
        </pc:sldMkLst>
      </pc:sldChg>
      <pc:sldChg chg="add del">
        <pc:chgData name="Steven M Christey" userId="f24da668-4c1f-41c0-850e-113e2bdf78cf" providerId="ADAL" clId="{FFE09C7E-0819-41EC-8BAB-2A7E045CA1AC}" dt="2025-02-28T15:40:17.381" v="2139" actId="47"/>
        <pc:sldMkLst>
          <pc:docMk/>
          <pc:sldMk cId="615904167" sldId="559"/>
        </pc:sldMkLst>
      </pc:sldChg>
      <pc:sldChg chg="addSp modSp new mod">
        <pc:chgData name="Steven M Christey" userId="f24da668-4c1f-41c0-850e-113e2bdf78cf" providerId="ADAL" clId="{FFE09C7E-0819-41EC-8BAB-2A7E045CA1AC}" dt="2025-02-28T16:22:36.591" v="3249" actId="20577"/>
        <pc:sldMkLst>
          <pc:docMk/>
          <pc:sldMk cId="3362485947" sldId="560"/>
        </pc:sldMkLst>
      </pc:sldChg>
      <pc:sldChg chg="add">
        <pc:chgData name="Steven M Christey" userId="f24da668-4c1f-41c0-850e-113e2bdf78cf" providerId="ADAL" clId="{FFE09C7E-0819-41EC-8BAB-2A7E045CA1AC}" dt="2025-02-28T15:40:09.086" v="2136"/>
        <pc:sldMkLst>
          <pc:docMk/>
          <pc:sldMk cId="2446414213" sldId="561"/>
        </pc:sldMkLst>
      </pc:sldChg>
      <pc:sldChg chg="add">
        <pc:chgData name="Steven M Christey" userId="f24da668-4c1f-41c0-850e-113e2bdf78cf" providerId="ADAL" clId="{FFE09C7E-0819-41EC-8BAB-2A7E045CA1AC}" dt="2025-02-28T15:40:09.086" v="2136"/>
        <pc:sldMkLst>
          <pc:docMk/>
          <pc:sldMk cId="1056442692" sldId="562"/>
        </pc:sldMkLst>
      </pc:sldChg>
      <pc:sldChg chg="add">
        <pc:chgData name="Steven M Christey" userId="f24da668-4c1f-41c0-850e-113e2bdf78cf" providerId="ADAL" clId="{FFE09C7E-0819-41EC-8BAB-2A7E045CA1AC}" dt="2025-02-28T15:40:09.086" v="2136"/>
        <pc:sldMkLst>
          <pc:docMk/>
          <pc:sldMk cId="2872397764" sldId="563"/>
        </pc:sldMkLst>
      </pc:sldChg>
      <pc:sldChg chg="add">
        <pc:chgData name="Steven M Christey" userId="f24da668-4c1f-41c0-850e-113e2bdf78cf" providerId="ADAL" clId="{FFE09C7E-0819-41EC-8BAB-2A7E045CA1AC}" dt="2025-02-28T15:40:09.086" v="2136"/>
        <pc:sldMkLst>
          <pc:docMk/>
          <pc:sldMk cId="403736977" sldId="564"/>
        </pc:sldMkLst>
      </pc:sldChg>
      <pc:sldChg chg="add">
        <pc:chgData name="Steven M Christey" userId="f24da668-4c1f-41c0-850e-113e2bdf78cf" providerId="ADAL" clId="{FFE09C7E-0819-41EC-8BAB-2A7E045CA1AC}" dt="2025-02-28T15:40:09.086" v="2136"/>
        <pc:sldMkLst>
          <pc:docMk/>
          <pc:sldMk cId="1212413184" sldId="565"/>
        </pc:sldMkLst>
      </pc:sldChg>
      <pc:sldChg chg="add">
        <pc:chgData name="Steven M Christey" userId="f24da668-4c1f-41c0-850e-113e2bdf78cf" providerId="ADAL" clId="{FFE09C7E-0819-41EC-8BAB-2A7E045CA1AC}" dt="2025-02-28T15:40:09.086" v="2136"/>
        <pc:sldMkLst>
          <pc:docMk/>
          <pc:sldMk cId="640410600" sldId="566"/>
        </pc:sldMkLst>
      </pc:sldChg>
      <pc:sldChg chg="add">
        <pc:chgData name="Steven M Christey" userId="f24da668-4c1f-41c0-850e-113e2bdf78cf" providerId="ADAL" clId="{FFE09C7E-0819-41EC-8BAB-2A7E045CA1AC}" dt="2025-02-28T15:40:09.086" v="2136"/>
        <pc:sldMkLst>
          <pc:docMk/>
          <pc:sldMk cId="731872781" sldId="567"/>
        </pc:sldMkLst>
      </pc:sldChg>
      <pc:sldChg chg="add">
        <pc:chgData name="Steven M Christey" userId="f24da668-4c1f-41c0-850e-113e2bdf78cf" providerId="ADAL" clId="{FFE09C7E-0819-41EC-8BAB-2A7E045CA1AC}" dt="2025-02-28T15:40:09.086" v="2136"/>
        <pc:sldMkLst>
          <pc:docMk/>
          <pc:sldMk cId="2154491045" sldId="568"/>
        </pc:sldMkLst>
      </pc:sldChg>
      <pc:sldChg chg="add">
        <pc:chgData name="Steven M Christey" userId="f24da668-4c1f-41c0-850e-113e2bdf78cf" providerId="ADAL" clId="{FFE09C7E-0819-41EC-8BAB-2A7E045CA1AC}" dt="2025-02-28T15:40:09.086" v="2136"/>
        <pc:sldMkLst>
          <pc:docMk/>
          <pc:sldMk cId="1868270936" sldId="569"/>
        </pc:sldMkLst>
      </pc:sldChg>
      <pc:sldChg chg="add">
        <pc:chgData name="Steven M Christey" userId="f24da668-4c1f-41c0-850e-113e2bdf78cf" providerId="ADAL" clId="{FFE09C7E-0819-41EC-8BAB-2A7E045CA1AC}" dt="2025-02-28T15:40:09.086" v="2136"/>
        <pc:sldMkLst>
          <pc:docMk/>
          <pc:sldMk cId="816209324" sldId="570"/>
        </pc:sldMkLst>
      </pc:sldChg>
      <pc:sldChg chg="add">
        <pc:chgData name="Steven M Christey" userId="f24da668-4c1f-41c0-850e-113e2bdf78cf" providerId="ADAL" clId="{FFE09C7E-0819-41EC-8BAB-2A7E045CA1AC}" dt="2025-02-28T15:40:09.086" v="2136"/>
        <pc:sldMkLst>
          <pc:docMk/>
          <pc:sldMk cId="408899209" sldId="571"/>
        </pc:sldMkLst>
      </pc:sldChg>
      <pc:sldChg chg="add">
        <pc:chgData name="Steven M Christey" userId="f24da668-4c1f-41c0-850e-113e2bdf78cf" providerId="ADAL" clId="{FFE09C7E-0819-41EC-8BAB-2A7E045CA1AC}" dt="2025-02-28T15:40:09.086" v="2136"/>
        <pc:sldMkLst>
          <pc:docMk/>
          <pc:sldMk cId="1479943316" sldId="572"/>
        </pc:sldMkLst>
      </pc:sldChg>
      <pc:sldChg chg="add">
        <pc:chgData name="Steven M Christey" userId="f24da668-4c1f-41c0-850e-113e2bdf78cf" providerId="ADAL" clId="{FFE09C7E-0819-41EC-8BAB-2A7E045CA1AC}" dt="2025-02-28T15:40:09.086" v="2136"/>
        <pc:sldMkLst>
          <pc:docMk/>
          <pc:sldMk cId="3830290522" sldId="573"/>
        </pc:sldMkLst>
      </pc:sldChg>
      <pc:sldChg chg="add">
        <pc:chgData name="Steven M Christey" userId="f24da668-4c1f-41c0-850e-113e2bdf78cf" providerId="ADAL" clId="{FFE09C7E-0819-41EC-8BAB-2A7E045CA1AC}" dt="2025-02-28T15:40:09.086" v="2136"/>
        <pc:sldMkLst>
          <pc:docMk/>
          <pc:sldMk cId="448436053" sldId="574"/>
        </pc:sldMkLst>
      </pc:sldChg>
      <pc:sldChg chg="modSp add mod">
        <pc:chgData name="Steven M Christey" userId="f24da668-4c1f-41c0-850e-113e2bdf78cf" providerId="ADAL" clId="{FFE09C7E-0819-41EC-8BAB-2A7E045CA1AC}" dt="2025-02-28T15:55:24.180" v="2900" actId="20577"/>
        <pc:sldMkLst>
          <pc:docMk/>
          <pc:sldMk cId="1300447669" sldId="575"/>
        </pc:sldMkLst>
      </pc:sldChg>
      <pc:sldChg chg="modSp add mod">
        <pc:chgData name="Steven M Christey" userId="f24da668-4c1f-41c0-850e-113e2bdf78cf" providerId="ADAL" clId="{FFE09C7E-0819-41EC-8BAB-2A7E045CA1AC}" dt="2025-02-28T15:58:59.674" v="2958" actId="20577"/>
        <pc:sldMkLst>
          <pc:docMk/>
          <pc:sldMk cId="3655762862" sldId="576"/>
        </pc:sldMkLst>
      </pc:sldChg>
    </pc:docChg>
  </pc:docChgLst>
  <pc:docChgLst>
    <pc:chgData name="Steven M Christey" userId="f24da668-4c1f-41c0-850e-113e2bdf78cf" providerId="ADAL" clId="{A43A276B-9F4E-465D-99C8-DD66489E7D77}"/>
    <pc:docChg chg="undo custSel addSld delSld modSld sldOrd">
      <pc:chgData name="Steven M Christey" userId="f24da668-4c1f-41c0-850e-113e2bdf78cf" providerId="ADAL" clId="{A43A276B-9F4E-465D-99C8-DD66489E7D77}" dt="2025-02-14T16:12:17.449" v="1834" actId="20577"/>
      <pc:docMkLst>
        <pc:docMk/>
      </pc:docMkLst>
      <pc:sldChg chg="modSp mod">
        <pc:chgData name="Steven M Christey" userId="f24da668-4c1f-41c0-850e-113e2bdf78cf" providerId="ADAL" clId="{A43A276B-9F4E-465D-99C8-DD66489E7D77}" dt="2025-02-14T15:42:06.315" v="736" actId="207"/>
        <pc:sldMkLst>
          <pc:docMk/>
          <pc:sldMk cId="1259113184" sldId="475"/>
        </pc:sldMkLst>
      </pc:sldChg>
      <pc:sldChg chg="modSp mod">
        <pc:chgData name="Steven M Christey" userId="f24da668-4c1f-41c0-850e-113e2bdf78cf" providerId="ADAL" clId="{A43A276B-9F4E-465D-99C8-DD66489E7D77}" dt="2025-02-14T15:12:16.138" v="280" actId="20577"/>
        <pc:sldMkLst>
          <pc:docMk/>
          <pc:sldMk cId="150708501" sldId="533"/>
        </pc:sldMkLst>
      </pc:sldChg>
      <pc:sldChg chg="ord">
        <pc:chgData name="Steven M Christey" userId="f24da668-4c1f-41c0-850e-113e2bdf78cf" providerId="ADAL" clId="{A43A276B-9F4E-465D-99C8-DD66489E7D77}" dt="2025-02-14T15:08:17.174" v="23"/>
        <pc:sldMkLst>
          <pc:docMk/>
          <pc:sldMk cId="674283638" sldId="534"/>
        </pc:sldMkLst>
      </pc:sldChg>
      <pc:sldChg chg="del">
        <pc:chgData name="Steven M Christey" userId="f24da668-4c1f-41c0-850e-113e2bdf78cf" providerId="ADAL" clId="{A43A276B-9F4E-465D-99C8-DD66489E7D77}" dt="2025-02-14T15:15:17.797" v="331" actId="47"/>
        <pc:sldMkLst>
          <pc:docMk/>
          <pc:sldMk cId="2559893375" sldId="535"/>
        </pc:sldMkLst>
      </pc:sldChg>
      <pc:sldChg chg="del">
        <pc:chgData name="Steven M Christey" userId="f24da668-4c1f-41c0-850e-113e2bdf78cf" providerId="ADAL" clId="{A43A276B-9F4E-465D-99C8-DD66489E7D77}" dt="2025-02-14T15:11:54.489" v="274" actId="47"/>
        <pc:sldMkLst>
          <pc:docMk/>
          <pc:sldMk cId="888421850" sldId="537"/>
        </pc:sldMkLst>
      </pc:sldChg>
      <pc:sldChg chg="modSp mod">
        <pc:chgData name="Steven M Christey" userId="f24da668-4c1f-41c0-850e-113e2bdf78cf" providerId="ADAL" clId="{A43A276B-9F4E-465D-99C8-DD66489E7D77}" dt="2025-02-14T15:42:54.933" v="767" actId="20577"/>
        <pc:sldMkLst>
          <pc:docMk/>
          <pc:sldMk cId="2266223281" sldId="539"/>
        </pc:sldMkLst>
      </pc:sldChg>
      <pc:sldChg chg="modSp mod ord">
        <pc:chgData name="Steven M Christey" userId="f24da668-4c1f-41c0-850e-113e2bdf78cf" providerId="ADAL" clId="{A43A276B-9F4E-465D-99C8-DD66489E7D77}" dt="2025-02-14T15:23:03.689" v="588" actId="15"/>
        <pc:sldMkLst>
          <pc:docMk/>
          <pc:sldMk cId="717686086" sldId="540"/>
        </pc:sldMkLst>
      </pc:sldChg>
      <pc:sldChg chg="modSp mod">
        <pc:chgData name="Steven M Christey" userId="f24da668-4c1f-41c0-850e-113e2bdf78cf" providerId="ADAL" clId="{A43A276B-9F4E-465D-99C8-DD66489E7D77}" dt="2025-02-14T15:12:35.714" v="289" actId="20577"/>
        <pc:sldMkLst>
          <pc:docMk/>
          <pc:sldMk cId="1502259985" sldId="541"/>
        </pc:sldMkLst>
      </pc:sldChg>
      <pc:sldChg chg="modSp mod ord">
        <pc:chgData name="Steven M Christey" userId="f24da668-4c1f-41c0-850e-113e2bdf78cf" providerId="ADAL" clId="{A43A276B-9F4E-465D-99C8-DD66489E7D77}" dt="2025-02-14T15:44:47.195" v="872" actId="20577"/>
        <pc:sldMkLst>
          <pc:docMk/>
          <pc:sldMk cId="2730253842" sldId="542"/>
        </pc:sldMkLst>
      </pc:sldChg>
      <pc:sldChg chg="modSp mod">
        <pc:chgData name="Steven M Christey" userId="f24da668-4c1f-41c0-850e-113e2bdf78cf" providerId="ADAL" clId="{A43A276B-9F4E-465D-99C8-DD66489E7D77}" dt="2025-02-14T15:15:44.321" v="340" actId="20577"/>
        <pc:sldMkLst>
          <pc:docMk/>
          <pc:sldMk cId="373026186" sldId="543"/>
        </pc:sldMkLst>
      </pc:sldChg>
      <pc:sldChg chg="del">
        <pc:chgData name="Steven M Christey" userId="f24da668-4c1f-41c0-850e-113e2bdf78cf" providerId="ADAL" clId="{A43A276B-9F4E-465D-99C8-DD66489E7D77}" dt="2025-02-14T15:17:41.325" v="421" actId="47"/>
        <pc:sldMkLst>
          <pc:docMk/>
          <pc:sldMk cId="1696381557" sldId="544"/>
        </pc:sldMkLst>
      </pc:sldChg>
      <pc:sldChg chg="modSp new mod">
        <pc:chgData name="Steven M Christey" userId="f24da668-4c1f-41c0-850e-113e2bdf78cf" providerId="ADAL" clId="{A43A276B-9F4E-465D-99C8-DD66489E7D77}" dt="2025-02-14T15:08:28.085" v="43" actId="20577"/>
        <pc:sldMkLst>
          <pc:docMk/>
          <pc:sldMk cId="3700112731" sldId="545"/>
        </pc:sldMkLst>
      </pc:sldChg>
      <pc:sldChg chg="new del">
        <pc:chgData name="Steven M Christey" userId="f24da668-4c1f-41c0-850e-113e2bdf78cf" providerId="ADAL" clId="{A43A276B-9F4E-465D-99C8-DD66489E7D77}" dt="2025-02-14T15:14:29.784" v="315" actId="47"/>
        <pc:sldMkLst>
          <pc:docMk/>
          <pc:sldMk cId="515149255" sldId="546"/>
        </pc:sldMkLst>
      </pc:sldChg>
      <pc:sldChg chg="modSp new mod">
        <pc:chgData name="Steven M Christey" userId="f24da668-4c1f-41c0-850e-113e2bdf78cf" providerId="ADAL" clId="{A43A276B-9F4E-465D-99C8-DD66489E7D77}" dt="2025-02-14T15:14:20.304" v="312" actId="20577"/>
        <pc:sldMkLst>
          <pc:docMk/>
          <pc:sldMk cId="853201468" sldId="547"/>
        </pc:sldMkLst>
      </pc:sldChg>
      <pc:sldChg chg="modSp new mod">
        <pc:chgData name="Steven M Christey" userId="f24da668-4c1f-41c0-850e-113e2bdf78cf" providerId="ADAL" clId="{A43A276B-9F4E-465D-99C8-DD66489E7D77}" dt="2025-02-14T15:16:31.376" v="416" actId="20577"/>
        <pc:sldMkLst>
          <pc:docMk/>
          <pc:sldMk cId="1565146543" sldId="548"/>
        </pc:sldMkLst>
      </pc:sldChg>
      <pc:sldChg chg="modSp add mod">
        <pc:chgData name="Steven M Christey" userId="f24da668-4c1f-41c0-850e-113e2bdf78cf" providerId="ADAL" clId="{A43A276B-9F4E-465D-99C8-DD66489E7D77}" dt="2025-02-14T15:16:15.121" v="378" actId="20577"/>
        <pc:sldMkLst>
          <pc:docMk/>
          <pc:sldMk cId="2999669056" sldId="549"/>
        </pc:sldMkLst>
      </pc:sldChg>
      <pc:sldChg chg="modSp new mod">
        <pc:chgData name="Steven M Christey" userId="f24da668-4c1f-41c0-850e-113e2bdf78cf" providerId="ADAL" clId="{A43A276B-9F4E-465D-99C8-DD66489E7D77}" dt="2025-02-14T15:23:30.404" v="600" actId="20577"/>
        <pc:sldMkLst>
          <pc:docMk/>
          <pc:sldMk cId="338058371" sldId="550"/>
        </pc:sldMkLst>
      </pc:sldChg>
      <pc:sldChg chg="modSp new mod">
        <pc:chgData name="Steven M Christey" userId="f24da668-4c1f-41c0-850e-113e2bdf78cf" providerId="ADAL" clId="{A43A276B-9F4E-465D-99C8-DD66489E7D77}" dt="2025-02-14T15:44:36.672" v="871" actId="6549"/>
        <pc:sldMkLst>
          <pc:docMk/>
          <pc:sldMk cId="2070058361" sldId="551"/>
        </pc:sldMkLst>
      </pc:sldChg>
      <pc:sldChg chg="addSp modSp new mod ord">
        <pc:chgData name="Steven M Christey" userId="f24da668-4c1f-41c0-850e-113e2bdf78cf" providerId="ADAL" clId="{A43A276B-9F4E-465D-99C8-DD66489E7D77}" dt="2025-02-14T15:52:54.632" v="1796" actId="20577"/>
        <pc:sldMkLst>
          <pc:docMk/>
          <pc:sldMk cId="3459002713" sldId="552"/>
        </pc:sldMkLst>
      </pc:sldChg>
      <pc:sldChg chg="modSp new mod">
        <pc:chgData name="Steven M Christey" userId="f24da668-4c1f-41c0-850e-113e2bdf78cf" providerId="ADAL" clId="{A43A276B-9F4E-465D-99C8-DD66489E7D77}" dt="2025-02-14T15:47:44.513" v="1383" actId="20577"/>
        <pc:sldMkLst>
          <pc:docMk/>
          <pc:sldMk cId="2226148948" sldId="553"/>
        </pc:sldMkLst>
      </pc:sldChg>
      <pc:sldChg chg="modSp new mod">
        <pc:chgData name="Steven M Christey" userId="f24da668-4c1f-41c0-850e-113e2bdf78cf" providerId="ADAL" clId="{A43A276B-9F4E-465D-99C8-DD66489E7D77}" dt="2025-02-14T16:12:17.449" v="1834" actId="20577"/>
        <pc:sldMkLst>
          <pc:docMk/>
          <pc:sldMk cId="1463485990" sldId="554"/>
        </pc:sldMkLst>
      </pc:sldChg>
    </pc:docChg>
  </pc:docChgLst>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ldChg>
      <pc:sldChg chg="modSp mod ord">
        <pc:chgData name="Steven M Christey" userId="f24da668-4c1f-41c0-850e-113e2bdf78cf" providerId="ADAL" clId="{93063133-3906-4F30-A148-99717A6DC68B}" dt="2025-01-17T16:41:49.979" v="919" actId="20577"/>
        <pc:sldMkLst>
          <pc:docMk/>
          <pc:sldMk cId="674283638" sldId="534"/>
        </pc:sldMkLst>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ldLayoutChg>
      </pc:sldMaster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docChgLst>
    <pc:chgData name="Steven M Christey" userId="f24da668-4c1f-41c0-850e-113e2bdf78cf" providerId="ADAL" clId="{4EF4B88D-6678-4032-9751-422794F92589}"/>
    <pc:docChg chg="undo custSel addSld delSld modSld">
      <pc:chgData name="Steven M Christey" userId="f24da668-4c1f-41c0-850e-113e2bdf78cf" providerId="ADAL" clId="{4EF4B88D-6678-4032-9751-422794F92589}" dt="2025-03-28T15:53:17.401" v="904" actId="20577"/>
      <pc:docMkLst>
        <pc:docMk/>
      </pc:docMkLst>
      <pc:sldChg chg="modSp mod">
        <pc:chgData name="Steven M Christey" userId="f24da668-4c1f-41c0-850e-113e2bdf78cf" providerId="ADAL" clId="{4EF4B88D-6678-4032-9751-422794F92589}" dt="2025-03-28T14:54:48.642" v="335" actId="207"/>
        <pc:sldMkLst>
          <pc:docMk/>
          <pc:sldMk cId="4197602607" sldId="488"/>
        </pc:sldMkLst>
      </pc:sldChg>
      <pc:sldChg chg="del">
        <pc:chgData name="Steven M Christey" userId="f24da668-4c1f-41c0-850e-113e2bdf78cf" providerId="ADAL" clId="{4EF4B88D-6678-4032-9751-422794F92589}" dt="2025-03-28T14:55:13.978" v="336" actId="47"/>
        <pc:sldMkLst>
          <pc:docMk/>
          <pc:sldMk cId="4195993894" sldId="492"/>
        </pc:sldMkLst>
      </pc:sldChg>
      <pc:sldChg chg="modSp mod">
        <pc:chgData name="Steven M Christey" userId="f24da668-4c1f-41c0-850e-113e2bdf78cf" providerId="ADAL" clId="{4EF4B88D-6678-4032-9751-422794F92589}" dt="2025-03-28T14:53:42.048" v="324" actId="207"/>
        <pc:sldMkLst>
          <pc:docMk/>
          <pc:sldMk cId="1870174279" sldId="493"/>
        </pc:sldMkLst>
      </pc:sldChg>
      <pc:sldChg chg="modSp mod">
        <pc:chgData name="Steven M Christey" userId="f24da668-4c1f-41c0-850e-113e2bdf78cf" providerId="ADAL" clId="{4EF4B88D-6678-4032-9751-422794F92589}" dt="2025-03-28T15:44:29.002" v="778" actId="20577"/>
        <pc:sldMkLst>
          <pc:docMk/>
          <pc:sldMk cId="250821381" sldId="494"/>
        </pc:sldMkLst>
      </pc:sldChg>
      <pc:sldChg chg="modSp mod">
        <pc:chgData name="Steven M Christey" userId="f24da668-4c1f-41c0-850e-113e2bdf78cf" providerId="ADAL" clId="{4EF4B88D-6678-4032-9751-422794F92589}" dt="2025-03-28T15:41:33.689" v="687" actId="20577"/>
        <pc:sldMkLst>
          <pc:docMk/>
          <pc:sldMk cId="3398638979" sldId="496"/>
        </pc:sldMkLst>
      </pc:sldChg>
      <pc:sldChg chg="del">
        <pc:chgData name="Steven M Christey" userId="f24da668-4c1f-41c0-850e-113e2bdf78cf" providerId="ADAL" clId="{4EF4B88D-6678-4032-9751-422794F92589}" dt="2025-03-28T14:55:39.624" v="337" actId="47"/>
        <pc:sldMkLst>
          <pc:docMk/>
          <pc:sldMk cId="3618620616" sldId="497"/>
        </pc:sldMkLst>
      </pc:sldChg>
      <pc:sldChg chg="modSp mod">
        <pc:chgData name="Steven M Christey" userId="f24da668-4c1f-41c0-850e-113e2bdf78cf" providerId="ADAL" clId="{4EF4B88D-6678-4032-9751-422794F92589}" dt="2025-03-28T15:28:28.892" v="479" actId="207"/>
        <pc:sldMkLst>
          <pc:docMk/>
          <pc:sldMk cId="2746674832" sldId="501"/>
        </pc:sldMkLst>
      </pc:sldChg>
      <pc:sldChg chg="modSp mod">
        <pc:chgData name="Steven M Christey" userId="f24da668-4c1f-41c0-850e-113e2bdf78cf" providerId="ADAL" clId="{4EF4B88D-6678-4032-9751-422794F92589}" dt="2025-03-28T14:50:26.509" v="274" actId="207"/>
        <pc:sldMkLst>
          <pc:docMk/>
          <pc:sldMk cId="1027931571" sldId="502"/>
        </pc:sldMkLst>
      </pc:sldChg>
      <pc:sldChg chg="modSp mod">
        <pc:chgData name="Steven M Christey" userId="f24da668-4c1f-41c0-850e-113e2bdf78cf" providerId="ADAL" clId="{4EF4B88D-6678-4032-9751-422794F92589}" dt="2025-03-28T15:48:45.934" v="899" actId="20577"/>
        <pc:sldMkLst>
          <pc:docMk/>
          <pc:sldMk cId="3197665598" sldId="503"/>
        </pc:sldMkLst>
      </pc:sldChg>
      <pc:sldChg chg="modSp mod">
        <pc:chgData name="Steven M Christey" userId="f24da668-4c1f-41c0-850e-113e2bdf78cf" providerId="ADAL" clId="{4EF4B88D-6678-4032-9751-422794F92589}" dt="2025-03-28T15:37:39.383" v="661"/>
        <pc:sldMkLst>
          <pc:docMk/>
          <pc:sldMk cId="875236698" sldId="505"/>
        </pc:sldMkLst>
      </pc:sldChg>
      <pc:sldChg chg="modSp mod">
        <pc:chgData name="Steven M Christey" userId="f24da668-4c1f-41c0-850e-113e2bdf78cf" providerId="ADAL" clId="{4EF4B88D-6678-4032-9751-422794F92589}" dt="2025-03-28T14:42:39.935" v="101" actId="20577"/>
        <pc:sldMkLst>
          <pc:docMk/>
          <pc:sldMk cId="2730253842" sldId="542"/>
        </pc:sldMkLst>
      </pc:sldChg>
      <pc:sldChg chg="addSp delSp modSp mod">
        <pc:chgData name="Steven M Christey" userId="f24da668-4c1f-41c0-850e-113e2bdf78cf" providerId="ADAL" clId="{4EF4B88D-6678-4032-9751-422794F92589}" dt="2025-03-28T14:59:59.752" v="438" actId="403"/>
        <pc:sldMkLst>
          <pc:docMk/>
          <pc:sldMk cId="3459002713" sldId="552"/>
        </pc:sldMkLst>
      </pc:sldChg>
      <pc:sldChg chg="modSp del mod">
        <pc:chgData name="Steven M Christey" userId="f24da668-4c1f-41c0-850e-113e2bdf78cf" providerId="ADAL" clId="{4EF4B88D-6678-4032-9751-422794F92589}" dt="2025-03-28T14:57:20.361" v="362" actId="47"/>
        <pc:sldMkLst>
          <pc:docMk/>
          <pc:sldMk cId="3362485947" sldId="560"/>
        </pc:sldMkLst>
      </pc:sldChg>
      <pc:sldChg chg="del">
        <pc:chgData name="Steven M Christey" userId="f24da668-4c1f-41c0-850e-113e2bdf78cf" providerId="ADAL" clId="{4EF4B88D-6678-4032-9751-422794F92589}" dt="2025-03-28T14:48:51.616" v="251" actId="47"/>
        <pc:sldMkLst>
          <pc:docMk/>
          <pc:sldMk cId="1300447669" sldId="575"/>
        </pc:sldMkLst>
      </pc:sldChg>
      <pc:sldChg chg="del">
        <pc:chgData name="Steven M Christey" userId="f24da668-4c1f-41c0-850e-113e2bdf78cf" providerId="ADAL" clId="{4EF4B88D-6678-4032-9751-422794F92589}" dt="2025-03-28T14:52:11.571" v="287" actId="47"/>
        <pc:sldMkLst>
          <pc:docMk/>
          <pc:sldMk cId="3655762862" sldId="576"/>
        </pc:sldMkLst>
      </pc:sldChg>
      <pc:sldChg chg="del">
        <pc:chgData name="Steven M Christey" userId="f24da668-4c1f-41c0-850e-113e2bdf78cf" providerId="ADAL" clId="{4EF4B88D-6678-4032-9751-422794F92589}" dt="2025-03-28T14:43:10.722" v="129" actId="47"/>
        <pc:sldMkLst>
          <pc:docMk/>
          <pc:sldMk cId="1133148075" sldId="579"/>
        </pc:sldMkLst>
      </pc:sldChg>
      <pc:sldChg chg="del">
        <pc:chgData name="Steven M Christey" userId="f24da668-4c1f-41c0-850e-113e2bdf78cf" providerId="ADAL" clId="{4EF4B88D-6678-4032-9751-422794F92589}" dt="2025-03-28T14:43:12.162" v="130" actId="47"/>
        <pc:sldMkLst>
          <pc:docMk/>
          <pc:sldMk cId="1000231701" sldId="580"/>
        </pc:sldMkLst>
      </pc:sldChg>
      <pc:sldChg chg="addSp delSp modSp mod">
        <pc:chgData name="Steven M Christey" userId="f24da668-4c1f-41c0-850e-113e2bdf78cf" providerId="ADAL" clId="{4EF4B88D-6678-4032-9751-422794F92589}" dt="2025-03-28T14:43:00.765" v="128" actId="478"/>
        <pc:sldMkLst>
          <pc:docMk/>
          <pc:sldMk cId="1477368885" sldId="581"/>
        </pc:sldMkLst>
      </pc:sldChg>
      <pc:sldChg chg="del">
        <pc:chgData name="Steven M Christey" userId="f24da668-4c1f-41c0-850e-113e2bdf78cf" providerId="ADAL" clId="{4EF4B88D-6678-4032-9751-422794F92589}" dt="2025-03-28T14:56:18.398" v="338" actId="47"/>
        <pc:sldMkLst>
          <pc:docMk/>
          <pc:sldMk cId="2837148105" sldId="582"/>
        </pc:sldMkLst>
      </pc:sldChg>
      <pc:sldChg chg="modSp del mod">
        <pc:chgData name="Steven M Christey" userId="f24da668-4c1f-41c0-850e-113e2bdf78cf" providerId="ADAL" clId="{4EF4B88D-6678-4032-9751-422794F92589}" dt="2025-03-28T14:45:51.772" v="165" actId="47"/>
        <pc:sldMkLst>
          <pc:docMk/>
          <pc:sldMk cId="189528037" sldId="583"/>
        </pc:sldMkLst>
      </pc:sldChg>
      <pc:sldChg chg="modSp add mod">
        <pc:chgData name="Steven M Christey" userId="f24da668-4c1f-41c0-850e-113e2bdf78cf" providerId="ADAL" clId="{4EF4B88D-6678-4032-9751-422794F92589}" dt="2025-03-28T15:53:17.401" v="904" actId="20577"/>
        <pc:sldMkLst>
          <pc:docMk/>
          <pc:sldMk cId="4229668411" sldId="584"/>
        </pc:sldMkLst>
      </pc:sldChg>
      <pc:sldChg chg="del">
        <pc:chgData name="Steven M Christey" userId="f24da668-4c1f-41c0-850e-113e2bdf78cf" providerId="ADAL" clId="{4EF4B88D-6678-4032-9751-422794F92589}" dt="2025-03-28T14:56:20.737" v="339" actId="2696"/>
        <pc:sldMkLst>
          <pc:docMk/>
          <pc:sldMk cId="4291023721" sldId="584"/>
        </pc:sldMkLst>
      </pc:sldChg>
      <pc:sldChg chg="add">
        <pc:chgData name="Steven M Christey" userId="f24da668-4c1f-41c0-850e-113e2bdf78cf" providerId="ADAL" clId="{4EF4B88D-6678-4032-9751-422794F92589}" dt="2025-03-28T14:45:48.364" v="164"/>
        <pc:sldMkLst>
          <pc:docMk/>
          <pc:sldMk cId="2652250295" sldId="585"/>
        </pc:sldMkLst>
      </pc:sldChg>
      <pc:sldChg chg="modSp new mod">
        <pc:chgData name="Steven M Christey" userId="f24da668-4c1f-41c0-850e-113e2bdf78cf" providerId="ADAL" clId="{4EF4B88D-6678-4032-9751-422794F92589}" dt="2025-03-28T14:56:46.400" v="361" actId="20577"/>
        <pc:sldMkLst>
          <pc:docMk/>
          <pc:sldMk cId="1721949927" sldId="586"/>
        </pc:sldMkLst>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ldChg>
      <pc:sldChg chg="modSp mod">
        <pc:chgData name="Steven M Christey" userId="f24da668-4c1f-41c0-850e-113e2bdf78cf" providerId="ADAL" clId="{004DF47B-EA38-450F-A79E-40B5A7500405}" dt="2024-12-20T15:39:53.083" v="1130" actId="20577"/>
        <pc:sldMkLst>
          <pc:docMk/>
          <pc:sldMk cId="1259113184" sldId="475"/>
        </pc:sldMkLst>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ldChg>
      <pc:sldChg chg="modSp new mod">
        <pc:chgData name="Steven M Christey" userId="f24da668-4c1f-41c0-850e-113e2bdf78cf" providerId="ADAL" clId="{004DF47B-EA38-450F-A79E-40B5A7500405}" dt="2024-12-20T15:37:08.597" v="1069" actId="20577"/>
        <pc:sldMkLst>
          <pc:docMk/>
          <pc:sldMk cId="674283638" sldId="534"/>
        </pc:sldMkLst>
      </pc:sldChg>
      <pc:sldChg chg="modSp add mod">
        <pc:chgData name="Steven M Christey" userId="f24da668-4c1f-41c0-850e-113e2bdf78cf" providerId="ADAL" clId="{004DF47B-EA38-450F-A79E-40B5A7500405}" dt="2024-12-20T15:58:41.720" v="1549" actId="20577"/>
        <pc:sldMkLst>
          <pc:docMk/>
          <pc:sldMk cId="2559893375" sldId="535"/>
        </pc:sldMkLst>
      </pc:sldChg>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docChgLst>
    <pc:chgData name="Steven M Christey" userId="f24da668-4c1f-41c0-850e-113e2bdf78cf" providerId="ADAL" clId="{41F9F06E-E98A-446E-9874-867AB960F484}"/>
    <pc:docChg chg="undo custSel addSld delSld modSld sldOrd">
      <pc:chgData name="Steven M Christey" userId="f24da668-4c1f-41c0-850e-113e2bdf78cf" providerId="ADAL" clId="{41F9F06E-E98A-446E-9874-867AB960F484}" dt="2025-06-06T15:50:41.352" v="1309" actId="20577"/>
      <pc:docMkLst>
        <pc:docMk/>
      </pc:docMkLst>
      <pc:sldChg chg="modSp mod">
        <pc:chgData name="Steven M Christey" userId="f24da668-4c1f-41c0-850e-113e2bdf78cf" providerId="ADAL" clId="{41F9F06E-E98A-446E-9874-867AB960F484}" dt="2025-06-06T14:39:29.029" v="278" actId="20577"/>
        <pc:sldMkLst>
          <pc:docMk/>
          <pc:sldMk cId="1173346967" sldId="588"/>
        </pc:sldMkLst>
        <pc:spChg chg="mod">
          <ac:chgData name="Steven M Christey" userId="f24da668-4c1f-41c0-850e-113e2bdf78cf" providerId="ADAL" clId="{41F9F06E-E98A-446E-9874-867AB960F484}" dt="2025-06-06T14:39:29.029" v="278" actId="20577"/>
          <ac:spMkLst>
            <pc:docMk/>
            <pc:sldMk cId="1173346967" sldId="588"/>
            <ac:spMk id="2" creationId="{B8D60102-363E-AC4D-4485-4FE896DE2933}"/>
          </ac:spMkLst>
        </pc:spChg>
      </pc:sldChg>
      <pc:sldChg chg="modSp mod">
        <pc:chgData name="Steven M Christey" userId="f24da668-4c1f-41c0-850e-113e2bdf78cf" providerId="ADAL" clId="{41F9F06E-E98A-446E-9874-867AB960F484}" dt="2025-06-06T14:49:37.800" v="858" actId="20577"/>
        <pc:sldMkLst>
          <pc:docMk/>
          <pc:sldMk cId="3566183092" sldId="589"/>
        </pc:sldMkLst>
        <pc:spChg chg="mod">
          <ac:chgData name="Steven M Christey" userId="f24da668-4c1f-41c0-850e-113e2bdf78cf" providerId="ADAL" clId="{41F9F06E-E98A-446E-9874-867AB960F484}" dt="2025-06-06T14:49:37.800" v="858" actId="20577"/>
          <ac:spMkLst>
            <pc:docMk/>
            <pc:sldMk cId="3566183092" sldId="589"/>
            <ac:spMk id="3" creationId="{4A033DD5-32AD-7AE1-9DFB-65D4DE1C2C70}"/>
          </ac:spMkLst>
        </pc:spChg>
      </pc:sldChg>
      <pc:sldChg chg="modSp mod">
        <pc:chgData name="Steven M Christey" userId="f24da668-4c1f-41c0-850e-113e2bdf78cf" providerId="ADAL" clId="{41F9F06E-E98A-446E-9874-867AB960F484}" dt="2025-06-06T15:13:55.465" v="936" actId="20577"/>
        <pc:sldMkLst>
          <pc:docMk/>
          <pc:sldMk cId="2866401371" sldId="590"/>
        </pc:sldMkLst>
        <pc:spChg chg="mod">
          <ac:chgData name="Steven M Christey" userId="f24da668-4c1f-41c0-850e-113e2bdf78cf" providerId="ADAL" clId="{41F9F06E-E98A-446E-9874-867AB960F484}" dt="2025-06-06T15:13:55.465" v="936" actId="20577"/>
          <ac:spMkLst>
            <pc:docMk/>
            <pc:sldMk cId="2866401371" sldId="590"/>
            <ac:spMk id="3" creationId="{06B667B9-DD36-BB17-870B-FF0BFBE328F5}"/>
          </ac:spMkLst>
        </pc:spChg>
      </pc:sldChg>
      <pc:sldChg chg="modSp mod">
        <pc:chgData name="Steven M Christey" userId="f24da668-4c1f-41c0-850e-113e2bdf78cf" providerId="ADAL" clId="{41F9F06E-E98A-446E-9874-867AB960F484}" dt="2025-06-06T14:49:12.616" v="854" actId="20577"/>
        <pc:sldMkLst>
          <pc:docMk/>
          <pc:sldMk cId="2634053308" sldId="591"/>
        </pc:sldMkLst>
        <pc:spChg chg="mod">
          <ac:chgData name="Steven M Christey" userId="f24da668-4c1f-41c0-850e-113e2bdf78cf" providerId="ADAL" clId="{41F9F06E-E98A-446E-9874-867AB960F484}" dt="2025-06-06T14:49:12.616" v="854" actId="20577"/>
          <ac:spMkLst>
            <pc:docMk/>
            <pc:sldMk cId="2634053308" sldId="591"/>
            <ac:spMk id="3" creationId="{3D12BCC4-D733-3132-B1C9-9FACDE9BF720}"/>
          </ac:spMkLst>
        </pc:spChg>
      </pc:sldChg>
      <pc:sldChg chg="modSp mod">
        <pc:chgData name="Steven M Christey" userId="f24da668-4c1f-41c0-850e-113e2bdf78cf" providerId="ADAL" clId="{41F9F06E-E98A-446E-9874-867AB960F484}" dt="2025-06-06T14:37:25.720" v="92" actId="20577"/>
        <pc:sldMkLst>
          <pc:docMk/>
          <pc:sldMk cId="1810802926" sldId="592"/>
        </pc:sldMkLst>
        <pc:spChg chg="mod">
          <ac:chgData name="Steven M Christey" userId="f24da668-4c1f-41c0-850e-113e2bdf78cf" providerId="ADAL" clId="{41F9F06E-E98A-446E-9874-867AB960F484}" dt="2025-06-06T14:37:25.720" v="92" actId="20577"/>
          <ac:spMkLst>
            <pc:docMk/>
            <pc:sldMk cId="1810802926" sldId="592"/>
            <ac:spMk id="3" creationId="{11CF7618-078F-E22E-D337-0DA0B2D6AB85}"/>
          </ac:spMkLst>
        </pc:spChg>
      </pc:sldChg>
      <pc:sldChg chg="modSp mod ord">
        <pc:chgData name="Steven M Christey" userId="f24da668-4c1f-41c0-850e-113e2bdf78cf" providerId="ADAL" clId="{41F9F06E-E98A-446E-9874-867AB960F484}" dt="2025-06-06T15:50:41.352" v="1309" actId="20577"/>
        <pc:sldMkLst>
          <pc:docMk/>
          <pc:sldMk cId="3671365640" sldId="593"/>
        </pc:sldMkLst>
        <pc:spChg chg="mod">
          <ac:chgData name="Steven M Christey" userId="f24da668-4c1f-41c0-850e-113e2bdf78cf" providerId="ADAL" clId="{41F9F06E-E98A-446E-9874-867AB960F484}" dt="2025-06-06T15:50:41.352" v="1309" actId="20577"/>
          <ac:spMkLst>
            <pc:docMk/>
            <pc:sldMk cId="3671365640" sldId="593"/>
            <ac:spMk id="3" creationId="{E6C71981-487C-57E6-8812-5FA29F8007D4}"/>
          </ac:spMkLst>
        </pc:spChg>
      </pc:sldChg>
      <pc:sldChg chg="modSp mod ord">
        <pc:chgData name="Steven M Christey" userId="f24da668-4c1f-41c0-850e-113e2bdf78cf" providerId="ADAL" clId="{41F9F06E-E98A-446E-9874-867AB960F484}" dt="2025-06-06T15:37:19.941" v="1123" actId="20577"/>
        <pc:sldMkLst>
          <pc:docMk/>
          <pc:sldMk cId="3060175460" sldId="594"/>
        </pc:sldMkLst>
        <pc:spChg chg="mod">
          <ac:chgData name="Steven M Christey" userId="f24da668-4c1f-41c0-850e-113e2bdf78cf" providerId="ADAL" clId="{41F9F06E-E98A-446E-9874-867AB960F484}" dt="2025-06-06T14:44:09.538" v="563" actId="20577"/>
          <ac:spMkLst>
            <pc:docMk/>
            <pc:sldMk cId="3060175460" sldId="594"/>
            <ac:spMk id="2" creationId="{C3EBF2BB-D1D3-7458-9F48-439EF2FE3483}"/>
          </ac:spMkLst>
        </pc:spChg>
        <pc:spChg chg="mod">
          <ac:chgData name="Steven M Christey" userId="f24da668-4c1f-41c0-850e-113e2bdf78cf" providerId="ADAL" clId="{41F9F06E-E98A-446E-9874-867AB960F484}" dt="2025-06-06T15:37:19.941" v="1123" actId="20577"/>
          <ac:spMkLst>
            <pc:docMk/>
            <pc:sldMk cId="3060175460" sldId="594"/>
            <ac:spMk id="3" creationId="{BBCBA22B-D692-268F-86DD-891216B01686}"/>
          </ac:spMkLst>
        </pc:spChg>
      </pc:sldChg>
      <pc:sldChg chg="modSp new mod">
        <pc:chgData name="Steven M Christey" userId="f24da668-4c1f-41c0-850e-113e2bdf78cf" providerId="ADAL" clId="{41F9F06E-E98A-446E-9874-867AB960F484}" dt="2025-06-06T15:23:57.370" v="970" actId="20577"/>
        <pc:sldMkLst>
          <pc:docMk/>
          <pc:sldMk cId="2054040068" sldId="595"/>
        </pc:sldMkLst>
        <pc:spChg chg="mod">
          <ac:chgData name="Steven M Christey" userId="f24da668-4c1f-41c0-850e-113e2bdf78cf" providerId="ADAL" clId="{41F9F06E-E98A-446E-9874-867AB960F484}" dt="2025-06-06T14:42:30.310" v="421" actId="20577"/>
          <ac:spMkLst>
            <pc:docMk/>
            <pc:sldMk cId="2054040068" sldId="595"/>
            <ac:spMk id="2" creationId="{2945A01C-787D-7610-3D16-2F66D3573FDE}"/>
          </ac:spMkLst>
        </pc:spChg>
        <pc:spChg chg="mod">
          <ac:chgData name="Steven M Christey" userId="f24da668-4c1f-41c0-850e-113e2bdf78cf" providerId="ADAL" clId="{41F9F06E-E98A-446E-9874-867AB960F484}" dt="2025-06-06T15:23:57.370" v="970" actId="20577"/>
          <ac:spMkLst>
            <pc:docMk/>
            <pc:sldMk cId="2054040068" sldId="595"/>
            <ac:spMk id="3" creationId="{77F1E062-A3B2-3DB3-817C-35C41779241B}"/>
          </ac:spMkLst>
        </pc:spChg>
      </pc:sldChg>
      <pc:sldChg chg="add">
        <pc:chgData name="Steven M Christey" userId="f24da668-4c1f-41c0-850e-113e2bdf78cf" providerId="ADAL" clId="{41F9F06E-E98A-446E-9874-867AB960F484}" dt="2025-06-06T14:47:05.737" v="811"/>
        <pc:sldMkLst>
          <pc:docMk/>
          <pc:sldMk cId="4184117928" sldId="596"/>
        </pc:sldMkLst>
      </pc:sldChg>
      <pc:sldChg chg="add">
        <pc:chgData name="Steven M Christey" userId="f24da668-4c1f-41c0-850e-113e2bdf78cf" providerId="ADAL" clId="{41F9F06E-E98A-446E-9874-867AB960F484}" dt="2025-06-06T14:47:05.737" v="811"/>
        <pc:sldMkLst>
          <pc:docMk/>
          <pc:sldMk cId="3256177257" sldId="597"/>
        </pc:sldMkLst>
      </pc:sldChg>
      <pc:sldChg chg="add del">
        <pc:chgData name="Steven M Christey" userId="f24da668-4c1f-41c0-850e-113e2bdf78cf" providerId="ADAL" clId="{41F9F06E-E98A-446E-9874-867AB960F484}" dt="2025-06-06T14:47:28.639" v="812" actId="47"/>
        <pc:sldMkLst>
          <pc:docMk/>
          <pc:sldMk cId="671160315" sldId="598"/>
        </pc:sldMkLst>
      </pc:sldChg>
    </pc:docChg>
  </pc:docChgLst>
  <pc:docChgLst>
    <pc:chgData name="Steven M Christey" userId="f24da668-4c1f-41c0-850e-113e2bdf78cf" providerId="ADAL" clId="{485CED49-FB28-49A7-BAC4-3D6DBACBD0F5}"/>
    <pc:docChg chg="undo custSel addSld delSld modSld">
      <pc:chgData name="Steven M Christey" userId="f24da668-4c1f-41c0-850e-113e2bdf78cf" providerId="ADAL" clId="{485CED49-FB28-49A7-BAC4-3D6DBACBD0F5}" dt="2025-03-14T15:52:55.827" v="2138" actId="20577"/>
      <pc:docMkLst>
        <pc:docMk/>
      </pc:docMkLst>
      <pc:sldChg chg="modSp mod">
        <pc:chgData name="Steven M Christey" userId="f24da668-4c1f-41c0-850e-113e2bdf78cf" providerId="ADAL" clId="{485CED49-FB28-49A7-BAC4-3D6DBACBD0F5}" dt="2025-03-14T14:24:56.090" v="42" actId="20577"/>
        <pc:sldMkLst>
          <pc:docMk/>
          <pc:sldMk cId="1454278300" sldId="459"/>
        </pc:sldMkLst>
      </pc:sldChg>
      <pc:sldChg chg="modSp mod">
        <pc:chgData name="Steven M Christey" userId="f24da668-4c1f-41c0-850e-113e2bdf78cf" providerId="ADAL" clId="{485CED49-FB28-49A7-BAC4-3D6DBACBD0F5}" dt="2025-03-14T14:56:52.518" v="1997" actId="20577"/>
        <pc:sldMkLst>
          <pc:docMk/>
          <pc:sldMk cId="1259113184" sldId="475"/>
        </pc:sldMkLst>
      </pc:sldChg>
      <pc:sldChg chg="modSp mod">
        <pc:chgData name="Steven M Christey" userId="f24da668-4c1f-41c0-850e-113e2bdf78cf" providerId="ADAL" clId="{485CED49-FB28-49A7-BAC4-3D6DBACBD0F5}" dt="2025-03-14T14:56:22.294" v="1976" actId="20577"/>
        <pc:sldMkLst>
          <pc:docMk/>
          <pc:sldMk cId="915149386" sldId="514"/>
        </pc:sldMkLst>
      </pc:sldChg>
      <pc:sldChg chg="modSp mod">
        <pc:chgData name="Steven M Christey" userId="f24da668-4c1f-41c0-850e-113e2bdf78cf" providerId="ADAL" clId="{485CED49-FB28-49A7-BAC4-3D6DBACBD0F5}" dt="2025-03-14T14:57:07.414" v="1998" actId="1076"/>
        <pc:sldMkLst>
          <pc:docMk/>
          <pc:sldMk cId="150708501" sldId="533"/>
        </pc:sldMkLst>
      </pc:sldChg>
      <pc:sldChg chg="modSp mod">
        <pc:chgData name="Steven M Christey" userId="f24da668-4c1f-41c0-850e-113e2bdf78cf" providerId="ADAL" clId="{485CED49-FB28-49A7-BAC4-3D6DBACBD0F5}" dt="2025-03-14T14:32:18.277" v="567"/>
        <pc:sldMkLst>
          <pc:docMk/>
          <pc:sldMk cId="2730253842" sldId="542"/>
        </pc:sldMkLst>
      </pc:sldChg>
      <pc:sldChg chg="modSp mod">
        <pc:chgData name="Steven M Christey" userId="f24da668-4c1f-41c0-850e-113e2bdf78cf" providerId="ADAL" clId="{485CED49-FB28-49A7-BAC4-3D6DBACBD0F5}" dt="2025-03-14T14:27:54.042" v="165"/>
        <pc:sldMkLst>
          <pc:docMk/>
          <pc:sldMk cId="1565146543" sldId="548"/>
        </pc:sldMkLst>
      </pc:sldChg>
      <pc:sldChg chg="add del">
        <pc:chgData name="Steven M Christey" userId="f24da668-4c1f-41c0-850e-113e2bdf78cf" providerId="ADAL" clId="{485CED49-FB28-49A7-BAC4-3D6DBACBD0F5}" dt="2025-03-14T14:55:58.312" v="1959" actId="47"/>
        <pc:sldMkLst>
          <pc:docMk/>
          <pc:sldMk cId="1431843067" sldId="577"/>
        </pc:sldMkLst>
      </pc:sldChg>
      <pc:sldChg chg="modSp new del mod">
        <pc:chgData name="Steven M Christey" userId="f24da668-4c1f-41c0-850e-113e2bdf78cf" providerId="ADAL" clId="{485CED49-FB28-49A7-BAC4-3D6DBACBD0F5}" dt="2025-03-14T14:52:24.573" v="1958" actId="47"/>
        <pc:sldMkLst>
          <pc:docMk/>
          <pc:sldMk cId="3506711116" sldId="578"/>
        </pc:sldMkLst>
      </pc:sldChg>
      <pc:sldChg chg="modSp new mod">
        <pc:chgData name="Steven M Christey" userId="f24da668-4c1f-41c0-850e-113e2bdf78cf" providerId="ADAL" clId="{485CED49-FB28-49A7-BAC4-3D6DBACBD0F5}" dt="2025-03-14T15:52:55.827" v="2138" actId="20577"/>
        <pc:sldMkLst>
          <pc:docMk/>
          <pc:sldMk cId="1133148075" sldId="579"/>
        </pc:sldMkLst>
      </pc:sldChg>
      <pc:sldChg chg="modSp new mod">
        <pc:chgData name="Steven M Christey" userId="f24da668-4c1f-41c0-850e-113e2bdf78cf" providerId="ADAL" clId="{485CED49-FB28-49A7-BAC4-3D6DBACBD0F5}" dt="2025-03-14T14:44:34.185" v="1451" actId="20577"/>
        <pc:sldMkLst>
          <pc:docMk/>
          <pc:sldMk cId="1000231701" sldId="580"/>
        </pc:sldMkLst>
      </pc:sldChg>
      <pc:sldChg chg="modSp new mod">
        <pc:chgData name="Steven M Christey" userId="f24da668-4c1f-41c0-850e-113e2bdf78cf" providerId="ADAL" clId="{485CED49-FB28-49A7-BAC4-3D6DBACBD0F5}" dt="2025-03-14T14:41:24.948" v="1047" actId="20577"/>
        <pc:sldMkLst>
          <pc:docMk/>
          <pc:sldMk cId="1477368885" sldId="581"/>
        </pc:sldMkLst>
      </pc:sldChg>
      <pc:sldChg chg="modSp add mod">
        <pc:chgData name="Steven M Christey" userId="f24da668-4c1f-41c0-850e-113e2bdf78cf" providerId="ADAL" clId="{485CED49-FB28-49A7-BAC4-3D6DBACBD0F5}" dt="2025-03-14T14:52:14.786" v="1957" actId="20577"/>
        <pc:sldMkLst>
          <pc:docMk/>
          <pc:sldMk cId="2837148105" sldId="582"/>
        </pc:sldMkLst>
      </pc:sldChg>
      <pc:sldChg chg="modSp add mod">
        <pc:chgData name="Steven M Christey" userId="f24da668-4c1f-41c0-850e-113e2bdf78cf" providerId="ADAL" clId="{485CED49-FB28-49A7-BAC4-3D6DBACBD0F5}" dt="2025-03-14T15:00:15.169" v="2127" actId="20577"/>
        <pc:sldMkLst>
          <pc:docMk/>
          <pc:sldMk cId="189528037" sldId="583"/>
        </pc:sldMkLst>
      </pc:sldChg>
      <pc:sldChg chg="modSp add mod">
        <pc:chgData name="Steven M Christey" userId="f24da668-4c1f-41c0-850e-113e2bdf78cf" providerId="ADAL" clId="{485CED49-FB28-49A7-BAC4-3D6DBACBD0F5}" dt="2025-03-14T14:51:41.785" v="1920" actId="20577"/>
        <pc:sldMkLst>
          <pc:docMk/>
          <pc:sldMk cId="4291023721" sldId="584"/>
        </pc:sldMkLst>
      </pc:sldChg>
    </pc:docChg>
  </pc:docChgLst>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docChg>
  </pc:docChgLst>
  <pc:docChgLst>
    <pc:chgData name="Marissa R Dotter" userId="S::mdotter@mitre.org::19f597a0-23d7-4527-8145-567b323b2b00" providerId="AD" clId="Web-{A3CB14AF-BF02-E3F9-E198-B3F4BC4A8267}"/>
    <pc:docChg chg="modSld">
      <pc:chgData name="Marissa R Dotter" userId="S::mdotter@mitre.org::19f597a0-23d7-4527-8145-567b323b2b00" providerId="AD" clId="Web-{A3CB14AF-BF02-E3F9-E198-B3F4BC4A8267}" dt="2025-04-09T18:42:17.901" v="2" actId="20577"/>
      <pc:docMkLst>
        <pc:docMk/>
      </pc:docMkLst>
      <pc:sldChg chg="modSp">
        <pc:chgData name="Marissa R Dotter" userId="S::mdotter@mitre.org::19f597a0-23d7-4527-8145-567b323b2b00" providerId="AD" clId="Web-{A3CB14AF-BF02-E3F9-E198-B3F4BC4A8267}" dt="2025-04-09T18:42:17.901" v="2" actId="20577"/>
        <pc:sldMkLst>
          <pc:docMk/>
          <pc:sldMk cId="3459002713" sldId="552"/>
        </pc:sldMkLst>
      </pc:sldChg>
    </pc:docChg>
  </pc:docChgLst>
  <pc:docChgLst>
    <pc:chgData name="Steven M Christey" userId="f24da668-4c1f-41c0-850e-113e2bdf78cf" providerId="ADAL" clId="{B692405D-BE5E-4E15-A96B-66DBFCA10158}"/>
    <pc:docChg chg="undo custSel modSld">
      <pc:chgData name="Steven M Christey" userId="f24da668-4c1f-41c0-850e-113e2bdf78cf" providerId="ADAL" clId="{B692405D-BE5E-4E15-A96B-66DBFCA10158}" dt="2025-08-01T15:55:53.248" v="1174" actId="13926"/>
      <pc:docMkLst>
        <pc:docMk/>
      </pc:docMkLst>
      <pc:sldChg chg="modSp mod">
        <pc:chgData name="Steven M Christey" userId="f24da668-4c1f-41c0-850e-113e2bdf78cf" providerId="ADAL" clId="{B692405D-BE5E-4E15-A96B-66DBFCA10158}" dt="2025-08-01T15:44:18.663" v="802" actId="13926"/>
        <pc:sldMkLst>
          <pc:docMk/>
          <pc:sldMk cId="2866401371" sldId="590"/>
        </pc:sldMkLst>
        <pc:spChg chg="mod">
          <ac:chgData name="Steven M Christey" userId="f24da668-4c1f-41c0-850e-113e2bdf78cf" providerId="ADAL" clId="{B692405D-BE5E-4E15-A96B-66DBFCA10158}" dt="2025-08-01T15:44:18.663" v="802" actId="13926"/>
          <ac:spMkLst>
            <pc:docMk/>
            <pc:sldMk cId="2866401371" sldId="590"/>
            <ac:spMk id="3" creationId="{06B667B9-DD36-BB17-870B-FF0BFBE328F5}"/>
          </ac:spMkLst>
        </pc:spChg>
      </pc:sldChg>
      <pc:sldChg chg="modSp mod">
        <pc:chgData name="Steven M Christey" userId="f24da668-4c1f-41c0-850e-113e2bdf78cf" providerId="ADAL" clId="{B692405D-BE5E-4E15-A96B-66DBFCA10158}" dt="2025-08-01T15:55:53.248" v="1174" actId="13926"/>
        <pc:sldMkLst>
          <pc:docMk/>
          <pc:sldMk cId="2634053308" sldId="591"/>
        </pc:sldMkLst>
        <pc:spChg chg="mod">
          <ac:chgData name="Steven M Christey" userId="f24da668-4c1f-41c0-850e-113e2bdf78cf" providerId="ADAL" clId="{B692405D-BE5E-4E15-A96B-66DBFCA10158}" dt="2025-08-01T15:55:53.248" v="1174" actId="13926"/>
          <ac:spMkLst>
            <pc:docMk/>
            <pc:sldMk cId="2634053308" sldId="591"/>
            <ac:spMk id="3" creationId="{3D12BCC4-D733-3132-B1C9-9FACDE9BF720}"/>
          </ac:spMkLst>
        </pc:spChg>
      </pc:sld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ldChg>
    </pc:docChg>
  </pc:docChgLst>
  <pc:docChgLst>
    <pc:chgData name="Steven M Christey" userId="f24da668-4c1f-41c0-850e-113e2bdf78cf" providerId="ADAL" clId="{60AD052C-9CA9-449F-859E-4D7001090B75}"/>
    <pc:docChg chg="undo custSel addSld delSld modSld">
      <pc:chgData name="Steven M Christey" userId="f24da668-4c1f-41c0-850e-113e2bdf78cf" providerId="ADAL" clId="{60AD052C-9CA9-449F-859E-4D7001090B75}" dt="2025-05-09T15:54:50.740" v="3436" actId="6549"/>
      <pc:docMkLst>
        <pc:docMk/>
      </pc:docMkLst>
      <pc:sldChg chg="modSp mod">
        <pc:chgData name="Steven M Christey" userId="f24da668-4c1f-41c0-850e-113e2bdf78cf" providerId="ADAL" clId="{60AD052C-9CA9-449F-859E-4D7001090B75}" dt="2025-05-09T14:33:55.781" v="12" actId="20577"/>
        <pc:sldMkLst>
          <pc:docMk/>
          <pc:sldMk cId="1454278300" sldId="459"/>
        </pc:sldMkLst>
        <pc:spChg chg="mod">
          <ac:chgData name="Steven M Christey" userId="f24da668-4c1f-41c0-850e-113e2bdf78cf" providerId="ADAL" clId="{60AD052C-9CA9-449F-859E-4D7001090B75}" dt="2025-05-09T14:33:55.781" v="12" actId="20577"/>
          <ac:spMkLst>
            <pc:docMk/>
            <pc:sldMk cId="1454278300" sldId="459"/>
            <ac:spMk id="2" creationId="{33307706-4E65-00EA-9416-F4DD36CAAD0A}"/>
          </ac:spMkLst>
        </pc:spChg>
      </pc:sldChg>
      <pc:sldChg chg="modSp mod">
        <pc:chgData name="Steven M Christey" userId="f24da668-4c1f-41c0-850e-113e2bdf78cf" providerId="ADAL" clId="{60AD052C-9CA9-449F-859E-4D7001090B75}" dt="2025-05-09T14:34:29.032" v="84" actId="20577"/>
        <pc:sldMkLst>
          <pc:docMk/>
          <pc:sldMk cId="1259113184" sldId="475"/>
        </pc:sldMkLst>
        <pc:spChg chg="mod">
          <ac:chgData name="Steven M Christey" userId="f24da668-4c1f-41c0-850e-113e2bdf78cf" providerId="ADAL" clId="{60AD052C-9CA9-449F-859E-4D7001090B75}" dt="2025-05-09T14:34:29.032" v="84" actId="20577"/>
          <ac:spMkLst>
            <pc:docMk/>
            <pc:sldMk cId="1259113184" sldId="475"/>
            <ac:spMk id="3" creationId="{32062DF9-CFF1-0BEE-15FF-59D403B018ED}"/>
          </ac:spMkLst>
        </pc:spChg>
      </pc:sldChg>
      <pc:sldChg chg="modSp mod">
        <pc:chgData name="Steven M Christey" userId="f24da668-4c1f-41c0-850e-113e2bdf78cf" providerId="ADAL" clId="{60AD052C-9CA9-449F-859E-4D7001090B75}" dt="2025-05-09T15:10:19.852" v="2191" actId="20577"/>
        <pc:sldMkLst>
          <pc:docMk/>
          <pc:sldMk cId="915149386" sldId="514"/>
        </pc:sldMkLst>
        <pc:spChg chg="mod">
          <ac:chgData name="Steven M Christey" userId="f24da668-4c1f-41c0-850e-113e2bdf78cf" providerId="ADAL" clId="{60AD052C-9CA9-449F-859E-4D7001090B75}" dt="2025-05-09T15:10:19.852" v="2191" actId="20577"/>
          <ac:spMkLst>
            <pc:docMk/>
            <pc:sldMk cId="915149386" sldId="514"/>
            <ac:spMk id="3" creationId="{D4348C02-DFCE-A2E4-D523-D69A254A7D49}"/>
          </ac:spMkLst>
        </pc:spChg>
      </pc:sldChg>
      <pc:sldChg chg="add">
        <pc:chgData name="Steven M Christey" userId="f24da668-4c1f-41c0-850e-113e2bdf78cf" providerId="ADAL" clId="{60AD052C-9CA9-449F-859E-4D7001090B75}" dt="2025-05-09T14:42:44.576" v="86"/>
        <pc:sldMkLst>
          <pc:docMk/>
          <pc:sldMk cId="1062366465" sldId="586"/>
        </pc:sldMkLst>
      </pc:sldChg>
      <pc:sldChg chg="del">
        <pc:chgData name="Steven M Christey" userId="f24da668-4c1f-41c0-850e-113e2bdf78cf" providerId="ADAL" clId="{60AD052C-9CA9-449F-859E-4D7001090B75}" dt="2025-05-09T14:42:36.892" v="85" actId="2696"/>
        <pc:sldMkLst>
          <pc:docMk/>
          <pc:sldMk cId="1721949927" sldId="586"/>
        </pc:sldMkLst>
      </pc:sldChg>
      <pc:sldChg chg="modSp new mod">
        <pc:chgData name="Steven M Christey" userId="f24da668-4c1f-41c0-850e-113e2bdf78cf" providerId="ADAL" clId="{60AD052C-9CA9-449F-859E-4D7001090B75}" dt="2025-05-09T15:11:30.662" v="2206" actId="20577"/>
        <pc:sldMkLst>
          <pc:docMk/>
          <pc:sldMk cId="1700506989" sldId="587"/>
        </pc:sldMkLst>
        <pc:spChg chg="mod">
          <ac:chgData name="Steven M Christey" userId="f24da668-4c1f-41c0-850e-113e2bdf78cf" providerId="ADAL" clId="{60AD052C-9CA9-449F-859E-4D7001090B75}" dt="2025-05-09T14:43:04.884" v="153" actId="20577"/>
          <ac:spMkLst>
            <pc:docMk/>
            <pc:sldMk cId="1700506989" sldId="587"/>
            <ac:spMk id="2" creationId="{34525669-F833-970A-1992-544784B7D974}"/>
          </ac:spMkLst>
        </pc:spChg>
        <pc:spChg chg="mod">
          <ac:chgData name="Steven M Christey" userId="f24da668-4c1f-41c0-850e-113e2bdf78cf" providerId="ADAL" clId="{60AD052C-9CA9-449F-859E-4D7001090B75}" dt="2025-05-09T15:11:30.662" v="2206" actId="20577"/>
          <ac:spMkLst>
            <pc:docMk/>
            <pc:sldMk cId="1700506989" sldId="587"/>
            <ac:spMk id="3" creationId="{7EFAFBE8-5E16-E04A-7DAB-45787517A39B}"/>
          </ac:spMkLst>
        </pc:spChg>
      </pc:sldChg>
      <pc:sldChg chg="modSp new mod">
        <pc:chgData name="Steven M Christey" userId="f24da668-4c1f-41c0-850e-113e2bdf78cf" providerId="ADAL" clId="{60AD052C-9CA9-449F-859E-4D7001090B75}" dt="2025-05-09T14:50:26.690" v="1019" actId="20577"/>
        <pc:sldMkLst>
          <pc:docMk/>
          <pc:sldMk cId="1173346967" sldId="588"/>
        </pc:sldMkLst>
        <pc:spChg chg="mod">
          <ac:chgData name="Steven M Christey" userId="f24da668-4c1f-41c0-850e-113e2bdf78cf" providerId="ADAL" clId="{60AD052C-9CA9-449F-859E-4D7001090B75}" dt="2025-05-09T14:46:38.411" v="592" actId="20577"/>
          <ac:spMkLst>
            <pc:docMk/>
            <pc:sldMk cId="1173346967" sldId="588"/>
            <ac:spMk id="2" creationId="{B8D60102-363E-AC4D-4485-4FE896DE2933}"/>
          </ac:spMkLst>
        </pc:spChg>
        <pc:spChg chg="mod">
          <ac:chgData name="Steven M Christey" userId="f24da668-4c1f-41c0-850e-113e2bdf78cf" providerId="ADAL" clId="{60AD052C-9CA9-449F-859E-4D7001090B75}" dt="2025-05-09T14:50:26.690" v="1019" actId="20577"/>
          <ac:spMkLst>
            <pc:docMk/>
            <pc:sldMk cId="1173346967" sldId="588"/>
            <ac:spMk id="3" creationId="{F411DD74-4E7B-F870-E54F-D57535ABCAB2}"/>
          </ac:spMkLst>
        </pc:spChg>
      </pc:sldChg>
      <pc:sldChg chg="modSp new mod">
        <pc:chgData name="Steven M Christey" userId="f24da668-4c1f-41c0-850e-113e2bdf78cf" providerId="ADAL" clId="{60AD052C-9CA9-449F-859E-4D7001090B75}" dt="2025-05-09T15:14:15.823" v="2312" actId="20577"/>
        <pc:sldMkLst>
          <pc:docMk/>
          <pc:sldMk cId="3566183092" sldId="589"/>
        </pc:sldMkLst>
        <pc:spChg chg="mod">
          <ac:chgData name="Steven M Christey" userId="f24da668-4c1f-41c0-850e-113e2bdf78cf" providerId="ADAL" clId="{60AD052C-9CA9-449F-859E-4D7001090B75}" dt="2025-05-09T14:48:47.625" v="989" actId="20577"/>
          <ac:spMkLst>
            <pc:docMk/>
            <pc:sldMk cId="3566183092" sldId="589"/>
            <ac:spMk id="2" creationId="{C05BC0CA-6763-4400-FCCA-3F2157F96EB7}"/>
          </ac:spMkLst>
        </pc:spChg>
        <pc:spChg chg="mod">
          <ac:chgData name="Steven M Christey" userId="f24da668-4c1f-41c0-850e-113e2bdf78cf" providerId="ADAL" clId="{60AD052C-9CA9-449F-859E-4D7001090B75}" dt="2025-05-09T15:14:15.823" v="2312" actId="20577"/>
          <ac:spMkLst>
            <pc:docMk/>
            <pc:sldMk cId="3566183092" sldId="589"/>
            <ac:spMk id="3" creationId="{4A033DD5-32AD-7AE1-9DFB-65D4DE1C2C70}"/>
          </ac:spMkLst>
        </pc:spChg>
      </pc:sldChg>
      <pc:sldChg chg="modSp new mod">
        <pc:chgData name="Steven M Christey" userId="f24da668-4c1f-41c0-850e-113e2bdf78cf" providerId="ADAL" clId="{60AD052C-9CA9-449F-859E-4D7001090B75}" dt="2025-05-09T15:34:43.340" v="2683" actId="404"/>
        <pc:sldMkLst>
          <pc:docMk/>
          <pc:sldMk cId="2866401371" sldId="590"/>
        </pc:sldMkLst>
        <pc:spChg chg="mod">
          <ac:chgData name="Steven M Christey" userId="f24da668-4c1f-41c0-850e-113e2bdf78cf" providerId="ADAL" clId="{60AD052C-9CA9-449F-859E-4D7001090B75}" dt="2025-05-09T14:50:43.882" v="1049" actId="20577"/>
          <ac:spMkLst>
            <pc:docMk/>
            <pc:sldMk cId="2866401371" sldId="590"/>
            <ac:spMk id="2" creationId="{4E11374B-E102-0B89-DDC9-963A7E0B8082}"/>
          </ac:spMkLst>
        </pc:spChg>
        <pc:spChg chg="mod">
          <ac:chgData name="Steven M Christey" userId="f24da668-4c1f-41c0-850e-113e2bdf78cf" providerId="ADAL" clId="{60AD052C-9CA9-449F-859E-4D7001090B75}" dt="2025-05-09T15:34:43.340" v="2683" actId="404"/>
          <ac:spMkLst>
            <pc:docMk/>
            <pc:sldMk cId="2866401371" sldId="590"/>
            <ac:spMk id="3" creationId="{06B667B9-DD36-BB17-870B-FF0BFBE328F5}"/>
          </ac:spMkLst>
        </pc:spChg>
      </pc:sldChg>
      <pc:sldChg chg="modSp add mod">
        <pc:chgData name="Steven M Christey" userId="f24da668-4c1f-41c0-850e-113e2bdf78cf" providerId="ADAL" clId="{60AD052C-9CA9-449F-859E-4D7001090B75}" dt="2025-05-09T15:51:26.597" v="3157" actId="20577"/>
        <pc:sldMkLst>
          <pc:docMk/>
          <pc:sldMk cId="2634053308" sldId="591"/>
        </pc:sldMkLst>
        <pc:spChg chg="mod">
          <ac:chgData name="Steven M Christey" userId="f24da668-4c1f-41c0-850e-113e2bdf78cf" providerId="ADAL" clId="{60AD052C-9CA9-449F-859E-4D7001090B75}" dt="2025-05-09T14:52:12.819" v="1252" actId="20577"/>
          <ac:spMkLst>
            <pc:docMk/>
            <pc:sldMk cId="2634053308" sldId="591"/>
            <ac:spMk id="2" creationId="{8925CFAA-BDEE-F107-6B4E-BA25EFBB9056}"/>
          </ac:spMkLst>
        </pc:spChg>
        <pc:spChg chg="mod">
          <ac:chgData name="Steven M Christey" userId="f24da668-4c1f-41c0-850e-113e2bdf78cf" providerId="ADAL" clId="{60AD052C-9CA9-449F-859E-4D7001090B75}" dt="2025-05-09T15:51:26.597" v="3157" actId="20577"/>
          <ac:spMkLst>
            <pc:docMk/>
            <pc:sldMk cId="2634053308" sldId="591"/>
            <ac:spMk id="3" creationId="{3D12BCC4-D733-3132-B1C9-9FACDE9BF720}"/>
          </ac:spMkLst>
        </pc:spChg>
      </pc:sldChg>
      <pc:sldChg chg="modSp new mod">
        <pc:chgData name="Steven M Christey" userId="f24da668-4c1f-41c0-850e-113e2bdf78cf" providerId="ADAL" clId="{60AD052C-9CA9-449F-859E-4D7001090B75}" dt="2025-05-09T14:58:07.441" v="1600" actId="14"/>
        <pc:sldMkLst>
          <pc:docMk/>
          <pc:sldMk cId="1810802926" sldId="592"/>
        </pc:sldMkLst>
        <pc:spChg chg="mod">
          <ac:chgData name="Steven M Christey" userId="f24da668-4c1f-41c0-850e-113e2bdf78cf" providerId="ADAL" clId="{60AD052C-9CA9-449F-859E-4D7001090B75}" dt="2025-05-09T14:57:08.559" v="1514" actId="20577"/>
          <ac:spMkLst>
            <pc:docMk/>
            <pc:sldMk cId="1810802926" sldId="592"/>
            <ac:spMk id="2" creationId="{7988B45C-8B7F-809E-36C4-F44086F1DCD7}"/>
          </ac:spMkLst>
        </pc:spChg>
        <pc:spChg chg="mod">
          <ac:chgData name="Steven M Christey" userId="f24da668-4c1f-41c0-850e-113e2bdf78cf" providerId="ADAL" clId="{60AD052C-9CA9-449F-859E-4D7001090B75}" dt="2025-05-09T14:58:07.441" v="1600" actId="14"/>
          <ac:spMkLst>
            <pc:docMk/>
            <pc:sldMk cId="1810802926" sldId="592"/>
            <ac:spMk id="3" creationId="{11CF7618-078F-E22E-D337-0DA0B2D6AB85}"/>
          </ac:spMkLst>
        </pc:spChg>
      </pc:sldChg>
      <pc:sldChg chg="modSp new mod">
        <pc:chgData name="Steven M Christey" userId="f24da668-4c1f-41c0-850e-113e2bdf78cf" providerId="ADAL" clId="{60AD052C-9CA9-449F-859E-4D7001090B75}" dt="2025-05-09T15:54:50.740" v="3436" actId="6549"/>
        <pc:sldMkLst>
          <pc:docMk/>
          <pc:sldMk cId="3671365640" sldId="593"/>
        </pc:sldMkLst>
        <pc:spChg chg="mod">
          <ac:chgData name="Steven M Christey" userId="f24da668-4c1f-41c0-850e-113e2bdf78cf" providerId="ADAL" clId="{60AD052C-9CA9-449F-859E-4D7001090B75}" dt="2025-05-09T14:58:23.573" v="1632" actId="20577"/>
          <ac:spMkLst>
            <pc:docMk/>
            <pc:sldMk cId="3671365640" sldId="593"/>
            <ac:spMk id="2" creationId="{CE362BAB-9D2C-48B6-6211-1DBBA012B95C}"/>
          </ac:spMkLst>
        </pc:spChg>
        <pc:spChg chg="mod">
          <ac:chgData name="Steven M Christey" userId="f24da668-4c1f-41c0-850e-113e2bdf78cf" providerId="ADAL" clId="{60AD052C-9CA9-449F-859E-4D7001090B75}" dt="2025-05-09T15:54:50.740" v="3436" actId="6549"/>
          <ac:spMkLst>
            <pc:docMk/>
            <pc:sldMk cId="3671365640" sldId="593"/>
            <ac:spMk id="3" creationId="{E6C71981-487C-57E6-8812-5FA29F8007D4}"/>
          </ac:spMkLst>
        </pc:spChg>
      </pc:sldChg>
      <pc:sldChg chg="modSp new mod">
        <pc:chgData name="Steven M Christey" userId="f24da668-4c1f-41c0-850e-113e2bdf78cf" providerId="ADAL" clId="{60AD052C-9CA9-449F-859E-4D7001090B75}" dt="2025-05-09T15:53:13.451" v="3377" actId="14"/>
        <pc:sldMkLst>
          <pc:docMk/>
          <pc:sldMk cId="3060175460" sldId="594"/>
        </pc:sldMkLst>
        <pc:spChg chg="mod">
          <ac:chgData name="Steven M Christey" userId="f24da668-4c1f-41c0-850e-113e2bdf78cf" providerId="ADAL" clId="{60AD052C-9CA9-449F-859E-4D7001090B75}" dt="2025-05-09T15:52:03.700" v="3256" actId="20577"/>
          <ac:spMkLst>
            <pc:docMk/>
            <pc:sldMk cId="3060175460" sldId="594"/>
            <ac:spMk id="2" creationId="{C3EBF2BB-D1D3-7458-9F48-439EF2FE3483}"/>
          </ac:spMkLst>
        </pc:spChg>
        <pc:spChg chg="mod">
          <ac:chgData name="Steven M Christey" userId="f24da668-4c1f-41c0-850e-113e2bdf78cf" providerId="ADAL" clId="{60AD052C-9CA9-449F-859E-4D7001090B75}" dt="2025-05-09T15:53:13.451" v="3377" actId="14"/>
          <ac:spMkLst>
            <pc:docMk/>
            <pc:sldMk cId="3060175460" sldId="594"/>
            <ac:spMk id="3" creationId="{BBCBA22B-D692-268F-86DD-891216B01686}"/>
          </ac:spMkLst>
        </pc:spChg>
      </pc:sldChg>
    </pc:docChg>
  </pc:docChgLst>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ldChg>
      <pc:sldChg chg="modSp mod">
        <pc:chgData name="Steven M Christey" userId="f24da668-4c1f-41c0-850e-113e2bdf78cf" providerId="ADAL" clId="{19F25D5F-252C-424D-A52E-D5D089ECF2C6}" dt="2025-01-31T15:18:35.244" v="8"/>
        <pc:sldMkLst>
          <pc:docMk/>
          <pc:sldMk cId="1259113184" sldId="475"/>
        </pc:sldMkLst>
      </pc:sldChg>
      <pc:sldChg chg="modSp mod ord">
        <pc:chgData name="Steven M Christey" userId="f24da668-4c1f-41c0-850e-113e2bdf78cf" providerId="ADAL" clId="{19F25D5F-252C-424D-A52E-D5D089ECF2C6}" dt="2025-01-31T16:09:38.056" v="1614" actId="20577"/>
        <pc:sldMkLst>
          <pc:docMk/>
          <pc:sldMk cId="915149386" sldId="514"/>
        </pc:sldMkLst>
      </pc:sldChg>
      <pc:sldChg chg="modSp mod ord">
        <pc:chgData name="Steven M Christey" userId="f24da668-4c1f-41c0-850e-113e2bdf78cf" providerId="ADAL" clId="{19F25D5F-252C-424D-A52E-D5D089ECF2C6}" dt="2025-01-31T16:25:30.993" v="1631" actId="114"/>
        <pc:sldMkLst>
          <pc:docMk/>
          <pc:sldMk cId="150708501" sldId="533"/>
        </pc:sldMkLst>
      </pc:sldChg>
      <pc:sldChg chg="modSp mod">
        <pc:chgData name="Steven M Christey" userId="f24da668-4c1f-41c0-850e-113e2bdf78cf" providerId="ADAL" clId="{19F25D5F-252C-424D-A52E-D5D089ECF2C6}" dt="2025-01-31T15:27:55.431" v="554" actId="21"/>
        <pc:sldMkLst>
          <pc:docMk/>
          <pc:sldMk cId="2559893375" sldId="535"/>
        </pc:sldMkLst>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ldChg>
      <pc:sldChg chg="modSp new mod">
        <pc:chgData name="Steven M Christey" userId="f24da668-4c1f-41c0-850e-113e2bdf78cf" providerId="ADAL" clId="{19F25D5F-252C-424D-A52E-D5D089ECF2C6}" dt="2025-01-31T15:25:33.973" v="479" actId="20577"/>
        <pc:sldMkLst>
          <pc:docMk/>
          <pc:sldMk cId="3977709734" sldId="538"/>
        </pc:sldMkLst>
      </pc:sldChg>
      <pc:sldChg chg="modSp new mod">
        <pc:chgData name="Steven M Christey" userId="f24da668-4c1f-41c0-850e-113e2bdf78cf" providerId="ADAL" clId="{19F25D5F-252C-424D-A52E-D5D089ECF2C6}" dt="2025-01-31T15:32:42.094" v="904" actId="20577"/>
        <pc:sldMkLst>
          <pc:docMk/>
          <pc:sldMk cId="2266223281" sldId="539"/>
        </pc:sldMkLst>
      </pc:sldChg>
      <pc:sldChg chg="modSp new mod">
        <pc:chgData name="Steven M Christey" userId="f24da668-4c1f-41c0-850e-113e2bdf78cf" providerId="ADAL" clId="{19F25D5F-252C-424D-A52E-D5D089ECF2C6}" dt="2025-01-31T15:51:52.288" v="1547" actId="20577"/>
        <pc:sldMkLst>
          <pc:docMk/>
          <pc:sldMk cId="717686086" sldId="540"/>
        </pc:sldMkLst>
      </pc:sldChg>
      <pc:sldChg chg="modSp new mod">
        <pc:chgData name="Steven M Christey" userId="f24da668-4c1f-41c0-850e-113e2bdf78cf" providerId="ADAL" clId="{19F25D5F-252C-424D-A52E-D5D089ECF2C6}" dt="2025-01-31T15:41:50.169" v="1169"/>
        <pc:sldMkLst>
          <pc:docMk/>
          <pc:sldMk cId="1502259985" sldId="541"/>
        </pc:sldMkLst>
      </pc:sldChg>
      <pc:sldChg chg="modSp new mod">
        <pc:chgData name="Steven M Christey" userId="f24da668-4c1f-41c0-850e-113e2bdf78cf" providerId="ADAL" clId="{19F25D5F-252C-424D-A52E-D5D089ECF2C6}" dt="2025-01-31T15:45:41.243" v="1293" actId="14"/>
        <pc:sldMkLst>
          <pc:docMk/>
          <pc:sldMk cId="2730253842" sldId="542"/>
        </pc:sldMkLst>
      </pc:sldChg>
      <pc:sldChg chg="modSp new mod">
        <pc:chgData name="Steven M Christey" userId="f24da668-4c1f-41c0-850e-113e2bdf78cf" providerId="ADAL" clId="{19F25D5F-252C-424D-A52E-D5D089ECF2C6}" dt="2025-01-31T15:49:39.485" v="1472" actId="20577"/>
        <pc:sldMkLst>
          <pc:docMk/>
          <pc:sldMk cId="373026186" sldId="543"/>
        </pc:sldMkLst>
      </pc:sldChg>
      <pc:sldChg chg="modSp new mod">
        <pc:chgData name="Steven M Christey" userId="f24da668-4c1f-41c0-850e-113e2bdf78cf" providerId="ADAL" clId="{19F25D5F-252C-424D-A52E-D5D089ECF2C6}" dt="2025-01-31T15:51:20.340" v="1543" actId="20577"/>
        <pc:sldMkLst>
          <pc:docMk/>
          <pc:sldMk cId="1696381557" sldId="54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8/1/2025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8/1/2025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ve.mitre.org/cgi-bin/cvekey.cgi?keyword=AI" TargetMode="External"/><Relationship Id="rId2" Type="http://schemas.openxmlformats.org/officeDocument/2006/relationships/hyperlink" Target="https://cve.mitre.org/cgi-bin/cvekey.cgi?keyword=machine+lear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August 1,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Detailed discussion: getting examples of “general” CWEs that affect AI/ML products</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endParaRPr lang="en-US" dirty="0">
              <a:latin typeface="Tahoma"/>
              <a:ea typeface="Tahoma"/>
              <a:cs typeface="Tahoma"/>
            </a:endParaRPr>
          </a:p>
          <a:p>
            <a:pPr marL="307975" indent="-307975"/>
            <a:r>
              <a:rPr lang="en-US" dirty="0">
                <a:latin typeface="Tahoma"/>
                <a:ea typeface="Tahoma"/>
                <a:cs typeface="Tahoma"/>
              </a:rPr>
              <a:t>CDR was made public with CWE 4.17 release</a:t>
            </a:r>
          </a:p>
          <a:p>
            <a:pPr marL="685922" lvl="1" indent="-307975"/>
            <a:r>
              <a:rPr lang="en-US" dirty="0">
                <a:latin typeface="Tahoma"/>
                <a:ea typeface="Tahoma"/>
                <a:cs typeface="Tahoma"/>
              </a:rPr>
              <a:t>registration no longer required</a:t>
            </a:r>
            <a:endParaRPr lang="en-US" dirty="0"/>
          </a:p>
          <a:p>
            <a:pPr marL="0" indent="0">
              <a:buNone/>
            </a:pPr>
            <a:endParaRPr lang="en-US" dirty="0">
              <a:latin typeface="Tahoma"/>
              <a:ea typeface="Tahoma"/>
              <a:cs typeface="Tahoma"/>
            </a:endParaRPr>
          </a:p>
          <a:p>
            <a:pPr marL="307975" indent="-307975"/>
            <a:r>
              <a:rPr lang="en-US" dirty="0">
                <a:latin typeface="Tahoma"/>
                <a:ea typeface="Tahoma"/>
                <a:cs typeface="Tahoma"/>
              </a:rPr>
              <a:t>Next CWE release: end of August 2025</a:t>
            </a:r>
          </a:p>
          <a:p>
            <a:pPr marL="307975"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685287" lvl="1" indent="-303530"/>
            <a:r>
              <a:rPr lang="en-US" dirty="0"/>
              <a:t>Erick, Steve, Alec to follow up with volunteers</a:t>
            </a:r>
          </a:p>
          <a:p>
            <a:pPr marL="685287" lvl="1" indent="-303530"/>
            <a:r>
              <a:rPr lang="en-US" dirty="0"/>
              <a:t>Target: end of </a:t>
            </a:r>
            <a:r>
              <a:rPr lang="en-US" strike="sngStrike" dirty="0"/>
              <a:t>May</a:t>
            </a:r>
            <a:r>
              <a:rPr lang="en-US" dirty="0"/>
              <a:t> June</a:t>
            </a:r>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25669-F833-970A-1992-544784B7D974}"/>
              </a:ext>
            </a:extLst>
          </p:cNvPr>
          <p:cNvSpPr>
            <a:spLocks noGrp="1"/>
          </p:cNvSpPr>
          <p:nvPr>
            <p:ph type="title"/>
          </p:nvPr>
        </p:nvSpPr>
        <p:spPr/>
        <p:txBody>
          <a:bodyPr/>
          <a:lstStyle/>
          <a:p>
            <a:r>
              <a:rPr lang="en-US" dirty="0"/>
              <a:t>Identifying Observed / Demonstrative Examples for “General” CWEs</a:t>
            </a:r>
          </a:p>
        </p:txBody>
      </p:sp>
      <p:sp>
        <p:nvSpPr>
          <p:cNvPr id="3" name="Content Placeholder 2">
            <a:extLst>
              <a:ext uri="{FF2B5EF4-FFF2-40B4-BE49-F238E27FC236}">
                <a16:creationId xmlns:a16="http://schemas.microsoft.com/office/drawing/2014/main" id="{7EFAFBE8-5E16-E04A-7DAB-45787517A39B}"/>
              </a:ext>
            </a:extLst>
          </p:cNvPr>
          <p:cNvSpPr>
            <a:spLocks noGrp="1"/>
          </p:cNvSpPr>
          <p:nvPr>
            <p:ph idx="1"/>
          </p:nvPr>
        </p:nvSpPr>
        <p:spPr/>
        <p:txBody>
          <a:bodyPr/>
          <a:lstStyle/>
          <a:p>
            <a:r>
              <a:rPr lang="en-US" dirty="0"/>
              <a:t>Situation</a:t>
            </a:r>
          </a:p>
          <a:p>
            <a:pPr lvl="1"/>
            <a:r>
              <a:rPr lang="en-US" dirty="0"/>
              <a:t>In CWE 4.17, only 5 general CWEs are tagged as affecting AI/ML</a:t>
            </a:r>
          </a:p>
          <a:p>
            <a:pPr lvl="1"/>
            <a:r>
              <a:rPr lang="en-US" dirty="0"/>
              <a:t>Since AI/ML is software, it could be subject to nearly all 900+ weaknesses</a:t>
            </a:r>
          </a:p>
          <a:p>
            <a:r>
              <a:rPr lang="en-US" dirty="0"/>
              <a:t>Goal: determine other general CWEs that seem to appear frequently in AI/ML components</a:t>
            </a:r>
          </a:p>
          <a:p>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F5D6B844-F72B-D887-A4D9-DC6A34A894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0050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0CA-6763-4400-FCCA-3F2157F96EB7}"/>
              </a:ext>
            </a:extLst>
          </p:cNvPr>
          <p:cNvSpPr>
            <a:spLocks noGrp="1"/>
          </p:cNvSpPr>
          <p:nvPr>
            <p:ph type="title"/>
          </p:nvPr>
        </p:nvSpPr>
        <p:spPr/>
        <p:txBody>
          <a:bodyPr/>
          <a:lstStyle/>
          <a:p>
            <a:r>
              <a:rPr lang="en-US" dirty="0"/>
              <a:t>Basic Process</a:t>
            </a:r>
          </a:p>
        </p:txBody>
      </p:sp>
      <p:sp>
        <p:nvSpPr>
          <p:cNvPr id="3" name="Content Placeholder 2">
            <a:extLst>
              <a:ext uri="{FF2B5EF4-FFF2-40B4-BE49-F238E27FC236}">
                <a16:creationId xmlns:a16="http://schemas.microsoft.com/office/drawing/2014/main" id="{4A033DD5-32AD-7AE1-9DFB-65D4DE1C2C70}"/>
              </a:ext>
            </a:extLst>
          </p:cNvPr>
          <p:cNvSpPr>
            <a:spLocks noGrp="1"/>
          </p:cNvSpPr>
          <p:nvPr>
            <p:ph idx="1"/>
          </p:nvPr>
        </p:nvSpPr>
        <p:spPr/>
        <p:txBody>
          <a:bodyPr/>
          <a:lstStyle/>
          <a:p>
            <a:r>
              <a:rPr lang="en-US" dirty="0"/>
              <a:t>Academic research / papers</a:t>
            </a:r>
          </a:p>
          <a:p>
            <a:pPr lvl="1"/>
            <a:r>
              <a:rPr lang="en-US" dirty="0"/>
              <a:t>Anything about common flaws in AI/ML systems?</a:t>
            </a:r>
          </a:p>
          <a:p>
            <a:r>
              <a:rPr lang="en-US" dirty="0"/>
              <a:t>Identify CVEs that affect AI/ML products</a:t>
            </a:r>
          </a:p>
          <a:p>
            <a:r>
              <a:rPr lang="en-US" dirty="0"/>
              <a:t>Determine what their CWEs are</a:t>
            </a:r>
          </a:p>
          <a:p>
            <a:r>
              <a:rPr lang="en-US" dirty="0"/>
              <a:t>Identify most common CWEs across the data set</a:t>
            </a:r>
          </a:p>
          <a:p>
            <a:r>
              <a:rPr lang="en-US" dirty="0"/>
              <a:t>Update those CWEs to:</a:t>
            </a:r>
          </a:p>
          <a:p>
            <a:pPr lvl="1"/>
            <a:r>
              <a:rPr lang="en-US" dirty="0"/>
              <a:t>Identify AI/ML in Affected Platforms</a:t>
            </a:r>
          </a:p>
          <a:p>
            <a:pPr lvl="1"/>
            <a:r>
              <a:rPr lang="en-US" dirty="0"/>
              <a:t>Identify the “best” CVEs to use as observed examples</a:t>
            </a:r>
          </a:p>
          <a:p>
            <a:pPr lvl="2"/>
            <a:r>
              <a:rPr lang="en-US" dirty="0"/>
              <a:t>(most easily understandable with good details)</a:t>
            </a:r>
          </a:p>
          <a:p>
            <a:pPr lvl="1"/>
            <a:r>
              <a:rPr lang="en-US" dirty="0"/>
              <a:t>Include AI-specific demonstrative examples</a:t>
            </a:r>
          </a:p>
          <a:p>
            <a:endParaRPr lang="en-US" dirty="0"/>
          </a:p>
          <a:p>
            <a:endParaRPr lang="en-US" dirty="0"/>
          </a:p>
        </p:txBody>
      </p:sp>
      <p:sp>
        <p:nvSpPr>
          <p:cNvPr id="4" name="Slide Number Placeholder 3">
            <a:extLst>
              <a:ext uri="{FF2B5EF4-FFF2-40B4-BE49-F238E27FC236}">
                <a16:creationId xmlns:a16="http://schemas.microsoft.com/office/drawing/2014/main" id="{3E1B6534-6D65-4A9E-CB30-D3E7DC8870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618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0102-363E-AC4D-4485-4FE896DE2933}"/>
              </a:ext>
            </a:extLst>
          </p:cNvPr>
          <p:cNvSpPr>
            <a:spLocks noGrp="1"/>
          </p:cNvSpPr>
          <p:nvPr>
            <p:ph type="title"/>
          </p:nvPr>
        </p:nvSpPr>
        <p:spPr/>
        <p:txBody>
          <a:bodyPr/>
          <a:lstStyle/>
          <a:p>
            <a:r>
              <a:rPr lang="en-US" dirty="0"/>
              <a:t>Initial Investigation – from May</a:t>
            </a:r>
          </a:p>
        </p:txBody>
      </p:sp>
      <p:sp>
        <p:nvSpPr>
          <p:cNvPr id="3" name="Content Placeholder 2">
            <a:extLst>
              <a:ext uri="{FF2B5EF4-FFF2-40B4-BE49-F238E27FC236}">
                <a16:creationId xmlns:a16="http://schemas.microsoft.com/office/drawing/2014/main" id="{F411DD74-4E7B-F870-E54F-D57535ABCAB2}"/>
              </a:ext>
            </a:extLst>
          </p:cNvPr>
          <p:cNvSpPr>
            <a:spLocks noGrp="1"/>
          </p:cNvSpPr>
          <p:nvPr>
            <p:ph idx="1"/>
          </p:nvPr>
        </p:nvSpPr>
        <p:spPr/>
        <p:txBody>
          <a:bodyPr/>
          <a:lstStyle/>
          <a:p>
            <a:r>
              <a:rPr lang="en-US" dirty="0"/>
              <a:t>Did some keyword searches on CVE for “AI”, “ML”, “machine learning”, etc.</a:t>
            </a:r>
          </a:p>
          <a:p>
            <a:pPr lvl="1"/>
            <a:r>
              <a:rPr lang="en-US" dirty="0"/>
              <a:t>Hundreds of possibilities</a:t>
            </a:r>
          </a:p>
          <a:p>
            <a:pPr lvl="1"/>
            <a:r>
              <a:rPr lang="en-US" dirty="0"/>
              <a:t>100+ just for TensorFlow ;-)</a:t>
            </a:r>
          </a:p>
          <a:p>
            <a:pPr lvl="1"/>
            <a:r>
              <a:rPr lang="en-US" dirty="0"/>
              <a:t>Many kinds of AI “products”</a:t>
            </a:r>
          </a:p>
          <a:p>
            <a:endParaRPr lang="en-US" dirty="0"/>
          </a:p>
          <a:p>
            <a:r>
              <a:rPr lang="en-US" dirty="0">
                <a:hlinkClick r:id="rId2"/>
              </a:rPr>
              <a:t>https://cve.mitre.org/cgi-bin/cvekey.cgi?keyword=machine+learning</a:t>
            </a:r>
            <a:r>
              <a:rPr lang="en-US" dirty="0"/>
              <a:t> (418 CVEs)</a:t>
            </a:r>
          </a:p>
          <a:p>
            <a:r>
              <a:rPr lang="en-US" dirty="0">
                <a:hlinkClick r:id="rId3"/>
              </a:rPr>
              <a:t>https://cve.mitre.org/cgi-bin/cvekey.cgi?keyword=AI</a:t>
            </a:r>
            <a:r>
              <a:rPr lang="en-US" dirty="0"/>
              <a:t> (391 CVEs)</a:t>
            </a:r>
          </a:p>
          <a:p>
            <a:endParaRPr lang="en-US" dirty="0"/>
          </a:p>
          <a:p>
            <a:endParaRPr lang="en-US" dirty="0"/>
          </a:p>
        </p:txBody>
      </p:sp>
      <p:sp>
        <p:nvSpPr>
          <p:cNvPr id="4" name="Slide Number Placeholder 3">
            <a:extLst>
              <a:ext uri="{FF2B5EF4-FFF2-40B4-BE49-F238E27FC236}">
                <a16:creationId xmlns:a16="http://schemas.microsoft.com/office/drawing/2014/main" id="{A677A7F4-4687-B9D7-3CDF-C5BD98B7571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73346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1374B-E102-0B89-DDC9-963A7E0B8082}"/>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06B667B9-DD36-BB17-870B-FF0BFBE328F5}"/>
              </a:ext>
            </a:extLst>
          </p:cNvPr>
          <p:cNvSpPr>
            <a:spLocks noGrp="1"/>
          </p:cNvSpPr>
          <p:nvPr>
            <p:ph idx="1"/>
          </p:nvPr>
        </p:nvSpPr>
        <p:spPr/>
        <p:txBody>
          <a:bodyPr/>
          <a:lstStyle/>
          <a:p>
            <a:r>
              <a:rPr lang="en-US" sz="1400" dirty="0"/>
              <a:t>Discussed in the May meeting</a:t>
            </a:r>
          </a:p>
          <a:p>
            <a:r>
              <a:rPr lang="en-US" sz="1400" dirty="0"/>
              <a:t>ML Platforms</a:t>
            </a:r>
          </a:p>
          <a:p>
            <a:pPr lvl="1"/>
            <a:r>
              <a:rPr lang="en-US" sz="1400" dirty="0"/>
              <a:t>TensorFlow (400+ CVEs), H20, </a:t>
            </a:r>
            <a:r>
              <a:rPr lang="en-US" sz="1400" dirty="0" err="1"/>
              <a:t>PyTorch</a:t>
            </a:r>
            <a:r>
              <a:rPr lang="en-US" sz="1400" dirty="0"/>
              <a:t>, JAX, </a:t>
            </a:r>
            <a:r>
              <a:rPr lang="en-US" sz="1400" dirty="0" err="1">
                <a:solidFill>
                  <a:srgbClr val="FF0000"/>
                </a:solidFill>
                <a:highlight>
                  <a:srgbClr val="FFFF00"/>
                </a:highlight>
              </a:rPr>
              <a:t>LMStudio</a:t>
            </a:r>
            <a:r>
              <a:rPr lang="en-US" sz="1400" dirty="0">
                <a:solidFill>
                  <a:srgbClr val="FF0000"/>
                </a:solidFill>
                <a:highlight>
                  <a:srgbClr val="FFFF00"/>
                </a:highlight>
              </a:rPr>
              <a:t>, </a:t>
            </a:r>
            <a:r>
              <a:rPr lang="en-US" sz="1400" dirty="0" err="1">
                <a:solidFill>
                  <a:srgbClr val="FF0000"/>
                </a:solidFill>
                <a:highlight>
                  <a:srgbClr val="FFFF00"/>
                </a:highlight>
              </a:rPr>
              <a:t>OLlama</a:t>
            </a:r>
            <a:endParaRPr lang="en-US" sz="1400" dirty="0">
              <a:solidFill>
                <a:srgbClr val="FF0000"/>
              </a:solidFill>
              <a:highlight>
                <a:srgbClr val="FFFF00"/>
              </a:highlight>
            </a:endParaRPr>
          </a:p>
          <a:p>
            <a:r>
              <a:rPr lang="en-US" sz="1400" dirty="0"/>
              <a:t>(other examples during meeting)</a:t>
            </a:r>
          </a:p>
          <a:p>
            <a:pPr lvl="1"/>
            <a:r>
              <a:rPr lang="en-US" sz="1400" dirty="0" err="1"/>
              <a:t>HuggingFace</a:t>
            </a:r>
            <a:r>
              <a:rPr lang="en-US" sz="1400" dirty="0"/>
              <a:t> – “friendly” API/SDK similar to GitHub; one example of a “model provider”. (Also Nemo)</a:t>
            </a:r>
          </a:p>
          <a:p>
            <a:pPr lvl="1"/>
            <a:r>
              <a:rPr lang="en-US" sz="1400" dirty="0" err="1"/>
              <a:t>vLLM</a:t>
            </a:r>
            <a:r>
              <a:rPr lang="en-US" sz="1400" dirty="0"/>
              <a:t>, TRT-LLM (</a:t>
            </a:r>
            <a:r>
              <a:rPr lang="en-US" sz="1400" dirty="0" err="1"/>
              <a:t>TensorRT</a:t>
            </a:r>
            <a:r>
              <a:rPr lang="en-US" sz="1400" dirty="0"/>
              <a:t>-LLM) – “model-serving frameworks” – servers that handle distribution, load balancing, etc., and provide APIs</a:t>
            </a:r>
          </a:p>
          <a:p>
            <a:pPr lvl="1"/>
            <a:r>
              <a:rPr lang="en-US" sz="1400" dirty="0" err="1"/>
              <a:t>MLFlow</a:t>
            </a:r>
            <a:endParaRPr lang="en-US" sz="1400" dirty="0"/>
          </a:p>
          <a:p>
            <a:pPr lvl="1"/>
            <a:r>
              <a:rPr lang="en-US" sz="1400" dirty="0">
                <a:highlight>
                  <a:srgbClr val="FFFF00"/>
                </a:highlight>
              </a:rPr>
              <a:t>Google Vertex AI is another, Amazon </a:t>
            </a:r>
            <a:r>
              <a:rPr lang="en-US" sz="1400" dirty="0" err="1">
                <a:highlight>
                  <a:srgbClr val="FFFF00"/>
                </a:highlight>
              </a:rPr>
              <a:t>Sagemaker</a:t>
            </a:r>
            <a:r>
              <a:rPr lang="en-US" sz="1400" dirty="0">
                <a:highlight>
                  <a:srgbClr val="FFFF00"/>
                </a:highlight>
              </a:rPr>
              <a:t>, and IBM Watson Studio</a:t>
            </a:r>
          </a:p>
          <a:p>
            <a:pPr lvl="1"/>
            <a:r>
              <a:rPr lang="en-US" sz="1400" dirty="0">
                <a:highlight>
                  <a:srgbClr val="FFFF00"/>
                </a:highlight>
              </a:rPr>
              <a:t>Kaggle, Microsoft </a:t>
            </a:r>
            <a:r>
              <a:rPr lang="en-US" sz="1400" dirty="0" err="1">
                <a:highlight>
                  <a:srgbClr val="FFFF00"/>
                </a:highlight>
              </a:rPr>
              <a:t>AutoML</a:t>
            </a:r>
            <a:r>
              <a:rPr lang="en-US" sz="1400" dirty="0">
                <a:highlight>
                  <a:srgbClr val="FFFF00"/>
                </a:highlight>
              </a:rPr>
              <a:t>, </a:t>
            </a:r>
            <a:r>
              <a:rPr lang="en-US" sz="1400" dirty="0" err="1">
                <a:highlight>
                  <a:srgbClr val="FFFF00"/>
                </a:highlight>
              </a:rPr>
              <a:t>LMStudio</a:t>
            </a:r>
            <a:r>
              <a:rPr lang="en-US" sz="1400" dirty="0">
                <a:highlight>
                  <a:srgbClr val="FFFF00"/>
                </a:highlight>
              </a:rPr>
              <a:t> </a:t>
            </a:r>
          </a:p>
          <a:p>
            <a:r>
              <a:rPr lang="en-US" sz="1400" dirty="0"/>
              <a:t>Libraries / SDKs</a:t>
            </a:r>
          </a:p>
          <a:p>
            <a:pPr lvl="1"/>
            <a:r>
              <a:rPr lang="en-US" sz="1400" dirty="0" err="1"/>
              <a:t>Gradio</a:t>
            </a:r>
            <a:r>
              <a:rPr lang="en-US" sz="1400" dirty="0"/>
              <a:t>, </a:t>
            </a:r>
            <a:r>
              <a:rPr lang="en-US" sz="1400" dirty="0" err="1"/>
              <a:t>ZenML</a:t>
            </a:r>
            <a:r>
              <a:rPr lang="en-US" sz="1400" dirty="0"/>
              <a:t>, </a:t>
            </a:r>
            <a:r>
              <a:rPr lang="en-US" sz="1400" dirty="0" err="1"/>
              <a:t>Taipy</a:t>
            </a:r>
            <a:r>
              <a:rPr lang="en-US" sz="1400" dirty="0"/>
              <a:t>, ACON,, </a:t>
            </a:r>
            <a:r>
              <a:rPr lang="en-US" sz="1400" dirty="0" err="1">
                <a:highlight>
                  <a:srgbClr val="FFFF00"/>
                </a:highlight>
              </a:rPr>
              <a:t>HuggingFace</a:t>
            </a:r>
            <a:r>
              <a:rPr lang="en-US" sz="1400" dirty="0">
                <a:highlight>
                  <a:srgbClr val="FFFF00"/>
                </a:highlight>
              </a:rPr>
              <a:t> Transformer, KERAS, data-science-centric libraries like (Scikit-learn, </a:t>
            </a:r>
            <a:r>
              <a:rPr lang="en-US" sz="1400" dirty="0" err="1">
                <a:highlight>
                  <a:srgbClr val="FFFF00"/>
                </a:highlight>
              </a:rPr>
              <a:t>numpy</a:t>
            </a:r>
            <a:r>
              <a:rPr lang="en-US" sz="1400" dirty="0">
                <a:highlight>
                  <a:srgbClr val="FFFF00"/>
                </a:highlight>
              </a:rPr>
              <a:t>, </a:t>
            </a:r>
            <a:r>
              <a:rPr lang="en-US" sz="1400" dirty="0" err="1">
                <a:highlight>
                  <a:srgbClr val="FFFF00"/>
                </a:highlight>
              </a:rPr>
              <a:t>matplot</a:t>
            </a:r>
            <a:r>
              <a:rPr lang="en-US" sz="1400" dirty="0">
                <a:highlight>
                  <a:srgbClr val="FFFF00"/>
                </a:highlight>
              </a:rPr>
              <a:t> lib)</a:t>
            </a:r>
          </a:p>
          <a:p>
            <a:r>
              <a:rPr lang="en-US" sz="1400" dirty="0"/>
              <a:t>Frameworks</a:t>
            </a:r>
          </a:p>
          <a:p>
            <a:pPr lvl="1"/>
            <a:r>
              <a:rPr lang="en-US" sz="1400" dirty="0"/>
              <a:t>Rasa, </a:t>
            </a:r>
            <a:r>
              <a:rPr lang="en-US" sz="1400" dirty="0" err="1">
                <a:highlight>
                  <a:srgbClr val="FFFF00"/>
                </a:highlight>
              </a:rPr>
              <a:t>DialogFlowCX</a:t>
            </a:r>
            <a:r>
              <a:rPr lang="en-US" sz="1400" dirty="0">
                <a:highlight>
                  <a:srgbClr val="FFFF00"/>
                </a:highlight>
              </a:rPr>
              <a:t>, </a:t>
            </a:r>
            <a:r>
              <a:rPr lang="en-US" sz="1400" dirty="0" err="1">
                <a:highlight>
                  <a:srgbClr val="FFFF00"/>
                </a:highlight>
              </a:rPr>
              <a:t>LangChain</a:t>
            </a:r>
            <a:r>
              <a:rPr lang="en-US" sz="1400" dirty="0">
                <a:highlight>
                  <a:srgbClr val="FFFF00"/>
                </a:highlight>
              </a:rPr>
              <a:t> framework for agentic AI, </a:t>
            </a:r>
            <a:r>
              <a:rPr lang="en-US" sz="1400" dirty="0" err="1">
                <a:highlight>
                  <a:srgbClr val="FFFF00"/>
                </a:highlight>
              </a:rPr>
              <a:t>Onnx</a:t>
            </a:r>
            <a:r>
              <a:rPr lang="en-US" sz="1400" dirty="0">
                <a:highlight>
                  <a:srgbClr val="FFFF00"/>
                </a:highlight>
              </a:rPr>
              <a:t>, </a:t>
            </a:r>
            <a:r>
              <a:rPr lang="en-US" sz="1400" dirty="0" err="1">
                <a:highlight>
                  <a:srgbClr val="FFFF00"/>
                </a:highlight>
              </a:rPr>
              <a:t>DeepPavlov</a:t>
            </a:r>
            <a:r>
              <a:rPr lang="en-US" sz="1400" dirty="0">
                <a:highlight>
                  <a:srgbClr val="FFFF00"/>
                </a:highlight>
              </a:rPr>
              <a:t>, Vision models like YOLO</a:t>
            </a:r>
          </a:p>
          <a:p>
            <a:r>
              <a:rPr lang="en-US" sz="1400" dirty="0"/>
              <a:t>The models themselves (</a:t>
            </a:r>
            <a:r>
              <a:rPr lang="en-US" sz="1400" dirty="0" err="1">
                <a:highlight>
                  <a:srgbClr val="FFFF00"/>
                </a:highlight>
              </a:rPr>
              <a:t>LLama</a:t>
            </a:r>
            <a:r>
              <a:rPr lang="en-US" sz="1400" dirty="0">
                <a:highlight>
                  <a:srgbClr val="FFFF00"/>
                </a:highlight>
              </a:rPr>
              <a:t>, </a:t>
            </a:r>
            <a:r>
              <a:rPr lang="en-US" sz="1400" dirty="0" err="1">
                <a:highlight>
                  <a:srgbClr val="FFFF00"/>
                </a:highlight>
              </a:rPr>
              <a:t>Deepseek</a:t>
            </a:r>
            <a:r>
              <a:rPr lang="en-US" sz="1400" dirty="0">
                <a:highlight>
                  <a:srgbClr val="FFFF00"/>
                </a:highlight>
              </a:rPr>
              <a:t>, Claude, Mistral, GPT family, Gemini, Grok, Qwen</a:t>
            </a:r>
            <a:r>
              <a:rPr lang="en-US" sz="1400" dirty="0"/>
              <a:t>). Consider open-source versus hosted, where versions might be better tracked/stable in OSS</a:t>
            </a:r>
          </a:p>
          <a:p>
            <a:r>
              <a:rPr lang="en-US" sz="1400" dirty="0" err="1"/>
              <a:t>HuggingFace</a:t>
            </a:r>
            <a:r>
              <a:rPr lang="en-US" sz="1400" dirty="0"/>
              <a:t> and Black Duck are doing some work in the supply-chain area. Linux / SSF is working in AI BOMs</a:t>
            </a:r>
          </a:p>
          <a:p>
            <a:r>
              <a:rPr lang="en-US" sz="1400" dirty="0"/>
              <a:t>Can auto-load models – subverting that could cause some damage</a:t>
            </a:r>
          </a:p>
          <a:p>
            <a:r>
              <a:rPr lang="en-US" sz="1400" dirty="0"/>
              <a:t>“AI features” in various products</a:t>
            </a:r>
          </a:p>
        </p:txBody>
      </p:sp>
      <p:sp>
        <p:nvSpPr>
          <p:cNvPr id="4" name="Slide Number Placeholder 3">
            <a:extLst>
              <a:ext uri="{FF2B5EF4-FFF2-40B4-BE49-F238E27FC236}">
                <a16:creationId xmlns:a16="http://schemas.microsoft.com/office/drawing/2014/main" id="{0A6FD7BE-7997-F375-33CB-01C3283C946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640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69B4-6195-612A-07B5-84AE5DFC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5CFAA-BDEE-F107-6B4E-BA25EFBB9056}"/>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3D12BCC4-D733-3132-B1C9-9FACDE9BF72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a:t>
            </a:r>
            <a:r>
              <a:rPr lang="en-US" sz="1200" dirty="0">
                <a:highlight>
                  <a:srgbClr val="FFFF00"/>
                </a:highlight>
              </a:rPr>
              <a:t>Grammarly, Jasper AI, napkin AI, Adobe Firefly, Canva, CoPilot, Perplexity, Gemini, ChatGPT, </a:t>
            </a:r>
            <a:r>
              <a:rPr lang="en-US" sz="1200" dirty="0" err="1">
                <a:highlight>
                  <a:srgbClr val="FFFF00"/>
                </a:highlight>
              </a:rPr>
              <a:t>notebookLM</a:t>
            </a:r>
            <a:r>
              <a:rPr lang="en-US" sz="1200" dirty="0">
                <a:highlight>
                  <a:srgbClr val="FFFF00"/>
                </a:highlight>
              </a:rPr>
              <a:t>, Amazon Kiro</a:t>
            </a:r>
          </a:p>
          <a:p>
            <a:r>
              <a:rPr lang="en-US" sz="1200" dirty="0"/>
              <a:t>Plugins</a:t>
            </a:r>
          </a:p>
          <a:p>
            <a:pPr lvl="1"/>
            <a:r>
              <a:rPr lang="en-US" sz="1200" dirty="0">
                <a:highlight>
                  <a:srgbClr val="FFFF00"/>
                </a:highlight>
              </a:rPr>
              <a:t>Google </a:t>
            </a:r>
            <a:r>
              <a:rPr lang="en-US" sz="1200" dirty="0" err="1">
                <a:highlight>
                  <a:srgbClr val="FFFF00"/>
                </a:highlight>
              </a:rPr>
              <a:t>Colab</a:t>
            </a:r>
            <a:r>
              <a:rPr lang="en-US" sz="1200" dirty="0">
                <a:highlight>
                  <a:srgbClr val="FFFF00"/>
                </a:highlight>
              </a:rPr>
              <a:t> (maybe not a plugin per se), </a:t>
            </a:r>
            <a:r>
              <a:rPr lang="en-US" sz="1200" dirty="0" err="1">
                <a:highlight>
                  <a:srgbClr val="FFFF00"/>
                </a:highlight>
              </a:rPr>
              <a:t>Jupyter</a:t>
            </a:r>
            <a:r>
              <a:rPr lang="en-US" sz="1200" dirty="0">
                <a:highlight>
                  <a:srgbClr val="FFFF00"/>
                </a:highlight>
              </a:rPr>
              <a:t> notebook</a:t>
            </a:r>
          </a:p>
          <a:p>
            <a:pPr lvl="1"/>
            <a:r>
              <a:rPr lang="en-US" sz="1200" dirty="0"/>
              <a:t>When using ChatGPT, you can select plugins (e.g. Leonardo </a:t>
            </a:r>
            <a:r>
              <a:rPr lang="en-US" sz="1200" dirty="0">
                <a:highlight>
                  <a:srgbClr val="FFFF00"/>
                </a:highlight>
              </a:rPr>
              <a:t>and Dall-E</a:t>
            </a:r>
            <a:r>
              <a:rPr lang="en-US" sz="1200" dirty="0"/>
              <a:t> for image generation) to help with generation</a:t>
            </a:r>
          </a:p>
          <a:p>
            <a:pPr lvl="1"/>
            <a:r>
              <a:rPr lang="en-US" sz="1200" dirty="0"/>
              <a:t>Agents - </a:t>
            </a:r>
            <a:r>
              <a:rPr lang="en-US" sz="1200" dirty="0">
                <a:highlight>
                  <a:srgbClr val="FFFF00"/>
                </a:highlight>
              </a:rPr>
              <a:t>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highlight>
                  <a:srgbClr val="FFFF00"/>
                </a:highlight>
              </a:rPr>
              <a:t>Chatterbot, </a:t>
            </a:r>
            <a:r>
              <a:rPr lang="en-US" sz="1200" dirty="0" err="1">
                <a:highlight>
                  <a:srgbClr val="FFFF00"/>
                </a:highlight>
              </a:rPr>
              <a:t>BotPress</a:t>
            </a:r>
            <a:endParaRPr lang="en-US" sz="1200" dirty="0">
              <a:highlight>
                <a:srgbClr val="FFFF00"/>
              </a:highlight>
            </a:endParaRPr>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D913C183-D1C6-E906-1431-5448F6E529B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405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A01C-787D-7610-3D16-2F66D3573FDE}"/>
              </a:ext>
            </a:extLst>
          </p:cNvPr>
          <p:cNvSpPr>
            <a:spLocks noGrp="1"/>
          </p:cNvSpPr>
          <p:nvPr>
            <p:ph type="title"/>
          </p:nvPr>
        </p:nvSpPr>
        <p:spPr/>
        <p:txBody>
          <a:bodyPr/>
          <a:lstStyle/>
          <a:p>
            <a:r>
              <a:rPr lang="en-US" dirty="0"/>
              <a:t>CVE-Driven Analysis</a:t>
            </a:r>
          </a:p>
        </p:txBody>
      </p:sp>
      <p:sp>
        <p:nvSpPr>
          <p:cNvPr id="3" name="Content Placeholder 2">
            <a:extLst>
              <a:ext uri="{FF2B5EF4-FFF2-40B4-BE49-F238E27FC236}">
                <a16:creationId xmlns:a16="http://schemas.microsoft.com/office/drawing/2014/main" id="{77F1E062-A3B2-3DB3-817C-35C41779241B}"/>
              </a:ext>
            </a:extLst>
          </p:cNvPr>
          <p:cNvSpPr>
            <a:spLocks noGrp="1"/>
          </p:cNvSpPr>
          <p:nvPr>
            <p:ph idx="1"/>
          </p:nvPr>
        </p:nvSpPr>
        <p:spPr/>
        <p:txBody>
          <a:bodyPr/>
          <a:lstStyle/>
          <a:p>
            <a:r>
              <a:rPr lang="en-US" dirty="0"/>
              <a:t>Identify “classes” / groups of products to look at</a:t>
            </a:r>
          </a:p>
          <a:p>
            <a:pPr lvl="1"/>
            <a:r>
              <a:rPr lang="en-US" dirty="0"/>
              <a:t>Already done</a:t>
            </a:r>
          </a:p>
          <a:p>
            <a:r>
              <a:rPr lang="en-US" dirty="0"/>
              <a:t>Identify specific product names</a:t>
            </a:r>
          </a:p>
          <a:p>
            <a:pPr lvl="1"/>
            <a:r>
              <a:rPr lang="en-US" dirty="0"/>
              <a:t>Already done?</a:t>
            </a:r>
          </a:p>
          <a:p>
            <a:r>
              <a:rPr lang="en-US" dirty="0"/>
              <a:t>Obtain the CVE “target list”</a:t>
            </a:r>
          </a:p>
          <a:p>
            <a:pPr lvl="1"/>
            <a:r>
              <a:rPr lang="en-US" dirty="0"/>
              <a:t>Any CVE with the given product names</a:t>
            </a:r>
          </a:p>
          <a:p>
            <a:r>
              <a:rPr lang="en-US" dirty="0"/>
              <a:t>Extract CWEs</a:t>
            </a:r>
          </a:p>
          <a:p>
            <a:pPr lvl="1"/>
            <a:r>
              <a:rPr lang="en-US" dirty="0"/>
              <a:t>Mappings can be inaccurate</a:t>
            </a:r>
          </a:p>
          <a:p>
            <a:r>
              <a:rPr lang="en-US" dirty="0"/>
              <a:t>Data review</a:t>
            </a:r>
          </a:p>
          <a:p>
            <a:pPr lvl="1"/>
            <a:r>
              <a:rPr lang="en-US" dirty="0"/>
              <a:t>Most common CWEs</a:t>
            </a:r>
          </a:p>
          <a:p>
            <a:r>
              <a:rPr lang="en-US" dirty="0"/>
              <a:t>Prioritize CWEs to update</a:t>
            </a:r>
          </a:p>
          <a:p>
            <a:endParaRPr lang="en-US" dirty="0"/>
          </a:p>
        </p:txBody>
      </p:sp>
      <p:sp>
        <p:nvSpPr>
          <p:cNvPr id="4" name="Slide Number Placeholder 3">
            <a:extLst>
              <a:ext uri="{FF2B5EF4-FFF2-40B4-BE49-F238E27FC236}">
                <a16:creationId xmlns:a16="http://schemas.microsoft.com/office/drawing/2014/main" id="{A5E1ACF2-BDC1-BB00-BF96-2C06D361F8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54040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F2BB-D1D3-7458-9F48-439EF2FE3483}"/>
              </a:ext>
            </a:extLst>
          </p:cNvPr>
          <p:cNvSpPr>
            <a:spLocks noGrp="1"/>
          </p:cNvSpPr>
          <p:nvPr>
            <p:ph type="title"/>
          </p:nvPr>
        </p:nvSpPr>
        <p:spPr/>
        <p:txBody>
          <a:bodyPr/>
          <a:lstStyle/>
          <a:p>
            <a:r>
              <a:rPr lang="en-US" dirty="0"/>
              <a:t>Anecdotal Observations of Common Weaknesses</a:t>
            </a:r>
          </a:p>
        </p:txBody>
      </p:sp>
      <p:sp>
        <p:nvSpPr>
          <p:cNvPr id="3" name="Content Placeholder 2">
            <a:extLst>
              <a:ext uri="{FF2B5EF4-FFF2-40B4-BE49-F238E27FC236}">
                <a16:creationId xmlns:a16="http://schemas.microsoft.com/office/drawing/2014/main" id="{BBCBA22B-D692-268F-86DD-891216B01686}"/>
              </a:ext>
            </a:extLst>
          </p:cNvPr>
          <p:cNvSpPr>
            <a:spLocks noGrp="1"/>
          </p:cNvSpPr>
          <p:nvPr>
            <p:ph idx="1"/>
          </p:nvPr>
        </p:nvSpPr>
        <p:spPr/>
        <p:txBody>
          <a:bodyPr/>
          <a:lstStyle/>
          <a:p>
            <a:r>
              <a:rPr lang="en-US" dirty="0"/>
              <a:t>SSTI</a:t>
            </a:r>
          </a:p>
          <a:p>
            <a:r>
              <a:rPr lang="en-US" dirty="0"/>
              <a:t>Serialization</a:t>
            </a:r>
          </a:p>
          <a:p>
            <a:r>
              <a:rPr lang="en-US" dirty="0"/>
              <a:t>Access control – authorization and authentication</a:t>
            </a:r>
          </a:p>
          <a:p>
            <a:r>
              <a:rPr lang="en-US" dirty="0"/>
              <a:t>DoS (discussed by Martin)</a:t>
            </a:r>
          </a:p>
          <a:p>
            <a:pPr lvl="1"/>
            <a:r>
              <a:rPr lang="en-US" dirty="0"/>
              <a:t>Excessive allocation</a:t>
            </a:r>
          </a:p>
          <a:p>
            <a:pPr lvl="1"/>
            <a:r>
              <a:rPr lang="en-US" dirty="0"/>
              <a:t>Computationally expensive ops</a:t>
            </a:r>
          </a:p>
          <a:p>
            <a:pPr lvl="1"/>
            <a:r>
              <a:rPr lang="en-US" dirty="0"/>
              <a:t>User session management, prioritizing connections, etc.</a:t>
            </a:r>
          </a:p>
          <a:p>
            <a:r>
              <a:rPr lang="en-US" dirty="0"/>
              <a:t>CWE-912 hidden functionality in the models themselves</a:t>
            </a:r>
          </a:p>
          <a:p>
            <a:r>
              <a:rPr lang="en-US" dirty="0"/>
              <a:t>“State” preservation/loss [see chat log]</a:t>
            </a:r>
          </a:p>
          <a:p>
            <a:r>
              <a:rPr lang="en-US" dirty="0"/>
              <a:t>[see recommendations from Erick in chat log]</a:t>
            </a:r>
          </a:p>
          <a:p>
            <a:r>
              <a:rPr lang="en-US" dirty="0"/>
              <a:t>[see CWEs suggested by Chris Gourley in chat]</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E5557E5D-DD8A-D9F5-46DC-354926B9601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0175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6488-2D72-A286-DFAB-D16972B3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B7F19-1D5D-997D-EFF7-FAE70DDEDED3}"/>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59370F8-2BBD-91B3-403D-EEBC3F9028D7}"/>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A90B3ED-3A49-975B-AD20-A6E0F9C7094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84117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6E32-0E53-7C1A-BA74-51AAF5019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628AF-250E-48A2-F5EB-9282497FA516}"/>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CD04C986-5298-744E-6E9A-3A2EED860667}"/>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CE4433FE-E2FB-A308-4E12-EF39D6FA663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6177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2BAB-9D2C-48B6-6211-1DBBA012B95C}"/>
              </a:ext>
            </a:extLst>
          </p:cNvPr>
          <p:cNvSpPr>
            <a:spLocks noGrp="1"/>
          </p:cNvSpPr>
          <p:nvPr>
            <p:ph type="title"/>
          </p:nvPr>
        </p:nvSpPr>
        <p:spPr/>
        <p:txBody>
          <a:bodyPr/>
          <a:lstStyle/>
          <a:p>
            <a:r>
              <a:rPr lang="en-US" dirty="0"/>
              <a:t>Collaboration on Data Gathering</a:t>
            </a:r>
          </a:p>
        </p:txBody>
      </p:sp>
      <p:sp>
        <p:nvSpPr>
          <p:cNvPr id="3" name="Content Placeholder 2">
            <a:extLst>
              <a:ext uri="{FF2B5EF4-FFF2-40B4-BE49-F238E27FC236}">
                <a16:creationId xmlns:a16="http://schemas.microsoft.com/office/drawing/2014/main" id="{E6C71981-487C-57E6-8812-5FA29F8007D4}"/>
              </a:ext>
            </a:extLst>
          </p:cNvPr>
          <p:cNvSpPr>
            <a:spLocks noGrp="1"/>
          </p:cNvSpPr>
          <p:nvPr>
            <p:ph idx="1"/>
          </p:nvPr>
        </p:nvSpPr>
        <p:spPr/>
        <p:txBody>
          <a:bodyPr/>
          <a:lstStyle/>
          <a:p>
            <a:r>
              <a:rPr lang="en-US" sz="2000" dirty="0"/>
              <a:t>How should we communicate – mailing list? CDR?</a:t>
            </a:r>
          </a:p>
          <a:p>
            <a:pPr lvl="1"/>
            <a:r>
              <a:rPr lang="en-US" sz="2000" dirty="0"/>
              <a:t>Start with email; could put prelim findings into CDR</a:t>
            </a:r>
          </a:p>
          <a:p>
            <a:r>
              <a:rPr lang="en-US" sz="2000" dirty="0"/>
              <a:t>Any academic research such as analysis against many products?</a:t>
            </a:r>
          </a:p>
          <a:p>
            <a:r>
              <a:rPr lang="en-US" sz="2000" dirty="0"/>
              <a:t>Performing CVE-driven analysis</a:t>
            </a:r>
          </a:p>
          <a:p>
            <a:pPr lvl="1"/>
            <a:r>
              <a:rPr lang="en-US" sz="2000" dirty="0"/>
              <a:t>Is somebody willing to implement the CVE search?</a:t>
            </a:r>
          </a:p>
          <a:p>
            <a:r>
              <a:rPr lang="en-US" sz="2000" dirty="0"/>
              <a:t>Start with anecdotal observations</a:t>
            </a:r>
          </a:p>
          <a:p>
            <a:pPr lvl="1"/>
            <a:r>
              <a:rPr lang="en-US" sz="2000" dirty="0"/>
              <a:t>Probably relatively easy to find some CVE examples</a:t>
            </a:r>
          </a:p>
          <a:p>
            <a:pPr lvl="1"/>
            <a:r>
              <a:rPr lang="en-US" sz="2000" dirty="0"/>
              <a:t>This WG could also develop demonstrative examples</a:t>
            </a:r>
          </a:p>
          <a:p>
            <a:r>
              <a:rPr lang="en-US" sz="2000" dirty="0"/>
              <a:t>Possible </a:t>
            </a:r>
            <a:r>
              <a:rPr lang="en-US" sz="2000" dirty="0" err="1"/>
              <a:t>todo</a:t>
            </a:r>
            <a:r>
              <a:rPr lang="en-US" sz="2000" dirty="0"/>
              <a:t>: analyze academic papers and link to CWE(s)</a:t>
            </a:r>
          </a:p>
          <a:p>
            <a:r>
              <a:rPr lang="en-US" sz="2000" dirty="0"/>
              <a:t>Nominees</a:t>
            </a:r>
          </a:p>
          <a:p>
            <a:pPr lvl="1"/>
            <a:r>
              <a:rPr lang="en-US" sz="2000" dirty="0"/>
              <a:t>Serialization</a:t>
            </a:r>
          </a:p>
          <a:p>
            <a:pPr lvl="1"/>
            <a:r>
              <a:rPr lang="en-US" sz="2000" dirty="0"/>
              <a:t>Hidden functionality</a:t>
            </a:r>
          </a:p>
          <a:p>
            <a:pPr lvl="1"/>
            <a:r>
              <a:rPr lang="en-US" sz="2000" dirty="0"/>
              <a:t>Authorization (agentic AI – AI is operating at higher privileges than the user)</a:t>
            </a:r>
          </a:p>
          <a:p>
            <a:endParaRPr lang="en-US" sz="2000" dirty="0"/>
          </a:p>
        </p:txBody>
      </p:sp>
      <p:sp>
        <p:nvSpPr>
          <p:cNvPr id="4" name="Slide Number Placeholder 3">
            <a:extLst>
              <a:ext uri="{FF2B5EF4-FFF2-40B4-BE49-F238E27FC236}">
                <a16:creationId xmlns:a16="http://schemas.microsoft.com/office/drawing/2014/main" id="{1C69589B-8E2A-CAEE-7CC6-3FA26A50454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71365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45C-8B7F-809E-36C4-F44086F1DCD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1CF7618-078F-E22E-D337-0DA0B2D6AB85}"/>
              </a:ext>
            </a:extLst>
          </p:cNvPr>
          <p:cNvSpPr>
            <a:spLocks noGrp="1"/>
          </p:cNvSpPr>
          <p:nvPr>
            <p:ph idx="1"/>
          </p:nvPr>
        </p:nvSpPr>
        <p:spPr/>
        <p:txBody>
          <a:bodyPr/>
          <a:lstStyle/>
          <a:p>
            <a:r>
              <a:rPr lang="en-US" dirty="0"/>
              <a:t>Meetings</a:t>
            </a:r>
          </a:p>
          <a:p>
            <a:pPr lvl="1"/>
            <a:r>
              <a:rPr lang="en-US" dirty="0"/>
              <a:t>June 20 – new entry subgroup</a:t>
            </a:r>
          </a:p>
          <a:p>
            <a:pPr lvl="1"/>
            <a:r>
              <a:rPr lang="en-US" dirty="0"/>
              <a:t>July 4 (needs rescheduling) – modification subgroup</a:t>
            </a:r>
          </a:p>
          <a:p>
            <a:endParaRPr lang="en-US" dirty="0"/>
          </a:p>
        </p:txBody>
      </p:sp>
      <p:sp>
        <p:nvSpPr>
          <p:cNvPr id="4" name="Slide Number Placeholder 3">
            <a:extLst>
              <a:ext uri="{FF2B5EF4-FFF2-40B4-BE49-F238E27FC236}">
                <a16:creationId xmlns:a16="http://schemas.microsoft.com/office/drawing/2014/main" id="{940009AE-E205-99A1-710C-AFAFECBDD27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10802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2366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234B5CE-B71F-464B-BBDE-BB5DE2323408}"/>
</file>

<file path=customXml/itemProps2.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3.xml><?xml version="1.0" encoding="utf-8"?>
<ds:datastoreItem xmlns:ds="http://schemas.openxmlformats.org/officeDocument/2006/customXml" ds:itemID="{5450FCDD-08B1-48D8-BB50-7A17E590A5EE}">
  <ds:schemaRefs>
    <ds:schemaRef ds:uri="http://purl.org/dc/dcmitype/"/>
    <ds:schemaRef ds:uri="f3e578be-7961-41e8-91c9-b742ecb60a74"/>
    <ds:schemaRef ds:uri="http://purl.org/dc/elements/1.1/"/>
    <ds:schemaRef ds:uri="http://schemas.microsoft.com/office/2006/metadata/properties"/>
    <ds:schemaRef ds:uri="http://schemas.microsoft.com/office/2006/documentManagement/types"/>
    <ds:schemaRef ds:uri="http://www.w3.org/XML/1998/namespace"/>
    <ds:schemaRef ds:uri="aff8eeb6-53bf-44bf-a224-fac977cd228b"/>
    <ds:schemaRef ds:uri="http://schemas.microsoft.com/office/infopath/2007/PartnerControls"/>
    <ds:schemaRef ds:uri="http://schemas.openxmlformats.org/package/2006/metadata/core-properties"/>
    <ds:schemaRef ds:uri="b5a44311-ed64-4a72-909f-c9dc6973bde2"/>
    <ds:schemaRef ds:uri="http://purl.org/dc/te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207</TotalTime>
  <Words>4751</Words>
  <Application>Microsoft Office PowerPoint</Application>
  <PresentationFormat>Widescreen</PresentationFormat>
  <Paragraphs>545</Paragraphs>
  <Slides>54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Subgroups </vt:lpstr>
      <vt:lpstr>Identifying Observed / Demonstrative Examples for “General” CWEs</vt:lpstr>
      <vt:lpstr>Basic Process</vt:lpstr>
      <vt:lpstr>Initial Investigation – from May</vt:lpstr>
      <vt:lpstr>“Classes” of AI/ML Products</vt:lpstr>
      <vt:lpstr>“Classes” of AI/ML Products (2)</vt:lpstr>
      <vt:lpstr>CVE-Driven Analysis</vt:lpstr>
      <vt:lpstr>Anecdotal Observations of Common Weaknesses</vt:lpstr>
      <vt:lpstr>Demonstrative Examples</vt:lpstr>
      <vt:lpstr>Demonstrative example - 1</vt:lpstr>
      <vt:lpstr>Collaboration on Data Gathering</vt:lpstr>
      <vt:lpstr>Next Steps</vt:lpstr>
      <vt:lpstr>Other / Older Slides</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2025-08-01T15:55:54Z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