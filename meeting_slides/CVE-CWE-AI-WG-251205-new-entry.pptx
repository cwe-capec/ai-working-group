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79"/>
  </p:notesMasterIdLst>
  <p:handoutMasterIdLst>
    <p:handoutMasterId r:id="rId80"/>
  </p:handoutMasterIdLst>
  <p:sldIdLst>
    <p:sldId id="459" r:id="rId5"/>
    <p:sldId id="475" r:id="rId6"/>
    <p:sldId id="514" r:id="rId7"/>
    <p:sldId id="533" r:id="rId8"/>
    <p:sldId id="597" r:id="rId9"/>
    <p:sldId id="603" r:id="rId10"/>
    <p:sldId id="539" r:id="rId11"/>
    <p:sldId id="608" r:id="rId12"/>
    <p:sldId id="599" r:id="rId13"/>
    <p:sldId id="600" r:id="rId14"/>
    <p:sldId id="610" r:id="rId15"/>
    <p:sldId id="611" r:id="rId16"/>
    <p:sldId id="604" r:id="rId17"/>
    <p:sldId id="541" r:id="rId18"/>
    <p:sldId id="607" r:id="rId19"/>
    <p:sldId id="592" r:id="rId20"/>
    <p:sldId id="602" r:id="rId21"/>
    <p:sldId id="543" r:id="rId22"/>
    <p:sldId id="609" r:id="rId23"/>
    <p:sldId id="606" r:id="rId24"/>
    <p:sldId id="605" r:id="rId25"/>
    <p:sldId id="547" r:id="rId26"/>
    <p:sldId id="598" r:id="rId27"/>
    <p:sldId id="601" r:id="rId28"/>
    <p:sldId id="583" r:id="rId29"/>
    <p:sldId id="585" r:id="rId30"/>
    <p:sldId id="594" r:id="rId31"/>
    <p:sldId id="595" r:id="rId32"/>
    <p:sldId id="495" r:id="rId33"/>
    <p:sldId id="591" r:id="rId34"/>
    <p:sldId id="587" r:id="rId35"/>
    <p:sldId id="590" r:id="rId36"/>
    <p:sldId id="588" r:id="rId37"/>
    <p:sldId id="593" r:id="rId38"/>
    <p:sldId id="589" r:id="rId39"/>
    <p:sldId id="493" r:id="rId40"/>
    <p:sldId id="488" r:id="rId41"/>
    <p:sldId id="496" r:id="rId42"/>
    <p:sldId id="586" r:id="rId43"/>
    <p:sldId id="505" r:id="rId44"/>
    <p:sldId id="494" r:id="rId45"/>
    <p:sldId id="497" r:id="rId46"/>
    <p:sldId id="560" r:id="rId47"/>
    <p:sldId id="552" r:id="rId48"/>
    <p:sldId id="575" r:id="rId49"/>
    <p:sldId id="502" r:id="rId50"/>
    <p:sldId id="501" r:id="rId51"/>
    <p:sldId id="576" r:id="rId52"/>
    <p:sldId id="503" r:id="rId53"/>
    <p:sldId id="504" r:id="rId54"/>
    <p:sldId id="548" r:id="rId55"/>
    <p:sldId id="542" r:id="rId56"/>
    <p:sldId id="581" r:id="rId57"/>
    <p:sldId id="582" r:id="rId58"/>
    <p:sldId id="579" r:id="rId59"/>
    <p:sldId id="580" r:id="rId60"/>
    <p:sldId id="584" r:id="rId61"/>
    <p:sldId id="554" r:id="rId62"/>
    <p:sldId id="561" r:id="rId63"/>
    <p:sldId id="562" r:id="rId64"/>
    <p:sldId id="563" r:id="rId65"/>
    <p:sldId id="564" r:id="rId66"/>
    <p:sldId id="565" r:id="rId67"/>
    <p:sldId id="566" r:id="rId68"/>
    <p:sldId id="567" r:id="rId69"/>
    <p:sldId id="568" r:id="rId70"/>
    <p:sldId id="569" r:id="rId71"/>
    <p:sldId id="570" r:id="rId72"/>
    <p:sldId id="571" r:id="rId73"/>
    <p:sldId id="572" r:id="rId74"/>
    <p:sldId id="573" r:id="rId75"/>
    <p:sldId id="574" r:id="rId76"/>
    <p:sldId id="545" r:id="rId77"/>
    <p:sldId id="534"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4EF2FC-EDF0-4E36-B757-D7167ECC1231}" v="8" dt="2025-12-05T16:45:19.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336" y="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5-12-05T16:45:19.305" v="2157"/>
      <pc:docMkLst>
        <pc:docMk/>
      </pc:docMkLst>
      <pc:sldChg chg="modSp mod">
        <pc:chgData name="Steven M Christey" userId="f24da668-4c1f-41c0-850e-113e2bdf78cf" providerId="ADAL" clId="{4664C2C3-D7E1-4188-BB25-E34F4B7B5B59}" dt="2025-12-05T16:12:03.492" v="1696" actId="20577"/>
        <pc:sldMkLst>
          <pc:docMk/>
          <pc:sldMk cId="1454278300" sldId="459"/>
        </pc:sldMkLst>
        <pc:spChg chg="mod">
          <ac:chgData name="Steven M Christey" userId="f24da668-4c1f-41c0-850e-113e2bdf78cf" providerId="ADAL" clId="{4664C2C3-D7E1-4188-BB25-E34F4B7B5B59}" dt="2025-12-05T16:12:03.492" v="1696"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5-12-05T16:14:02.479" v="1699" actId="20577"/>
        <pc:sldMkLst>
          <pc:docMk/>
          <pc:sldMk cId="915149386" sldId="514"/>
        </pc:sldMkLst>
        <pc:spChg chg="mod">
          <ac:chgData name="Steven M Christey" userId="f24da668-4c1f-41c0-850e-113e2bdf78cf" providerId="ADAL" clId="{4664C2C3-D7E1-4188-BB25-E34F4B7B5B59}" dt="2025-12-05T16:14:02.479" v="1699" actId="20577"/>
          <ac:spMkLst>
            <pc:docMk/>
            <pc:sldMk cId="915149386" sldId="514"/>
            <ac:spMk id="3" creationId="{D4348C02-DFCE-A2E4-D523-D69A254A7D49}"/>
          </ac:spMkLst>
        </pc:spChg>
      </pc:sldChg>
      <pc:sldChg chg="modSp mod">
        <pc:chgData name="Steven M Christey" userId="f24da668-4c1f-41c0-850e-113e2bdf78cf" providerId="ADAL" clId="{4664C2C3-D7E1-4188-BB25-E34F4B7B5B59}" dt="2025-12-05T16:22:58.137" v="1876" actId="404"/>
        <pc:sldMkLst>
          <pc:docMk/>
          <pc:sldMk cId="2266223281" sldId="539"/>
        </pc:sldMkLst>
        <pc:spChg chg="mod">
          <ac:chgData name="Steven M Christey" userId="f24da668-4c1f-41c0-850e-113e2bdf78cf" providerId="ADAL" clId="{4664C2C3-D7E1-4188-BB25-E34F4B7B5B59}" dt="2025-12-05T15:34:26.202" v="1493" actId="6549"/>
          <ac:spMkLst>
            <pc:docMk/>
            <pc:sldMk cId="2266223281" sldId="539"/>
            <ac:spMk id="2" creationId="{994EE636-A57B-BB7C-C698-DCB6F2A7B071}"/>
          </ac:spMkLst>
        </pc:spChg>
        <pc:spChg chg="mod">
          <ac:chgData name="Steven M Christey" userId="f24da668-4c1f-41c0-850e-113e2bdf78cf" providerId="ADAL" clId="{4664C2C3-D7E1-4188-BB25-E34F4B7B5B59}" dt="2025-12-05T16:22:58.137" v="1876" actId="404"/>
          <ac:spMkLst>
            <pc:docMk/>
            <pc:sldMk cId="2266223281" sldId="539"/>
            <ac:spMk id="3" creationId="{9915B450-3AB3-4605-EAE8-C84785DE6064}"/>
          </ac:spMkLst>
        </pc:spChg>
      </pc:sldChg>
      <pc:sldChg chg="del">
        <pc:chgData name="Steven M Christey" userId="f24da668-4c1f-41c0-850e-113e2bdf78cf" providerId="ADAL" clId="{4664C2C3-D7E1-4188-BB25-E34F4B7B5B59}" dt="2025-12-05T15:37:00.469" v="1691" actId="2696"/>
        <pc:sldMkLst>
          <pc:docMk/>
          <pc:sldMk cId="1502259985" sldId="541"/>
        </pc:sldMkLst>
      </pc:sldChg>
      <pc:sldChg chg="add">
        <pc:chgData name="Steven M Christey" userId="f24da668-4c1f-41c0-850e-113e2bdf78cf" providerId="ADAL" clId="{4664C2C3-D7E1-4188-BB25-E34F4B7B5B59}" dt="2025-12-05T15:37:05.012" v="1692"/>
        <pc:sldMkLst>
          <pc:docMk/>
          <pc:sldMk cId="1623937426" sldId="541"/>
        </pc:sldMkLst>
      </pc:sldChg>
      <pc:sldChg chg="del">
        <pc:chgData name="Steven M Christey" userId="f24da668-4c1f-41c0-850e-113e2bdf78cf" providerId="ADAL" clId="{4664C2C3-D7E1-4188-BB25-E34F4B7B5B59}" dt="2025-12-05T15:37:00.469" v="1691" actId="2696"/>
        <pc:sldMkLst>
          <pc:docMk/>
          <pc:sldMk cId="373026186" sldId="543"/>
        </pc:sldMkLst>
      </pc:sldChg>
      <pc:sldChg chg="add">
        <pc:chgData name="Steven M Christey" userId="f24da668-4c1f-41c0-850e-113e2bdf78cf" providerId="ADAL" clId="{4664C2C3-D7E1-4188-BB25-E34F4B7B5B59}" dt="2025-12-05T15:37:05.012" v="1692"/>
        <pc:sldMkLst>
          <pc:docMk/>
          <pc:sldMk cId="973395951" sldId="543"/>
        </pc:sldMkLst>
      </pc:sldChg>
      <pc:sldChg chg="del">
        <pc:chgData name="Steven M Christey" userId="f24da668-4c1f-41c0-850e-113e2bdf78cf" providerId="ADAL" clId="{4664C2C3-D7E1-4188-BB25-E34F4B7B5B59}" dt="2025-12-05T15:33:15.375" v="1482" actId="2696"/>
        <pc:sldMkLst>
          <pc:docMk/>
          <pc:sldMk cId="853201468" sldId="547"/>
        </pc:sldMkLst>
      </pc:sldChg>
      <pc:sldChg chg="add">
        <pc:chgData name="Steven M Christey" userId="f24da668-4c1f-41c0-850e-113e2bdf78cf" providerId="ADAL" clId="{4664C2C3-D7E1-4188-BB25-E34F4B7B5B59}" dt="2025-12-05T15:33:24.922" v="1483"/>
        <pc:sldMkLst>
          <pc:docMk/>
          <pc:sldMk cId="1289997082" sldId="547"/>
        </pc:sldMkLst>
      </pc:sldChg>
      <pc:sldChg chg="add">
        <pc:chgData name="Steven M Christey" userId="f24da668-4c1f-41c0-850e-113e2bdf78cf" providerId="ADAL" clId="{4664C2C3-D7E1-4188-BB25-E34F4B7B5B59}" dt="2025-12-05T15:37:05.012" v="1692"/>
        <pc:sldMkLst>
          <pc:docMk/>
          <pc:sldMk cId="751893473" sldId="592"/>
        </pc:sldMkLst>
      </pc:sldChg>
      <pc:sldChg chg="del">
        <pc:chgData name="Steven M Christey" userId="f24da668-4c1f-41c0-850e-113e2bdf78cf" providerId="ADAL" clId="{4664C2C3-D7E1-4188-BB25-E34F4B7B5B59}" dt="2025-12-05T15:37:00.469" v="1691" actId="2696"/>
        <pc:sldMkLst>
          <pc:docMk/>
          <pc:sldMk cId="2965866587" sldId="592"/>
        </pc:sldMkLst>
      </pc:sldChg>
      <pc:sldChg chg="modSp mod">
        <pc:chgData name="Steven M Christey" userId="f24da668-4c1f-41c0-850e-113e2bdf78cf" providerId="ADAL" clId="{4664C2C3-D7E1-4188-BB25-E34F4B7B5B59}" dt="2025-11-07T15:57:52.394" v="365" actId="6549"/>
        <pc:sldMkLst>
          <pc:docMk/>
          <pc:sldMk cId="411241409" sldId="597"/>
        </pc:sldMkLst>
        <pc:spChg chg="mod">
          <ac:chgData name="Steven M Christey" userId="f24da668-4c1f-41c0-850e-113e2bdf78cf" providerId="ADAL" clId="{4664C2C3-D7E1-4188-BB25-E34F4B7B5B59}" dt="2025-11-07T15:57:52.394" v="365" actId="6549"/>
          <ac:spMkLst>
            <pc:docMk/>
            <pc:sldMk cId="411241409" sldId="597"/>
            <ac:spMk id="2" creationId="{68A92CEA-B7D6-6462-D0C2-D4B03E7E3724}"/>
          </ac:spMkLst>
        </pc:spChg>
      </pc:sldChg>
      <pc:sldChg chg="del">
        <pc:chgData name="Steven M Christey" userId="f24da668-4c1f-41c0-850e-113e2bdf78cf" providerId="ADAL" clId="{4664C2C3-D7E1-4188-BB25-E34F4B7B5B59}" dt="2025-12-05T15:33:15.375" v="1482" actId="2696"/>
        <pc:sldMkLst>
          <pc:docMk/>
          <pc:sldMk cId="73265659" sldId="598"/>
        </pc:sldMkLst>
      </pc:sldChg>
      <pc:sldChg chg="add">
        <pc:chgData name="Steven M Christey" userId="f24da668-4c1f-41c0-850e-113e2bdf78cf" providerId="ADAL" clId="{4664C2C3-D7E1-4188-BB25-E34F4B7B5B59}" dt="2025-12-05T15:33:24.922" v="1483"/>
        <pc:sldMkLst>
          <pc:docMk/>
          <pc:sldMk cId="1848176932" sldId="598"/>
        </pc:sldMkLst>
      </pc:sldChg>
      <pc:sldChg chg="modSp add mod">
        <pc:chgData name="Steven M Christey" userId="f24da668-4c1f-41c0-850e-113e2bdf78cf" providerId="ADAL" clId="{4664C2C3-D7E1-4188-BB25-E34F4B7B5B59}" dt="2025-12-05T16:41:23.412" v="2156" actId="20577"/>
        <pc:sldMkLst>
          <pc:docMk/>
          <pc:sldMk cId="42561453" sldId="599"/>
        </pc:sldMkLst>
        <pc:spChg chg="mod">
          <ac:chgData name="Steven M Christey" userId="f24da668-4c1f-41c0-850e-113e2bdf78cf" providerId="ADAL" clId="{4664C2C3-D7E1-4188-BB25-E34F4B7B5B59}" dt="2025-12-05T16:41:23.412" v="2156" actId="20577"/>
          <ac:spMkLst>
            <pc:docMk/>
            <pc:sldMk cId="42561453" sldId="599"/>
            <ac:spMk id="3" creationId="{DB6A4387-1FE7-CE01-5DE8-DF9417BCDCEC}"/>
          </ac:spMkLst>
        </pc:spChg>
      </pc:sldChg>
      <pc:sldChg chg="del">
        <pc:chgData name="Steven M Christey" userId="f24da668-4c1f-41c0-850e-113e2bdf78cf" providerId="ADAL" clId="{4664C2C3-D7E1-4188-BB25-E34F4B7B5B59}" dt="2025-12-05T15:36:34.789" v="1671" actId="2696"/>
        <pc:sldMkLst>
          <pc:docMk/>
          <pc:sldMk cId="1680666144" sldId="599"/>
        </pc:sldMkLst>
      </pc:sldChg>
      <pc:sldChg chg="del">
        <pc:chgData name="Steven M Christey" userId="f24da668-4c1f-41c0-850e-113e2bdf78cf" providerId="ADAL" clId="{4664C2C3-D7E1-4188-BB25-E34F4B7B5B59}" dt="2025-12-05T15:36:34.789" v="1671" actId="2696"/>
        <pc:sldMkLst>
          <pc:docMk/>
          <pc:sldMk cId="2248564156" sldId="600"/>
        </pc:sldMkLst>
      </pc:sldChg>
      <pc:sldChg chg="add">
        <pc:chgData name="Steven M Christey" userId="f24da668-4c1f-41c0-850e-113e2bdf78cf" providerId="ADAL" clId="{4664C2C3-D7E1-4188-BB25-E34F4B7B5B59}" dt="2025-12-05T15:36:37.256" v="1672"/>
        <pc:sldMkLst>
          <pc:docMk/>
          <pc:sldMk cId="3562739870" sldId="600"/>
        </pc:sldMkLst>
      </pc:sldChg>
      <pc:sldChg chg="del">
        <pc:chgData name="Steven M Christey" userId="f24da668-4c1f-41c0-850e-113e2bdf78cf" providerId="ADAL" clId="{4664C2C3-D7E1-4188-BB25-E34F4B7B5B59}" dt="2025-12-05T15:37:00.469" v="1691" actId="2696"/>
        <pc:sldMkLst>
          <pc:docMk/>
          <pc:sldMk cId="702320256" sldId="602"/>
        </pc:sldMkLst>
      </pc:sldChg>
      <pc:sldChg chg="add">
        <pc:chgData name="Steven M Christey" userId="f24da668-4c1f-41c0-850e-113e2bdf78cf" providerId="ADAL" clId="{4664C2C3-D7E1-4188-BB25-E34F4B7B5B59}" dt="2025-12-05T15:37:05.012" v="1692"/>
        <pc:sldMkLst>
          <pc:docMk/>
          <pc:sldMk cId="1260838403" sldId="602"/>
        </pc:sldMkLst>
      </pc:sldChg>
      <pc:sldChg chg="modSp add mod">
        <pc:chgData name="Steven M Christey" userId="f24da668-4c1f-41c0-850e-113e2bdf78cf" providerId="ADAL" clId="{4664C2C3-D7E1-4188-BB25-E34F4B7B5B59}" dt="2025-11-07T16:11:38.524" v="902"/>
        <pc:sldMkLst>
          <pc:docMk/>
          <pc:sldMk cId="2805693445" sldId="603"/>
        </pc:sldMkLst>
        <pc:spChg chg="mod">
          <ac:chgData name="Steven M Christey" userId="f24da668-4c1f-41c0-850e-113e2bdf78cf" providerId="ADAL" clId="{4664C2C3-D7E1-4188-BB25-E34F4B7B5B59}" dt="2025-11-07T15:59:59.140" v="499" actId="20577"/>
          <ac:spMkLst>
            <pc:docMk/>
            <pc:sldMk cId="2805693445" sldId="603"/>
            <ac:spMk id="2" creationId="{83BE59BF-CA3E-CDE3-C060-CB3B092BB8E3}"/>
          </ac:spMkLst>
        </pc:spChg>
        <pc:spChg chg="mod">
          <ac:chgData name="Steven M Christey" userId="f24da668-4c1f-41c0-850e-113e2bdf78cf" providerId="ADAL" clId="{4664C2C3-D7E1-4188-BB25-E34F4B7B5B59}" dt="2025-11-07T16:11:38.524" v="902"/>
          <ac:spMkLst>
            <pc:docMk/>
            <pc:sldMk cId="2805693445" sldId="603"/>
            <ac:spMk id="3" creationId="{DF983D4B-9C49-BB2A-4F5A-F0DB2139812B}"/>
          </ac:spMkLst>
        </pc:spChg>
      </pc:sldChg>
      <pc:sldChg chg="modSp mod">
        <pc:chgData name="Steven M Christey" userId="f24da668-4c1f-41c0-850e-113e2bdf78cf" providerId="ADAL" clId="{4664C2C3-D7E1-4188-BB25-E34F4B7B5B59}" dt="2025-12-05T15:36:45.697" v="1690" actId="20577"/>
        <pc:sldMkLst>
          <pc:docMk/>
          <pc:sldMk cId="2567930599" sldId="604"/>
        </pc:sldMkLst>
        <pc:spChg chg="mod">
          <ac:chgData name="Steven M Christey" userId="f24da668-4c1f-41c0-850e-113e2bdf78cf" providerId="ADAL" clId="{4664C2C3-D7E1-4188-BB25-E34F4B7B5B59}" dt="2025-12-05T15:36:45.697" v="1690" actId="20577"/>
          <ac:spMkLst>
            <pc:docMk/>
            <pc:sldMk cId="2567930599" sldId="604"/>
            <ac:spMk id="2" creationId="{6D3E2E97-8808-E69A-32B7-0931DFAA5918}"/>
          </ac:spMkLst>
        </pc:spChg>
      </pc:sldChg>
      <pc:sldChg chg="modSp mod">
        <pc:chgData name="Steven M Christey" userId="f24da668-4c1f-41c0-850e-113e2bdf78cf" providerId="ADAL" clId="{4664C2C3-D7E1-4188-BB25-E34F4B7B5B59}" dt="2025-11-06T23:39:59.409" v="363" actId="20577"/>
        <pc:sldMkLst>
          <pc:docMk/>
          <pc:sldMk cId="3329228180" sldId="606"/>
        </pc:sldMkLst>
        <pc:spChg chg="mod">
          <ac:chgData name="Steven M Christey" userId="f24da668-4c1f-41c0-850e-113e2bdf78cf" providerId="ADAL" clId="{4664C2C3-D7E1-4188-BB25-E34F4B7B5B59}" dt="2025-11-06T23:39:59.409" v="363" actId="20577"/>
          <ac:spMkLst>
            <pc:docMk/>
            <pc:sldMk cId="3329228180" sldId="606"/>
            <ac:spMk id="3" creationId="{8754BE33-23EB-99D2-B3D5-31779558DDA6}"/>
          </ac:spMkLst>
        </pc:spChg>
      </pc:sldChg>
      <pc:sldChg chg="modSp new del mod">
        <pc:chgData name="Steven M Christey" userId="f24da668-4c1f-41c0-850e-113e2bdf78cf" providerId="ADAL" clId="{4664C2C3-D7E1-4188-BB25-E34F4B7B5B59}" dt="2025-12-05T15:37:00.469" v="1691" actId="2696"/>
        <pc:sldMkLst>
          <pc:docMk/>
          <pc:sldMk cId="1240982253" sldId="607"/>
        </pc:sldMkLst>
      </pc:sldChg>
      <pc:sldChg chg="add">
        <pc:chgData name="Steven M Christey" userId="f24da668-4c1f-41c0-850e-113e2bdf78cf" providerId="ADAL" clId="{4664C2C3-D7E1-4188-BB25-E34F4B7B5B59}" dt="2025-12-05T15:37:05.012" v="1692"/>
        <pc:sldMkLst>
          <pc:docMk/>
          <pc:sldMk cId="4273116834" sldId="607"/>
        </pc:sldMkLst>
      </pc:sldChg>
      <pc:sldChg chg="modSp new mod">
        <pc:chgData name="Steven M Christey" userId="f24da668-4c1f-41c0-850e-113e2bdf78cf" providerId="ADAL" clId="{4664C2C3-D7E1-4188-BB25-E34F4B7B5B59}" dt="2025-12-05T15:36:26.987" v="1670" actId="20577"/>
        <pc:sldMkLst>
          <pc:docMk/>
          <pc:sldMk cId="3971448443" sldId="608"/>
        </pc:sldMkLst>
        <pc:spChg chg="mod">
          <ac:chgData name="Steven M Christey" userId="f24da668-4c1f-41c0-850e-113e2bdf78cf" providerId="ADAL" clId="{4664C2C3-D7E1-4188-BB25-E34F4B7B5B59}" dt="2025-12-05T15:36:26.987" v="1670" actId="20577"/>
          <ac:spMkLst>
            <pc:docMk/>
            <pc:sldMk cId="3971448443" sldId="608"/>
            <ac:spMk id="2" creationId="{F2DAE3A2-28FA-FB59-8075-ABC59E8225C7}"/>
          </ac:spMkLst>
        </pc:spChg>
      </pc:sldChg>
      <pc:sldChg chg="add">
        <pc:chgData name="Steven M Christey" userId="f24da668-4c1f-41c0-850e-113e2bdf78cf" providerId="ADAL" clId="{4664C2C3-D7E1-4188-BB25-E34F4B7B5B59}" dt="2025-12-05T15:36:39.938" v="1673"/>
        <pc:sldMkLst>
          <pc:docMk/>
          <pc:sldMk cId="870994389" sldId="609"/>
        </pc:sldMkLst>
      </pc:sldChg>
      <pc:sldChg chg="add">
        <pc:chgData name="Steven M Christey" userId="f24da668-4c1f-41c0-850e-113e2bdf78cf" providerId="ADAL" clId="{4664C2C3-D7E1-4188-BB25-E34F4B7B5B59}" dt="2025-12-05T16:45:19.305" v="2157"/>
        <pc:sldMkLst>
          <pc:docMk/>
          <pc:sldMk cId="1435800928" sldId="610"/>
        </pc:sldMkLst>
      </pc:sldChg>
      <pc:sldChg chg="add">
        <pc:chgData name="Steven M Christey" userId="f24da668-4c1f-41c0-850e-113e2bdf78cf" providerId="ADAL" clId="{4664C2C3-D7E1-4188-BB25-E34F4B7B5B59}" dt="2025-12-05T16:45:19.305" v="2157"/>
        <pc:sldMkLst>
          <pc:docMk/>
          <pc:sldMk cId="2232589233" sldId="6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12/5/2025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December 5, 2025</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4.19 release – shooting for December 11</a:t>
            </a:r>
          </a:p>
          <a:p>
            <a:pPr marL="685922" lvl="1" indent="-307975"/>
            <a:r>
              <a:rPr lang="en-US" dirty="0">
                <a:latin typeface="Tahoma"/>
                <a:ea typeface="Tahoma"/>
                <a:cs typeface="Tahoma"/>
              </a:rPr>
              <a:t>In conjunction with the Top 25</a:t>
            </a:r>
          </a:p>
          <a:p>
            <a:pPr marL="685922" lvl="1" indent="-307975"/>
            <a:endParaRPr lang="en-US" dirty="0">
              <a:latin typeface="Tahoma"/>
              <a:ea typeface="Tahoma"/>
              <a:cs typeface="Tahoma"/>
            </a:endParaRPr>
          </a:p>
          <a:p>
            <a:pPr marL="307975" indent="-307975"/>
            <a:r>
              <a:rPr lang="en-US" dirty="0">
                <a:latin typeface="Tahoma"/>
                <a:ea typeface="Tahoma"/>
                <a:cs typeface="Tahoma"/>
              </a:rPr>
              <a:t>Reviews of submissions are ongoing</a:t>
            </a:r>
          </a:p>
          <a:p>
            <a:pPr marL="685922" lvl="1"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1800" dirty="0"/>
              <a:t>New</a:t>
            </a:r>
          </a:p>
          <a:p>
            <a:pPr lvl="1"/>
            <a:r>
              <a:rPr lang="en-US" sz="1800" dirty="0"/>
              <a:t>“Inclusion of ANSI escape codes in LLM tokenizer” (Erick Galinkin) - ES2508-95a780e3 / CDR #163</a:t>
            </a:r>
          </a:p>
          <a:p>
            <a:pPr lvl="2"/>
            <a:r>
              <a:rPr lang="en-US" sz="1800" dirty="0"/>
              <a:t>Today: work on demonstrative example</a:t>
            </a:r>
          </a:p>
          <a:p>
            <a:pPr lvl="1"/>
            <a:r>
              <a:rPr lang="en-US" sz="1800" dirty="0"/>
              <a:t>“Improper Neutralization of Retrieved Content Used in AI Prompt Construction in AI/ML Systems” (Mehmet Yilmaz) - ES2508-e15b0715 / CDR #161</a:t>
            </a:r>
          </a:p>
          <a:p>
            <a:pPr lvl="2"/>
            <a:r>
              <a:rPr lang="en-US" sz="1800" dirty="0"/>
              <a:t>Submitter provided significant extra details; still reviewing</a:t>
            </a:r>
          </a:p>
          <a:p>
            <a:r>
              <a:rPr lang="en-US" sz="1800" dirty="0"/>
              <a:t>Delayed / TBD</a:t>
            </a:r>
          </a:p>
          <a:p>
            <a:pPr lvl="1"/>
            <a:r>
              <a:rPr lang="en-US" sz="1800" dirty="0"/>
              <a:t>“Bias in AI Models” (Kurt Seifried) - ES2402-38e20ce6</a:t>
            </a:r>
          </a:p>
          <a:p>
            <a:pPr lvl="2"/>
            <a:r>
              <a:rPr lang="en-US" sz="1800" dirty="0"/>
              <a:t>Steve to write up initial review and reply to submitter; paper on DeepSeek bias/influence on insecure code</a:t>
            </a:r>
          </a:p>
          <a:p>
            <a:pPr lvl="1"/>
            <a:r>
              <a:rPr lang="en-US" sz="1800" dirty="0"/>
              <a:t>“Improper Neutralization of Configurations Used for MCP Client” (</a:t>
            </a:r>
            <a:r>
              <a:rPr lang="en-US" sz="1800" dirty="0" err="1"/>
              <a:t>Xinpeng</a:t>
            </a:r>
            <a:r>
              <a:rPr lang="en-US" sz="1800" dirty="0"/>
              <a:t> Liu) ES2506-e3c78a2a</a:t>
            </a:r>
          </a:p>
          <a:p>
            <a:pPr lvl="2"/>
            <a:r>
              <a:rPr lang="en-US" sz="1800" dirty="0"/>
              <a:t>Steve to write up initial review</a:t>
            </a:r>
          </a:p>
          <a:p>
            <a:pPr lvl="1"/>
            <a:r>
              <a:rPr lang="en-US" sz="1800" dirty="0"/>
              <a:t>“Insufficient Input Validation in Generative AI Applications” (Steve / AI WG) - ES2405-84711fc4</a:t>
            </a:r>
          </a:p>
          <a:p>
            <a:r>
              <a:rPr lang="en-US" sz="1800" dirty="0"/>
              <a:t>Other MITRE work outside of ATLAS (in process)</a:t>
            </a:r>
          </a:p>
          <a:p>
            <a:endParaRPr lang="en-US" sz="20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800" dirty="0"/>
              <a:t>ES2508-95a780e3 /  CDR #163</a:t>
            </a:r>
          </a:p>
          <a:p>
            <a:r>
              <a:rPr lang="en-US" sz="1800" dirty="0"/>
              <a:t>Name: Inclusion of ANSI escape codes in LLM tokenizer</a:t>
            </a:r>
          </a:p>
          <a:p>
            <a:r>
              <a:rPr lang="en-US" sz="1800" dirty="0"/>
              <a:t>Description</a:t>
            </a:r>
          </a:p>
          <a:p>
            <a:pPr lvl="1"/>
            <a:r>
              <a:rPr lang="en-US" sz="1800" b="1" dirty="0">
                <a:highlight>
                  <a:srgbClr val="00FF00"/>
                </a:highlight>
              </a:rPr>
              <a:t>ANSI escape codes are included in a tokenizer</a:t>
            </a:r>
            <a:r>
              <a:rPr lang="en-US" sz="1800" dirty="0"/>
              <a:t>. This can result in the execution of commands if LLM generated text is displayed in a terminal emulator.</a:t>
            </a:r>
          </a:p>
          <a:p>
            <a:pPr lvl="2"/>
            <a:r>
              <a:rPr lang="en-US" sz="1800" i="1" dirty="0"/>
              <a:t>“For certain escape sequences, it may be treated as a single token”. Likelihood of outputting a single token is higher than for multiple tokens. Could be exploited when user reads logs / accesses </a:t>
            </a:r>
            <a:r>
              <a:rPr lang="en-US" sz="1800" i="1" dirty="0" err="1"/>
              <a:t>stdout</a:t>
            </a:r>
            <a:r>
              <a:rPr lang="en-US" sz="1800" i="1" dirty="0"/>
              <a:t> / stderr. Similar to a </a:t>
            </a:r>
            <a:r>
              <a:rPr lang="en-US" sz="1800" i="1" dirty="0" err="1"/>
              <a:t>lexer</a:t>
            </a:r>
            <a:r>
              <a:rPr lang="en-US" sz="1800" i="1" dirty="0"/>
              <a:t>.</a:t>
            </a:r>
          </a:p>
          <a:p>
            <a:r>
              <a:rPr lang="en-US" sz="1800" dirty="0"/>
              <a:t>Extended Description</a:t>
            </a:r>
          </a:p>
          <a:p>
            <a:pPr lvl="1"/>
            <a:r>
              <a:rPr lang="en-US" sz="18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800" dirty="0"/>
              <a:t> This can result in unexpected command injection (CWE-77).</a:t>
            </a:r>
          </a:p>
          <a:p>
            <a:pPr lvl="1"/>
            <a:r>
              <a:rPr lang="en-US" sz="1800" dirty="0"/>
              <a:t>This impacts tokenizers used with large language models. Since large language models are generally expected to output human-readable text, tokenizers should not contain these escape sequences.</a:t>
            </a:r>
          </a:p>
          <a:p>
            <a:r>
              <a:rPr lang="en-US" sz="1800" dirty="0">
                <a:hlinkClick r:id="rId2"/>
              </a:rPr>
              <a:t>https://github.com/CWE-CAPEC/CWE-Content-Development-Repository/issues/163</a:t>
            </a:r>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a:t>Probably too low-level for its own CWE (SUB.ABS.LOWLEVEL)</a:t>
            </a:r>
          </a:p>
          <a:p>
            <a:pPr lvl="1"/>
            <a:r>
              <a:rPr lang="en-US" sz="2000"/>
              <a:t>Specific types of “escape” codes</a:t>
            </a:r>
          </a:p>
          <a:p>
            <a:pPr lvl="1"/>
            <a:r>
              <a:rPr lang="en-US" sz="2000"/>
              <a:t>LLM tokenizer</a:t>
            </a:r>
          </a:p>
          <a:p>
            <a:r>
              <a:rPr lang="en-US" sz="2000"/>
              <a:t>Overlaps an older submission related to ANSI codes</a:t>
            </a:r>
          </a:p>
          <a:p>
            <a:pPr lvl="1"/>
            <a:r>
              <a:rPr lang="en-US" sz="2000"/>
              <a:t>Improper Neutralization of ANSI Codes ('ANSI Injection’) - Tristan Figueroa-Reid - ES2406-ca98e75f / CDR #112</a:t>
            </a:r>
          </a:p>
          <a:p>
            <a:r>
              <a:rPr lang="en-US" sz="2000"/>
              <a:t>CWE already exists - CWE-150: Improper Neutralization of Escape, Meta, or Control Sequences</a:t>
            </a:r>
          </a:p>
          <a:p>
            <a:r>
              <a:rPr lang="en-US" sz="2000"/>
              <a:t>From the older submission review:</a:t>
            </a:r>
          </a:p>
          <a:p>
            <a:pPr lvl="1"/>
            <a:r>
              <a:rPr lang="en-US" sz="200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November 21 (Modifications)</a:t>
            </a:r>
          </a:p>
          <a:p>
            <a:pPr lvl="1"/>
            <a:r>
              <a:rPr lang="en-US" dirty="0"/>
              <a:t>December 5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67C89AF-C76F-4189-A715-343D847AB2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aff8eeb6-53bf-44bf-a224-fac977cd228b"/>
    <ds:schemaRef ds:uri="http://schemas.microsoft.com/office/2006/documentManagement/types"/>
    <ds:schemaRef ds:uri="f3e578be-7961-41e8-91c9-b742ecb60a74"/>
    <ds:schemaRef ds:uri="http://purl.org/dc/terms/"/>
    <ds:schemaRef ds:uri="b5a44311-ed64-4a72-909f-c9dc6973bde2"/>
    <ds:schemaRef ds:uri="http://schemas.microsoft.com/office/2006/metadata/properties"/>
    <ds:schemaRef ds:uri="http://purl.org/dc/elements/1.1/"/>
    <ds:schemaRef ds:uri="http://schemas.openxmlformats.org/package/2006/metadata/core-properties"/>
    <ds:schemaRef ds:uri="http://purl.org/dc/dcmitype/"/>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73</TotalTime>
  <Words>7160</Words>
  <Application>Microsoft Office PowerPoint</Application>
  <PresentationFormat>Widescreen</PresentationFormat>
  <Paragraphs>715</Paragraphs>
  <Slides>74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74</vt:i4>
      </vt:variant>
    </vt:vector>
  </HeadingPairs>
  <TitlesOfParts>
    <vt:vector size="83"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Work Items - New Entry Submissions</vt:lpstr>
      <vt:lpstr>ANSI Injection from LLMs</vt:lpstr>
      <vt:lpstr>Inclusion of ANSI escape codes in LLM tokenizer (Erick Galinkin)</vt:lpstr>
      <vt:lpstr>Issues: Inclusion of ANSI escape codes in LLM tokenizer (Erick Galinkin)</vt:lpstr>
      <vt:lpstr>Demonstrative Examples</vt:lpstr>
      <vt:lpstr>Demonstrative example - 1</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2025-12-05T16:45:30Z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