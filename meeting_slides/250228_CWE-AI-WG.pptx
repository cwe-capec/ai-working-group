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49"/>
  </p:notesMasterIdLst>
  <p:handoutMasterIdLst>
    <p:handoutMasterId r:id="rId50"/>
  </p:handoutMasterIdLst>
  <p:sldIdLst>
    <p:sldId id="459" r:id="rId5"/>
    <p:sldId id="475" r:id="rId6"/>
    <p:sldId id="514" r:id="rId7"/>
    <p:sldId id="533" r:id="rId8"/>
    <p:sldId id="548" r:id="rId9"/>
    <p:sldId id="542" r:id="rId10"/>
    <p:sldId id="560" r:id="rId11"/>
    <p:sldId id="552" r:id="rId12"/>
    <p:sldId id="575" r:id="rId13"/>
    <p:sldId id="502" r:id="rId14"/>
    <p:sldId id="501" r:id="rId15"/>
    <p:sldId id="576" r:id="rId16"/>
    <p:sldId id="493" r:id="rId17"/>
    <p:sldId id="488" r:id="rId18"/>
    <p:sldId id="505" r:id="rId19"/>
    <p:sldId id="492" r:id="rId20"/>
    <p:sldId id="496" r:id="rId21"/>
    <p:sldId id="494" r:id="rId22"/>
    <p:sldId id="495" r:id="rId23"/>
    <p:sldId id="503" r:id="rId24"/>
    <p:sldId id="504" r:id="rId25"/>
    <p:sldId id="497" r:id="rId26"/>
    <p:sldId id="551" r:id="rId27"/>
    <p:sldId id="539" r:id="rId28"/>
    <p:sldId id="547" r:id="rId29"/>
    <p:sldId id="541" r:id="rId30"/>
    <p:sldId id="543" r:id="rId31"/>
    <p:sldId id="554" r:id="rId32"/>
    <p:sldId id="561" r:id="rId33"/>
    <p:sldId id="562" r:id="rId34"/>
    <p:sldId id="563" r:id="rId35"/>
    <p:sldId id="564" r:id="rId36"/>
    <p:sldId id="565" r:id="rId37"/>
    <p:sldId id="566" r:id="rId38"/>
    <p:sldId id="567" r:id="rId39"/>
    <p:sldId id="568" r:id="rId40"/>
    <p:sldId id="569" r:id="rId41"/>
    <p:sldId id="570" r:id="rId42"/>
    <p:sldId id="571" r:id="rId43"/>
    <p:sldId id="572" r:id="rId44"/>
    <p:sldId id="573" r:id="rId45"/>
    <p:sldId id="574" r:id="rId46"/>
    <p:sldId id="545" r:id="rId47"/>
    <p:sldId id="53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E09C7E-0819-41EC-8BAB-2A7E045CA1AC}" v="12" dt="2025-02-28T15:58:19.8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33" autoAdjust="0"/>
    <p:restoredTop sz="94660"/>
  </p:normalViewPr>
  <p:slideViewPr>
    <p:cSldViewPr snapToGrid="0">
      <p:cViewPr varScale="1">
        <p:scale>
          <a:sx n="56" d="100"/>
          <a:sy n="56" d="100"/>
        </p:scale>
        <p:origin x="523"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pChg chg="mod">
          <ac:chgData name="Steven M Christey" userId="f24da668-4c1f-41c0-850e-113e2bdf78cf" providerId="ADAL" clId="{FFE09C7E-0819-41EC-8BAB-2A7E045CA1AC}" dt="2025-02-28T14:43:37.719" v="3" actId="20577"/>
          <ac:spMkLst>
            <pc:docMk/>
            <pc:sldMk cId="1454278300" sldId="459"/>
            <ac:spMk id="3" creationId="{0992DF88-AC24-0FBF-1177-62DD9110498B}"/>
          </ac:spMkLst>
        </pc:spChg>
      </pc:sldChg>
      <pc:sldChg chg="modSp mod">
        <pc:chgData name="Steven M Christey" userId="f24da668-4c1f-41c0-850e-113e2bdf78cf" providerId="ADAL" clId="{FFE09C7E-0819-41EC-8BAB-2A7E045CA1AC}" dt="2025-02-28T14:47:02.124" v="4" actId="20577"/>
        <pc:sldMkLst>
          <pc:docMk/>
          <pc:sldMk cId="1259113184" sldId="475"/>
        </pc:sldMkLst>
        <pc:spChg chg="mod">
          <ac:chgData name="Steven M Christey" userId="f24da668-4c1f-41c0-850e-113e2bdf78cf" providerId="ADAL" clId="{FFE09C7E-0819-41EC-8BAB-2A7E045CA1AC}" dt="2025-02-28T14:47:02.124" v="4" actId="20577"/>
          <ac:spMkLst>
            <pc:docMk/>
            <pc:sldMk cId="1259113184" sldId="475"/>
            <ac:spMk id="3" creationId="{32062DF9-CFF1-0BEE-15FF-59D403B018ED}"/>
          </ac:spMkLst>
        </pc:spChg>
      </pc:sldChg>
      <pc:sldChg chg="modSp add mod">
        <pc:chgData name="Steven M Christey" userId="f24da668-4c1f-41c0-850e-113e2bdf78cf" providerId="ADAL" clId="{FFE09C7E-0819-41EC-8BAB-2A7E045CA1AC}" dt="2025-02-28T16:02:08.377" v="2982"/>
        <pc:sldMkLst>
          <pc:docMk/>
          <pc:sldMk cId="4197602607" sldId="488"/>
        </pc:sldMkLst>
        <pc:spChg chg="mod">
          <ac:chgData name="Steven M Christey" userId="f24da668-4c1f-41c0-850e-113e2bdf78cf" providerId="ADAL" clId="{FFE09C7E-0819-41EC-8BAB-2A7E045CA1AC}" dt="2025-02-28T16:02:08.377" v="2982"/>
          <ac:spMkLst>
            <pc:docMk/>
            <pc:sldMk cId="4197602607" sldId="488"/>
            <ac:spMk id="3" creationId="{91BBE544-B07D-A22E-1C50-A45E8F9C0351}"/>
          </ac:spMkLst>
        </pc:spChg>
      </pc:sldChg>
      <pc:sldChg chg="modSp add mod">
        <pc:chgData name="Steven M Christey" userId="f24da668-4c1f-41c0-850e-113e2bdf78cf" providerId="ADAL" clId="{FFE09C7E-0819-41EC-8BAB-2A7E045CA1AC}" dt="2025-02-28T15:36:30.182" v="2117" actId="20577"/>
        <pc:sldMkLst>
          <pc:docMk/>
          <pc:sldMk cId="4195993894" sldId="492"/>
        </pc:sldMkLst>
        <pc:spChg chg="mod">
          <ac:chgData name="Steven M Christey" userId="f24da668-4c1f-41c0-850e-113e2bdf78cf" providerId="ADAL" clId="{FFE09C7E-0819-41EC-8BAB-2A7E045CA1AC}" dt="2025-02-28T15:36:30.182" v="2117" actId="20577"/>
          <ac:spMkLst>
            <pc:docMk/>
            <pc:sldMk cId="4195993894" sldId="492"/>
            <ac:spMk id="3" creationId="{91BBE544-B07D-A22E-1C50-A45E8F9C0351}"/>
          </ac:spMkLst>
        </pc:spChg>
      </pc:sldChg>
      <pc:sldChg chg="modSp add mod ord">
        <pc:chgData name="Steven M Christey" userId="f24da668-4c1f-41c0-850e-113e2bdf78cf" providerId="ADAL" clId="{FFE09C7E-0819-41EC-8BAB-2A7E045CA1AC}" dt="2025-02-28T16:00:30.884" v="2976"/>
        <pc:sldMkLst>
          <pc:docMk/>
          <pc:sldMk cId="1870174279" sldId="493"/>
        </pc:sldMkLst>
        <pc:spChg chg="mod">
          <ac:chgData name="Steven M Christey" userId="f24da668-4c1f-41c0-850e-113e2bdf78cf" providerId="ADAL" clId="{FFE09C7E-0819-41EC-8BAB-2A7E045CA1AC}" dt="2025-02-28T16:00:30.884" v="2976"/>
          <ac:spMkLst>
            <pc:docMk/>
            <pc:sldMk cId="1870174279" sldId="493"/>
            <ac:spMk id="3" creationId="{91BBE544-B07D-A22E-1C50-A45E8F9C0351}"/>
          </ac:spMkLst>
        </pc:spChg>
      </pc:sldChg>
      <pc:sldChg chg="modSp add mod">
        <pc:chgData name="Steven M Christey" userId="f24da668-4c1f-41c0-850e-113e2bdf78cf" providerId="ADAL" clId="{FFE09C7E-0819-41EC-8BAB-2A7E045CA1AC}" dt="2025-02-28T15:02:03.856" v="344" actId="20577"/>
        <pc:sldMkLst>
          <pc:docMk/>
          <pc:sldMk cId="250821381" sldId="494"/>
        </pc:sldMkLst>
        <pc:spChg chg="mod">
          <ac:chgData name="Steven M Christey" userId="f24da668-4c1f-41c0-850e-113e2bdf78cf" providerId="ADAL" clId="{FFE09C7E-0819-41EC-8BAB-2A7E045CA1AC}" dt="2025-02-28T15:02:03.856" v="344" actId="20577"/>
          <ac:spMkLst>
            <pc:docMk/>
            <pc:sldMk cId="250821381" sldId="494"/>
            <ac:spMk id="3" creationId="{91BBE544-B07D-A22E-1C50-A45E8F9C0351}"/>
          </ac:spMkLst>
        </pc:spChg>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pChg chg="mod">
          <ac:chgData name="Steven M Christey" userId="f24da668-4c1f-41c0-850e-113e2bdf78cf" providerId="ADAL" clId="{FFE09C7E-0819-41EC-8BAB-2A7E045CA1AC}" dt="2025-02-28T15:38:50.921" v="2135" actId="6549"/>
          <ac:spMkLst>
            <pc:docMk/>
            <pc:sldMk cId="3398638979" sldId="496"/>
            <ac:spMk id="3" creationId="{91BBE544-B07D-A22E-1C50-A45E8F9C0351}"/>
          </ac:spMkLst>
        </pc:spChg>
      </pc:sldChg>
      <pc:sldChg chg="modSp add mod">
        <pc:chgData name="Steven M Christey" userId="f24da668-4c1f-41c0-850e-113e2bdf78cf" providerId="ADAL" clId="{FFE09C7E-0819-41EC-8BAB-2A7E045CA1AC}" dt="2025-02-28T15:06:30.487" v="512" actId="20577"/>
        <pc:sldMkLst>
          <pc:docMk/>
          <pc:sldMk cId="3618620616" sldId="497"/>
        </pc:sldMkLst>
        <pc:spChg chg="mod">
          <ac:chgData name="Steven M Christey" userId="f24da668-4c1f-41c0-850e-113e2bdf78cf" providerId="ADAL" clId="{FFE09C7E-0819-41EC-8BAB-2A7E045CA1AC}" dt="2025-02-28T15:06:30.487" v="512" actId="20577"/>
          <ac:spMkLst>
            <pc:docMk/>
            <pc:sldMk cId="3618620616" sldId="497"/>
            <ac:spMk id="3" creationId="{91BBE544-B07D-A22E-1C50-A45E8F9C0351}"/>
          </ac:spMkLst>
        </pc:spChg>
      </pc:sldChg>
      <pc:sldChg chg="modSp add mod">
        <pc:chgData name="Steven M Christey" userId="f24da668-4c1f-41c0-850e-113e2bdf78cf" providerId="ADAL" clId="{FFE09C7E-0819-41EC-8BAB-2A7E045CA1AC}" dt="2025-02-28T15:58:12.692" v="2929"/>
        <pc:sldMkLst>
          <pc:docMk/>
          <pc:sldMk cId="2746674832" sldId="501"/>
        </pc:sldMkLst>
        <pc:spChg chg="mod">
          <ac:chgData name="Steven M Christey" userId="f24da668-4c1f-41c0-850e-113e2bdf78cf" providerId="ADAL" clId="{FFE09C7E-0819-41EC-8BAB-2A7E045CA1AC}" dt="2025-02-28T15:58:12.692" v="2929"/>
          <ac:spMkLst>
            <pc:docMk/>
            <pc:sldMk cId="2746674832" sldId="501"/>
            <ac:spMk id="3" creationId="{51E8636F-B33F-D3B0-AADD-CB9D0B1156A6}"/>
          </ac:spMkLst>
        </pc:spChg>
      </pc:sldChg>
      <pc:sldChg chg="modSp add mod">
        <pc:chgData name="Steven M Christey" userId="f24da668-4c1f-41c0-850e-113e2bdf78cf" providerId="ADAL" clId="{FFE09C7E-0819-41EC-8BAB-2A7E045CA1AC}" dt="2025-02-28T16:41:21.787" v="3296" actId="20577"/>
        <pc:sldMkLst>
          <pc:docMk/>
          <pc:sldMk cId="1027931571" sldId="502"/>
        </pc:sldMkLst>
        <pc:spChg chg="mod">
          <ac:chgData name="Steven M Christey" userId="f24da668-4c1f-41c0-850e-113e2bdf78cf" providerId="ADAL" clId="{FFE09C7E-0819-41EC-8BAB-2A7E045CA1AC}" dt="2025-02-28T15:22:49.319" v="1076" actId="20577"/>
          <ac:spMkLst>
            <pc:docMk/>
            <pc:sldMk cId="1027931571" sldId="502"/>
            <ac:spMk id="2" creationId="{19E37A35-361A-4744-A1F2-DE18E636AC13}"/>
          </ac:spMkLst>
        </pc:spChg>
        <pc:spChg chg="mod">
          <ac:chgData name="Steven M Christey" userId="f24da668-4c1f-41c0-850e-113e2bdf78cf" providerId="ADAL" clId="{FFE09C7E-0819-41EC-8BAB-2A7E045CA1AC}" dt="2025-02-28T16:41:21.787" v="3296" actId="20577"/>
          <ac:spMkLst>
            <pc:docMk/>
            <pc:sldMk cId="1027931571" sldId="502"/>
            <ac:spMk id="3" creationId="{93F9826D-B9D1-997D-1F9C-2B9AC119BAA4}"/>
          </ac:spMkLst>
        </pc:spChg>
      </pc:sldChg>
      <pc:sldChg chg="modSp add mod">
        <pc:chgData name="Steven M Christey" userId="f24da668-4c1f-41c0-850e-113e2bdf78cf" providerId="ADAL" clId="{FFE09C7E-0819-41EC-8BAB-2A7E045CA1AC}" dt="2025-02-28T15:01:01.653" v="339" actId="20577"/>
        <pc:sldMkLst>
          <pc:docMk/>
          <pc:sldMk cId="3197665598" sldId="503"/>
        </pc:sldMkLst>
        <pc:spChg chg="mod">
          <ac:chgData name="Steven M Christey" userId="f24da668-4c1f-41c0-850e-113e2bdf78cf" providerId="ADAL" clId="{FFE09C7E-0819-41EC-8BAB-2A7E045CA1AC}" dt="2025-02-28T15:01:01.653" v="339" actId="20577"/>
          <ac:spMkLst>
            <pc:docMk/>
            <pc:sldMk cId="3197665598" sldId="503"/>
            <ac:spMk id="3" creationId="{18903628-5E0D-0F02-4B7C-9332FE4C3448}"/>
          </ac:spMkLst>
        </pc:spChg>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pChg chg="mod">
          <ac:chgData name="Steven M Christey" userId="f24da668-4c1f-41c0-850e-113e2bdf78cf" providerId="ADAL" clId="{FFE09C7E-0819-41EC-8BAB-2A7E045CA1AC}" dt="2025-02-28T15:37:57.621" v="2124" actId="20577"/>
          <ac:spMkLst>
            <pc:docMk/>
            <pc:sldMk cId="875236698" sldId="505"/>
            <ac:spMk id="3" creationId="{60F09E05-5C5B-B252-2D8C-81D9597607D7}"/>
          </ac:spMkLst>
        </pc:spChg>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pChg chg="mod">
          <ac:chgData name="Steven M Christey" userId="f24da668-4c1f-41c0-850e-113e2bdf78cf" providerId="ADAL" clId="{FFE09C7E-0819-41EC-8BAB-2A7E045CA1AC}" dt="2025-02-28T15:28:09.812" v="1689" actId="20577"/>
          <ac:spMkLst>
            <pc:docMk/>
            <pc:sldMk cId="915149386" sldId="514"/>
            <ac:spMk id="3" creationId="{D4348C02-DFCE-A2E4-D523-D69A254A7D49}"/>
          </ac:spMkLst>
        </pc:spChg>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pChg chg="mod">
          <ac:chgData name="Steven M Christey" userId="f24da668-4c1f-41c0-850e-113e2bdf78cf" providerId="ADAL" clId="{FFE09C7E-0819-41EC-8BAB-2A7E045CA1AC}" dt="2025-02-28T14:51:30.106" v="185" actId="20577"/>
          <ac:spMkLst>
            <pc:docMk/>
            <pc:sldMk cId="2266223281" sldId="539"/>
            <ac:spMk id="2" creationId="{994EE636-A57B-BB7C-C698-DCB6F2A7B071}"/>
          </ac:spMkLst>
        </pc:spChg>
        <pc:spChg chg="mod">
          <ac:chgData name="Steven M Christey" userId="f24da668-4c1f-41c0-850e-113e2bdf78cf" providerId="ADAL" clId="{FFE09C7E-0819-41EC-8BAB-2A7E045CA1AC}" dt="2025-02-28T14:51:22.770" v="169" actId="6549"/>
          <ac:spMkLst>
            <pc:docMk/>
            <pc:sldMk cId="2266223281" sldId="539"/>
            <ac:spMk id="3" creationId="{9915B450-3AB3-4605-EAE8-C84785DE6064}"/>
          </ac:spMkLst>
        </pc:spChg>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pChg chg="mod">
          <ac:chgData name="Steven M Christey" userId="f24da668-4c1f-41c0-850e-113e2bdf78cf" providerId="ADAL" clId="{FFE09C7E-0819-41EC-8BAB-2A7E045CA1AC}" dt="2025-02-28T15:27:45.142" v="1611" actId="6549"/>
          <ac:spMkLst>
            <pc:docMk/>
            <pc:sldMk cId="2730253842" sldId="542"/>
            <ac:spMk id="3" creationId="{CF8600D0-E349-74FD-4214-23DC700A0F91}"/>
          </ac:spMkLst>
        </pc:spChg>
      </pc:sldChg>
      <pc:sldChg chg="modSp mod">
        <pc:chgData name="Steven M Christey" userId="f24da668-4c1f-41c0-850e-113e2bdf78cf" providerId="ADAL" clId="{FFE09C7E-0819-41EC-8BAB-2A7E045CA1AC}" dt="2025-02-28T14:49:51.439" v="117"/>
        <pc:sldMkLst>
          <pc:docMk/>
          <pc:sldMk cId="1565146543" sldId="548"/>
        </pc:sldMkLst>
        <pc:spChg chg="mod">
          <ac:chgData name="Steven M Christey" userId="f24da668-4c1f-41c0-850e-113e2bdf78cf" providerId="ADAL" clId="{FFE09C7E-0819-41EC-8BAB-2A7E045CA1AC}" dt="2025-02-28T14:49:51.439" v="117"/>
          <ac:spMkLst>
            <pc:docMk/>
            <pc:sldMk cId="1565146543" sldId="548"/>
            <ac:spMk id="2" creationId="{D261E447-4F51-57E1-6CB2-D304F03BBD21}"/>
          </ac:spMkLst>
        </pc:spChg>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pChg chg="mod">
          <ac:chgData name="Steven M Christey" userId="f24da668-4c1f-41c0-850e-113e2bdf78cf" providerId="ADAL" clId="{FFE09C7E-0819-41EC-8BAB-2A7E045CA1AC}" dt="2025-02-28T15:52:21.995" v="2595" actId="21"/>
          <ac:spMkLst>
            <pc:docMk/>
            <pc:sldMk cId="3459002713" sldId="552"/>
            <ac:spMk id="3" creationId="{4369DD20-7DC5-577B-4E0D-723FC8A8FB49}"/>
          </ac:spMkLst>
        </pc:spChg>
        <pc:spChg chg="mod">
          <ac:chgData name="Steven M Christey" userId="f24da668-4c1f-41c0-850e-113e2bdf78cf" providerId="ADAL" clId="{FFE09C7E-0819-41EC-8BAB-2A7E045CA1AC}" dt="2025-02-28T16:29:33.063" v="3272" actId="13926"/>
          <ac:spMkLst>
            <pc:docMk/>
            <pc:sldMk cId="3459002713" sldId="552"/>
            <ac:spMk id="5" creationId="{62A4C25A-084F-F2B0-0B58-6835AFE2D0C2}"/>
          </ac:spMkLst>
        </pc:spChg>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pChg chg="mod">
          <ac:chgData name="Steven M Christey" userId="f24da668-4c1f-41c0-850e-113e2bdf78cf" providerId="ADAL" clId="{FFE09C7E-0819-41EC-8BAB-2A7E045CA1AC}" dt="2025-02-28T15:06:46.021" v="529" actId="20577"/>
          <ac:spMkLst>
            <pc:docMk/>
            <pc:sldMk cId="1572817717" sldId="554"/>
            <ac:spMk id="2" creationId="{591566D0-BD1D-1B57-CEBB-5BF820808F91}"/>
          </ac:spMkLst>
        </pc:spChg>
      </pc:sldChg>
      <pc:sldChg chg="modSp add del mod">
        <pc:chgData name="Steven M Christey" userId="f24da668-4c1f-41c0-850e-113e2bdf78cf" providerId="ADAL" clId="{FFE09C7E-0819-41EC-8BAB-2A7E045CA1AC}" dt="2025-02-28T15:40:15.235" v="2137" actId="47"/>
        <pc:sldMkLst>
          <pc:docMk/>
          <pc:sldMk cId="3499430669" sldId="555"/>
        </pc:sldMkLst>
        <pc:spChg chg="mod">
          <ac:chgData name="Steven M Christey" userId="f24da668-4c1f-41c0-850e-113e2bdf78cf" providerId="ADAL" clId="{FFE09C7E-0819-41EC-8BAB-2A7E045CA1AC}" dt="2025-02-28T15:08:21.814" v="542" actId="113"/>
          <ac:spMkLst>
            <pc:docMk/>
            <pc:sldMk cId="3499430669" sldId="555"/>
            <ac:spMk id="3" creationId="{B68E91E2-8A14-DAB4-47F3-2EF2C9604607}"/>
          </ac:spMkLst>
        </pc:spChg>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pChg chg="mod">
          <ac:chgData name="Steven M Christey" userId="f24da668-4c1f-41c0-850e-113e2bdf78cf" providerId="ADAL" clId="{FFE09C7E-0819-41EC-8BAB-2A7E045CA1AC}" dt="2025-02-28T15:23:08.361" v="1093" actId="20577"/>
          <ac:spMkLst>
            <pc:docMk/>
            <pc:sldMk cId="3362485947" sldId="560"/>
            <ac:spMk id="2" creationId="{2603FB07-6975-7775-0223-27B2BC962339}"/>
          </ac:spMkLst>
        </pc:spChg>
        <pc:spChg chg="mod">
          <ac:chgData name="Steven M Christey" userId="f24da668-4c1f-41c0-850e-113e2bdf78cf" providerId="ADAL" clId="{FFE09C7E-0819-41EC-8BAB-2A7E045CA1AC}" dt="2025-02-28T16:22:36.591" v="3249" actId="20577"/>
          <ac:spMkLst>
            <pc:docMk/>
            <pc:sldMk cId="3362485947" sldId="560"/>
            <ac:spMk id="3" creationId="{9993D777-9270-7874-17BF-28B4880AC03F}"/>
          </ac:spMkLst>
        </pc:spChg>
        <pc:spChg chg="add mod">
          <ac:chgData name="Steven M Christey" userId="f24da668-4c1f-41c0-850e-113e2bdf78cf" providerId="ADAL" clId="{FFE09C7E-0819-41EC-8BAB-2A7E045CA1AC}" dt="2025-02-28T15:52:04.290" v="2592"/>
          <ac:spMkLst>
            <pc:docMk/>
            <pc:sldMk cId="3362485947" sldId="560"/>
            <ac:spMk id="5" creationId="{A961E414-391D-7C3C-2A36-D585F3DC3D04}"/>
          </ac:spMkLst>
        </pc:spChg>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pChg chg="mod">
          <ac:chgData name="Steven M Christey" userId="f24da668-4c1f-41c0-850e-113e2bdf78cf" providerId="ADAL" clId="{FFE09C7E-0819-41EC-8BAB-2A7E045CA1AC}" dt="2025-02-28T15:44:30.707" v="2152" actId="20577"/>
          <ac:spMkLst>
            <pc:docMk/>
            <pc:sldMk cId="1300447669" sldId="575"/>
            <ac:spMk id="2" creationId="{55201F16-79DF-6D51-2B59-6222E610F489}"/>
          </ac:spMkLst>
        </pc:spChg>
        <pc:spChg chg="mod">
          <ac:chgData name="Steven M Christey" userId="f24da668-4c1f-41c0-850e-113e2bdf78cf" providerId="ADAL" clId="{FFE09C7E-0819-41EC-8BAB-2A7E045CA1AC}" dt="2025-02-28T15:45:22.237" v="2260" actId="20577"/>
          <ac:spMkLst>
            <pc:docMk/>
            <pc:sldMk cId="1300447669" sldId="575"/>
            <ac:spMk id="3" creationId="{580039FD-76FA-278E-736D-157A430CB499}"/>
          </ac:spMkLst>
        </pc:spChg>
        <pc:spChg chg="mod">
          <ac:chgData name="Steven M Christey" userId="f24da668-4c1f-41c0-850e-113e2bdf78cf" providerId="ADAL" clId="{FFE09C7E-0819-41EC-8BAB-2A7E045CA1AC}" dt="2025-02-28T15:55:24.180" v="2900" actId="20577"/>
          <ac:spMkLst>
            <pc:docMk/>
            <pc:sldMk cId="1300447669" sldId="575"/>
            <ac:spMk id="5" creationId="{269F0F13-BA59-1835-EC89-EBECB3528A14}"/>
          </ac:spMkLst>
        </pc:spChg>
      </pc:sldChg>
      <pc:sldChg chg="modSp add mod">
        <pc:chgData name="Steven M Christey" userId="f24da668-4c1f-41c0-850e-113e2bdf78cf" providerId="ADAL" clId="{FFE09C7E-0819-41EC-8BAB-2A7E045CA1AC}" dt="2025-02-28T15:58:59.674" v="2958" actId="20577"/>
        <pc:sldMkLst>
          <pc:docMk/>
          <pc:sldMk cId="3655762862" sldId="576"/>
        </pc:sldMkLst>
        <pc:spChg chg="mod">
          <ac:chgData name="Steven M Christey" userId="f24da668-4c1f-41c0-850e-113e2bdf78cf" providerId="ADAL" clId="{FFE09C7E-0819-41EC-8BAB-2A7E045CA1AC}" dt="2025-02-28T15:58:23.995" v="2933" actId="20577"/>
          <ac:spMkLst>
            <pc:docMk/>
            <pc:sldMk cId="3655762862" sldId="576"/>
            <ac:spMk id="2" creationId="{0B231E59-9073-5D52-8444-888E15499D07}"/>
          </ac:spMkLst>
        </pc:spChg>
        <pc:spChg chg="mod">
          <ac:chgData name="Steven M Christey" userId="f24da668-4c1f-41c0-850e-113e2bdf78cf" providerId="ADAL" clId="{FFE09C7E-0819-41EC-8BAB-2A7E045CA1AC}" dt="2025-02-28T15:58:59.674" v="2958" actId="20577"/>
          <ac:spMkLst>
            <pc:docMk/>
            <pc:sldMk cId="3655762862" sldId="576"/>
            <ac:spMk id="3" creationId="{7A47DD42-8C59-6CA9-62BF-7096FE227C8F}"/>
          </ac:spMkLst>
        </pc:spChg>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3:56:53.464" v="9" actId="20577"/>
        <pc:sldMkLst>
          <pc:docMk/>
          <pc:sldMk cId="1454278300" sldId="459"/>
        </pc:sldMkLst>
      </pc:sldChg>
      <pc:sldChg chg="modSp mod">
        <pc:chgData name="Steven M Christey" userId="f24da668-4c1f-41c0-850e-113e2bdf78cf" providerId="ADAL" clId="{226DC153-8E0C-4566-9170-E041DE78683C}" dt="2024-10-18T13:57:14.636" v="22" actId="20577"/>
        <pc:sldMkLst>
          <pc:docMk/>
          <pc:sldMk cId="1259113184" sldId="475"/>
        </pc:sldMkLst>
      </pc:sldChg>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pChg chg="mod">
          <ac:chgData name="Steven M Christey" userId="f24da668-4c1f-41c0-850e-113e2bdf78cf" providerId="ADAL" clId="{93063133-3906-4F30-A148-99717A6DC68B}" dt="2025-01-17T15:58:09.117" v="24" actId="20577"/>
          <ac:spMkLst>
            <pc:docMk/>
            <pc:sldMk cId="1454278300" sldId="459"/>
            <ac:spMk id="2" creationId="{33307706-4E65-00EA-9416-F4DD36CAAD0A}"/>
          </ac:spMkLst>
        </pc:spChg>
        <pc:spChg chg="mod">
          <ac:chgData name="Steven M Christey" userId="f24da668-4c1f-41c0-850e-113e2bdf78cf" providerId="ADAL" clId="{93063133-3906-4F30-A148-99717A6DC68B}" dt="2025-01-17T15:58:14.894" v="36" actId="20577"/>
          <ac:spMkLst>
            <pc:docMk/>
            <pc:sldMk cId="1454278300" sldId="459"/>
            <ac:spMk id="3" creationId="{0992DF88-AC24-0FBF-1177-62DD9110498B}"/>
          </ac:spMkLst>
        </pc:spChg>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pChg chg="mod">
          <ac:chgData name="Steven M Christey" userId="f24da668-4c1f-41c0-850e-113e2bdf78cf" providerId="ADAL" clId="{93063133-3906-4F30-A148-99717A6DC68B}" dt="2025-01-31T15:16:57.834" v="921" actId="20577"/>
          <ac:spMkLst>
            <pc:docMk/>
            <pc:sldMk cId="1259113184" sldId="475"/>
            <ac:spMk id="3" creationId="{32062DF9-CFF1-0BEE-15FF-59D403B018ED}"/>
          </ac:spMkLst>
        </pc:spChg>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pChg chg="mod">
          <ac:chgData name="Steven M Christey" userId="f24da668-4c1f-41c0-850e-113e2bdf78cf" providerId="ADAL" clId="{93063133-3906-4F30-A148-99717A6DC68B}" dt="2025-01-17T16:09:52.341" v="214" actId="20577"/>
          <ac:spMkLst>
            <pc:docMk/>
            <pc:sldMk cId="915149386" sldId="514"/>
            <ac:spMk id="3" creationId="{D4348C02-DFCE-A2E4-D523-D69A254A7D49}"/>
          </ac:spMkLst>
        </pc:spChg>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pChg chg="mod">
          <ac:chgData name="Steven M Christey" userId="f24da668-4c1f-41c0-850e-113e2bdf78cf" providerId="ADAL" clId="{93063133-3906-4F30-A148-99717A6DC68B}" dt="2025-01-17T15:58:57.423" v="95" actId="113"/>
          <ac:spMkLst>
            <pc:docMk/>
            <pc:sldMk cId="150708501" sldId="533"/>
            <ac:spMk id="3" creationId="{D56FF49E-E3F8-8E2A-2DB7-2E9585AD88B0}"/>
          </ac:spMkLst>
        </pc:spChg>
      </pc:sldChg>
      <pc:sldChg chg="modSp mod ord">
        <pc:chgData name="Steven M Christey" userId="f24da668-4c1f-41c0-850e-113e2bdf78cf" providerId="ADAL" clId="{93063133-3906-4F30-A148-99717A6DC68B}" dt="2025-01-17T16:41:49.979" v="919" actId="20577"/>
        <pc:sldMkLst>
          <pc:docMk/>
          <pc:sldMk cId="674283638" sldId="534"/>
        </pc:sldMkLst>
        <pc:spChg chg="mod">
          <ac:chgData name="Steven M Christey" userId="f24da668-4c1f-41c0-850e-113e2bdf78cf" providerId="ADAL" clId="{93063133-3906-4F30-A148-99717A6DC68B}" dt="2025-01-17T16:41:49.979" v="919" actId="20577"/>
          <ac:spMkLst>
            <pc:docMk/>
            <pc:sldMk cId="674283638" sldId="534"/>
            <ac:spMk id="3" creationId="{1A065927-5551-1053-CA96-EFA73AF6FCFB}"/>
          </ac:spMkLst>
        </pc:spChg>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pChg chg="mod">
            <ac:chgData name="Steven M Christey" userId="f24da668-4c1f-41c0-850e-113e2bdf78cf" providerId="ADAL" clId="{93063133-3906-4F30-A148-99717A6DC68B}" dt="2025-01-17T16:30:01.473" v="508" actId="20577"/>
            <ac:spMkLst>
              <pc:docMk/>
              <pc:sldMasterMk cId="571324812" sldId="2147483656"/>
              <pc:sldLayoutMk cId="827350116" sldId="2147483660"/>
              <ac:spMk id="7" creationId="{9E70A04F-8616-609D-8225-4AD857445D04}"/>
            </ac:spMkLst>
          </pc:spChg>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pChg chg="mod">
            <ac:chgData name="Steven M Christey" userId="f24da668-4c1f-41c0-850e-113e2bdf78cf" providerId="ADAL" clId="{93063133-3906-4F30-A148-99717A6DC68B}" dt="2025-01-17T16:30:10.023" v="510" actId="20577"/>
            <ac:spMkLst>
              <pc:docMk/>
              <pc:sldMasterMk cId="571324812" sldId="2147483656"/>
              <pc:sldLayoutMk cId="4160288765" sldId="2147483661"/>
              <ac:spMk id="4" creationId="{89A8502D-2927-9695-96E9-8F406706FAB8}"/>
            </ac:spMkLst>
          </pc:spChg>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pChg chg="mod">
            <ac:chgData name="Steven M Christey" userId="f24da668-4c1f-41c0-850e-113e2bdf78cf" providerId="ADAL" clId="{93063133-3906-4F30-A148-99717A6DC68B}" dt="2025-01-17T16:30:14.688" v="512" actId="20577"/>
            <ac:spMkLst>
              <pc:docMk/>
              <pc:sldMasterMk cId="571324812" sldId="2147483656"/>
              <pc:sldLayoutMk cId="838690321" sldId="2147483662"/>
              <ac:spMk id="7" creationId="{C07B8B59-72BB-402C-0548-28CBE824E528}"/>
            </ac:spMkLst>
          </pc:spChg>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pChg chg="mod">
            <ac:chgData name="Steven M Christey" userId="f24da668-4c1f-41c0-850e-113e2bdf78cf" providerId="ADAL" clId="{93063133-3906-4F30-A148-99717A6DC68B}" dt="2025-01-17T16:30:18.717" v="514" actId="20577"/>
            <ac:spMkLst>
              <pc:docMk/>
              <pc:sldMasterMk cId="571324812" sldId="2147483656"/>
              <pc:sldLayoutMk cId="4234124309" sldId="2147483663"/>
              <ac:spMk id="4" creationId="{6DE9556C-601C-A625-8E9C-D685CD0558F6}"/>
            </ac:spMkLst>
          </pc:spChg>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pChg chg="mod">
            <ac:chgData name="Steven M Christey" userId="f24da668-4c1f-41c0-850e-113e2bdf78cf" providerId="ADAL" clId="{93063133-3906-4F30-A148-99717A6DC68B}" dt="2025-01-17T16:29:56.589" v="506" actId="20577"/>
            <ac:spMkLst>
              <pc:docMk/>
              <pc:sldMasterMk cId="571324812" sldId="2147483656"/>
              <pc:sldLayoutMk cId="115249480" sldId="2147483665"/>
              <ac:spMk id="4" creationId="{0547FED3-2C30-F4E6-3048-5675580799A0}"/>
            </ac:spMkLst>
          </pc:spChg>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pChg chg="mod">
            <ac:chgData name="Steven M Christey" userId="f24da668-4c1f-41c0-850e-113e2bdf78cf" providerId="ADAL" clId="{93063133-3906-4F30-A148-99717A6DC68B}" dt="2025-01-17T16:29:50.368" v="504" actId="20577"/>
            <ac:spMkLst>
              <pc:docMk/>
              <pc:sldMasterMk cId="571324812" sldId="2147483656"/>
              <pc:sldLayoutMk cId="4126487817" sldId="2147483666"/>
              <ac:spMk id="20" creationId="{64B792E7-8D76-4EA8-9A42-E8F018734208}"/>
            </ac:spMkLst>
          </pc:spChg>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pChg chg="mod">
            <ac:chgData name="Steven M Christey" userId="f24da668-4c1f-41c0-850e-113e2bdf78cf" providerId="ADAL" clId="{93063133-3906-4F30-A148-99717A6DC68B}" dt="2025-01-17T16:29:43.659" v="502" actId="20577"/>
            <ac:spMkLst>
              <pc:docMk/>
              <pc:sldMasterMk cId="571324812" sldId="2147483656"/>
              <pc:sldLayoutMk cId="431849749" sldId="2147483667"/>
              <ac:spMk id="6" creationId="{DC740274-008C-0C73-052B-7BFB85A61250}"/>
            </ac:spMkLst>
          </pc:spChg>
        </pc:sldLayoutChg>
      </pc:sldMaster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pChg chg="mod">
          <ac:chgData name="Alec J Summers" userId="S::asummers@mitre.org::d9c4246f-ffa8-4c52-a253-9dc5efe19efc" providerId="AD" clId="Web-{2336B3DE-9635-423B-8B16-B0D62D7F642C}" dt="2025-01-31T15:51:14.039" v="57" actId="20577"/>
          <ac:spMkLst>
            <pc:docMk/>
            <pc:sldMk cId="915149386" sldId="514"/>
            <ac:spMk id="3" creationId="{D4348C02-DFCE-A2E4-D523-D69A254A7D49}"/>
          </ac:spMkLst>
        </pc:spChg>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sldChg chg="modSp">
        <pc:chgData name="Alec J Summers" userId="S::asummers@mitre.org::d9c4246f-ffa8-4c52-a253-9dc5efe19efc" providerId="AD" clId="Web-{C723249B-3A3F-42BF-9763-B3C1AE422D4C}" dt="2024-11-15T15:56:28.554" v="13" actId="20577"/>
        <pc:sldMkLst>
          <pc:docMk/>
          <pc:sldMk cId="915149386" sldId="514"/>
        </pc:sldMkLst>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modSp mod ord">
        <pc:chgData name="Alec J Summers" userId="d9c4246f-ffa8-4c52-a253-9dc5efe19efc" providerId="ADAL" clId="{3FAE7DF6-7101-524C-90F5-9656D182D6EF}" dt="2024-10-18T14:22:45.454" v="284" actId="20577"/>
        <pc:sldMkLst>
          <pc:docMk/>
          <pc:sldMk cId="915149386" sldId="514"/>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pChg chg="mod">
          <ac:chgData name="Steven M Christey" userId="f24da668-4c1f-41c0-850e-113e2bdf78cf" providerId="ADAL" clId="{004DF47B-EA38-450F-A79E-40B5A7500405}" dt="2024-12-20T15:11:15.893" v="83" actId="20577"/>
          <ac:spMkLst>
            <pc:docMk/>
            <pc:sldMk cId="1454278300" sldId="459"/>
            <ac:spMk id="3" creationId="{0992DF88-AC24-0FBF-1177-62DD9110498B}"/>
          </ac:spMkLst>
        </pc:spChg>
      </pc:sldChg>
      <pc:sldChg chg="modSp mod">
        <pc:chgData name="Steven M Christey" userId="f24da668-4c1f-41c0-850e-113e2bdf78cf" providerId="ADAL" clId="{004DF47B-EA38-450F-A79E-40B5A7500405}" dt="2024-12-20T15:39:53.083" v="1130" actId="20577"/>
        <pc:sldMkLst>
          <pc:docMk/>
          <pc:sldMk cId="1259113184" sldId="475"/>
        </pc:sldMkLst>
        <pc:spChg chg="mod">
          <ac:chgData name="Steven M Christey" userId="f24da668-4c1f-41c0-850e-113e2bdf78cf" providerId="ADAL" clId="{004DF47B-EA38-450F-A79E-40B5A7500405}" dt="2024-12-20T15:39:53.083" v="1130" actId="20577"/>
          <ac:spMkLst>
            <pc:docMk/>
            <pc:sldMk cId="1259113184" sldId="475"/>
            <ac:spMk id="3" creationId="{32062DF9-CFF1-0BEE-15FF-59D403B018ED}"/>
          </ac:spMkLst>
        </pc:spChg>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pChg chg="mod">
          <ac:chgData name="Steven M Christey" userId="f24da668-4c1f-41c0-850e-113e2bdf78cf" providerId="ADAL" clId="{004DF47B-EA38-450F-A79E-40B5A7500405}" dt="2024-12-20T16:00:50.690" v="1582" actId="20577"/>
          <ac:spMkLst>
            <pc:docMk/>
            <pc:sldMk cId="915149386" sldId="514"/>
            <ac:spMk id="3" creationId="{D4348C02-DFCE-A2E4-D523-D69A254A7D49}"/>
          </ac:spMkLst>
        </pc:spChg>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pChg chg="mod">
          <ac:chgData name="Steven M Christey" userId="f24da668-4c1f-41c0-850e-113e2bdf78cf" providerId="ADAL" clId="{004DF47B-EA38-450F-A79E-40B5A7500405}" dt="2024-12-20T16:55:32.699" v="1705" actId="6549"/>
          <ac:spMkLst>
            <pc:docMk/>
            <pc:sldMk cId="150708501" sldId="533"/>
            <ac:spMk id="5" creationId="{F150325F-23B4-2959-C512-1363416E3D5B}"/>
          </ac:spMkLst>
        </pc:spChg>
      </pc:sldChg>
      <pc:sldChg chg="modSp new mod">
        <pc:chgData name="Steven M Christey" userId="f24da668-4c1f-41c0-850e-113e2bdf78cf" providerId="ADAL" clId="{004DF47B-EA38-450F-A79E-40B5A7500405}" dt="2024-12-20T15:37:08.597" v="1069" actId="20577"/>
        <pc:sldMkLst>
          <pc:docMk/>
          <pc:sldMk cId="674283638" sldId="534"/>
        </pc:sldMkLst>
        <pc:spChg chg="mod">
          <ac:chgData name="Steven M Christey" userId="f24da668-4c1f-41c0-850e-113e2bdf78cf" providerId="ADAL" clId="{004DF47B-EA38-450F-A79E-40B5A7500405}" dt="2024-12-20T15:34:55.509" v="694" actId="20577"/>
          <ac:spMkLst>
            <pc:docMk/>
            <pc:sldMk cId="674283638" sldId="534"/>
            <ac:spMk id="2" creationId="{B68AAB70-A147-2E82-9984-2F1D7F40BA9E}"/>
          </ac:spMkLst>
        </pc:spChg>
        <pc:spChg chg="mod">
          <ac:chgData name="Steven M Christey" userId="f24da668-4c1f-41c0-850e-113e2bdf78cf" providerId="ADAL" clId="{004DF47B-EA38-450F-A79E-40B5A7500405}" dt="2024-12-20T15:37:08.597" v="1069" actId="20577"/>
          <ac:spMkLst>
            <pc:docMk/>
            <pc:sldMk cId="674283638" sldId="534"/>
            <ac:spMk id="3" creationId="{1A065927-5551-1053-CA96-EFA73AF6FCFB}"/>
          </ac:spMkLst>
        </pc:spChg>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delSp modSp mod">
        <pc:chgData name="Alec J Summers" userId="d9c4246f-ffa8-4c52-a253-9dc5efe19efc" providerId="ADAL" clId="{AED219C3-DB5D-EB4F-A262-F8BE05B0867F}" dt="2024-11-15T16:00:25.692" v="100" actId="478"/>
        <pc:sldMkLst>
          <pc:docMk/>
          <pc:sldMk cId="1259113184" sldId="475"/>
        </pc:sldMkLst>
      </pc:sldChg>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00:10.338" v="0" actId="20577"/>
        <pc:sldMkLst>
          <pc:docMk/>
          <pc:sldMk cId="1454278300" sldId="459"/>
        </pc:sldMkLst>
      </pc:sldChg>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00:49.083" v="48" actId="20577"/>
        <pc:sldMkLst>
          <pc:docMk/>
          <pc:sldMk cId="915149386" sldId="514"/>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pChg chg="mod">
          <ac:chgData name="Steven M Christey" userId="f24da668-4c1f-41c0-850e-113e2bdf78cf" providerId="ADAL" clId="{19F25D5F-252C-424D-A52E-D5D089ECF2C6}" dt="2025-01-31T15:18:16.636" v="3" actId="20577"/>
          <ac:spMkLst>
            <pc:docMk/>
            <pc:sldMk cId="1454278300" sldId="459"/>
            <ac:spMk id="3" creationId="{0992DF88-AC24-0FBF-1177-62DD9110498B}"/>
          </ac:spMkLst>
        </pc:spChg>
      </pc:sldChg>
      <pc:sldChg chg="modSp mod">
        <pc:chgData name="Steven M Christey" userId="f24da668-4c1f-41c0-850e-113e2bdf78cf" providerId="ADAL" clId="{19F25D5F-252C-424D-A52E-D5D089ECF2C6}" dt="2025-01-31T15:18:35.244" v="8"/>
        <pc:sldMkLst>
          <pc:docMk/>
          <pc:sldMk cId="1259113184" sldId="475"/>
        </pc:sldMkLst>
        <pc:spChg chg="mod">
          <ac:chgData name="Steven M Christey" userId="f24da668-4c1f-41c0-850e-113e2bdf78cf" providerId="ADAL" clId="{19F25D5F-252C-424D-A52E-D5D089ECF2C6}" dt="2025-01-31T15:18:35.244" v="8"/>
          <ac:spMkLst>
            <pc:docMk/>
            <pc:sldMk cId="1259113184" sldId="475"/>
            <ac:spMk id="3" creationId="{32062DF9-CFF1-0BEE-15FF-59D403B018ED}"/>
          </ac:spMkLst>
        </pc:spChg>
      </pc:sldChg>
      <pc:sldChg chg="modSp mod ord">
        <pc:chgData name="Steven M Christey" userId="f24da668-4c1f-41c0-850e-113e2bdf78cf" providerId="ADAL" clId="{19F25D5F-252C-424D-A52E-D5D089ECF2C6}" dt="2025-01-31T16:09:38.056" v="1614" actId="20577"/>
        <pc:sldMkLst>
          <pc:docMk/>
          <pc:sldMk cId="915149386" sldId="514"/>
        </pc:sldMkLst>
        <pc:spChg chg="mod">
          <ac:chgData name="Steven M Christey" userId="f24da668-4c1f-41c0-850e-113e2bdf78cf" providerId="ADAL" clId="{19F25D5F-252C-424D-A52E-D5D089ECF2C6}" dt="2025-01-31T16:09:38.056" v="1614" actId="20577"/>
          <ac:spMkLst>
            <pc:docMk/>
            <pc:sldMk cId="915149386" sldId="514"/>
            <ac:spMk id="3" creationId="{D4348C02-DFCE-A2E4-D523-D69A254A7D49}"/>
          </ac:spMkLst>
        </pc:spChg>
      </pc:sldChg>
      <pc:sldChg chg="modSp mod ord">
        <pc:chgData name="Steven M Christey" userId="f24da668-4c1f-41c0-850e-113e2bdf78cf" providerId="ADAL" clId="{19F25D5F-252C-424D-A52E-D5D089ECF2C6}" dt="2025-01-31T16:25:30.993" v="1631" actId="114"/>
        <pc:sldMkLst>
          <pc:docMk/>
          <pc:sldMk cId="150708501" sldId="533"/>
        </pc:sldMkLst>
        <pc:spChg chg="mod">
          <ac:chgData name="Steven M Christey" userId="f24da668-4c1f-41c0-850e-113e2bdf78cf" providerId="ADAL" clId="{19F25D5F-252C-424D-A52E-D5D089ECF2C6}" dt="2025-01-31T15:20:53.773" v="210" actId="27636"/>
          <ac:spMkLst>
            <pc:docMk/>
            <pc:sldMk cId="150708501" sldId="533"/>
            <ac:spMk id="3" creationId="{D56FF49E-E3F8-8E2A-2DB7-2E9585AD88B0}"/>
          </ac:spMkLst>
        </pc:spChg>
        <pc:spChg chg="mod">
          <ac:chgData name="Steven M Christey" userId="f24da668-4c1f-41c0-850e-113e2bdf78cf" providerId="ADAL" clId="{19F25D5F-252C-424D-A52E-D5D089ECF2C6}" dt="2025-01-31T16:25:30.993" v="1631" actId="114"/>
          <ac:spMkLst>
            <pc:docMk/>
            <pc:sldMk cId="150708501" sldId="533"/>
            <ac:spMk id="5" creationId="{F150325F-23B4-2959-C512-1363416E3D5B}"/>
          </ac:spMkLst>
        </pc:spChg>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pChg chg="mod">
          <ac:chgData name="Steven M Christey" userId="f24da668-4c1f-41c0-850e-113e2bdf78cf" providerId="ADAL" clId="{19F25D5F-252C-424D-A52E-D5D089ECF2C6}" dt="2025-01-31T15:27:12.267" v="522" actId="20577"/>
          <ac:spMkLst>
            <pc:docMk/>
            <pc:sldMk cId="2266223281" sldId="539"/>
            <ac:spMk id="2" creationId="{994EE636-A57B-BB7C-C698-DCB6F2A7B071}"/>
          </ac:spMkLst>
        </pc:spChg>
        <pc:spChg chg="mod">
          <ac:chgData name="Steven M Christey" userId="f24da668-4c1f-41c0-850e-113e2bdf78cf" providerId="ADAL" clId="{19F25D5F-252C-424D-A52E-D5D089ECF2C6}" dt="2025-01-31T15:32:42.094" v="904" actId="20577"/>
          <ac:spMkLst>
            <pc:docMk/>
            <pc:sldMk cId="2266223281" sldId="539"/>
            <ac:spMk id="3" creationId="{9915B450-3AB3-4605-EAE8-C84785DE6064}"/>
          </ac:spMkLst>
        </pc:spChg>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pChg chg="mod">
          <ac:chgData name="Steven M Christey" userId="f24da668-4c1f-41c0-850e-113e2bdf78cf" providerId="ADAL" clId="{19F25D5F-252C-424D-A52E-D5D089ECF2C6}" dt="2025-01-31T15:34:42.979" v="920" actId="1076"/>
          <ac:spMkLst>
            <pc:docMk/>
            <pc:sldMk cId="1502259985" sldId="541"/>
            <ac:spMk id="2" creationId="{FE27698D-BC9A-28D2-4336-B8478BD9DE4F}"/>
          </ac:spMkLst>
        </pc:spChg>
        <pc:spChg chg="mod">
          <ac:chgData name="Steven M Christey" userId="f24da668-4c1f-41c0-850e-113e2bdf78cf" providerId="ADAL" clId="{19F25D5F-252C-424D-A52E-D5D089ECF2C6}" dt="2025-01-31T15:41:50.169" v="1169"/>
          <ac:spMkLst>
            <pc:docMk/>
            <pc:sldMk cId="1502259985" sldId="541"/>
            <ac:spMk id="3" creationId="{8E18EDAB-114A-7565-3477-1309F48B90FB}"/>
          </ac:spMkLst>
        </pc:spChg>
      </pc:sldChg>
      <pc:sldChg chg="modSp new mod">
        <pc:chgData name="Steven M Christey" userId="f24da668-4c1f-41c0-850e-113e2bdf78cf" providerId="ADAL" clId="{19F25D5F-252C-424D-A52E-D5D089ECF2C6}" dt="2025-01-31T15:45:41.243" v="1293" actId="14"/>
        <pc:sldMkLst>
          <pc:docMk/>
          <pc:sldMk cId="2730253842" sldId="542"/>
        </pc:sldMkLst>
        <pc:spChg chg="mod">
          <ac:chgData name="Steven M Christey" userId="f24da668-4c1f-41c0-850e-113e2bdf78cf" providerId="ADAL" clId="{19F25D5F-252C-424D-A52E-D5D089ECF2C6}" dt="2025-01-31T15:42:27.118" v="1186"/>
          <ac:spMkLst>
            <pc:docMk/>
            <pc:sldMk cId="2730253842" sldId="542"/>
            <ac:spMk id="2" creationId="{91D802BE-518D-D6E6-531C-A2E587BDF05C}"/>
          </ac:spMkLst>
        </pc:spChg>
        <pc:spChg chg="mod">
          <ac:chgData name="Steven M Christey" userId="f24da668-4c1f-41c0-850e-113e2bdf78cf" providerId="ADAL" clId="{19F25D5F-252C-424D-A52E-D5D089ECF2C6}" dt="2025-01-31T15:45:41.243" v="1293" actId="14"/>
          <ac:spMkLst>
            <pc:docMk/>
            <pc:sldMk cId="2730253842" sldId="542"/>
            <ac:spMk id="3" creationId="{CF8600D0-E349-74FD-4214-23DC700A0F91}"/>
          </ac:spMkLst>
        </pc:spChg>
      </pc:sldChg>
      <pc:sldChg chg="modSp new mod">
        <pc:chgData name="Steven M Christey" userId="f24da668-4c1f-41c0-850e-113e2bdf78cf" providerId="ADAL" clId="{19F25D5F-252C-424D-A52E-D5D089ECF2C6}" dt="2025-01-31T15:49:39.485" v="1472" actId="20577"/>
        <pc:sldMkLst>
          <pc:docMk/>
          <pc:sldMk cId="373026186" sldId="543"/>
        </pc:sldMkLst>
        <pc:spChg chg="mod">
          <ac:chgData name="Steven M Christey" userId="f24da668-4c1f-41c0-850e-113e2bdf78cf" providerId="ADAL" clId="{19F25D5F-252C-424D-A52E-D5D089ECF2C6}" dt="2025-01-31T15:49:19.787" v="1399" actId="20577"/>
          <ac:spMkLst>
            <pc:docMk/>
            <pc:sldMk cId="373026186" sldId="543"/>
            <ac:spMk id="2" creationId="{0AF37094-A533-79D5-3374-777789798775}"/>
          </ac:spMkLst>
        </pc:spChg>
        <pc:spChg chg="mod">
          <ac:chgData name="Steven M Christey" userId="f24da668-4c1f-41c0-850e-113e2bdf78cf" providerId="ADAL" clId="{19F25D5F-252C-424D-A52E-D5D089ECF2C6}" dt="2025-01-31T15:49:39.485" v="1472" actId="20577"/>
          <ac:spMkLst>
            <pc:docMk/>
            <pc:sldMk cId="373026186" sldId="543"/>
            <ac:spMk id="3" creationId="{4AAD0163-4D5C-07F0-AD94-0E567808EB5B}"/>
          </ac:spMkLst>
        </pc:spChg>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6:02:11.506" v="1807" actId="20577"/>
        <pc:sldMkLst>
          <pc:docMk/>
          <pc:sldMk cId="1454278300" sldId="459"/>
        </pc:sldMkLst>
        <pc:spChg chg="mod">
          <ac:chgData name="Steven M Christey" userId="f24da668-4c1f-41c0-850e-113e2bdf78cf" providerId="ADAL" clId="{A43A276B-9F4E-465D-99C8-DD66489E7D77}" dt="2025-02-14T16:02:11.506" v="1807" actId="20577"/>
          <ac:spMkLst>
            <pc:docMk/>
            <pc:sldMk cId="1454278300" sldId="459"/>
            <ac:spMk id="2" creationId="{33307706-4E65-00EA-9416-F4DD36CAAD0A}"/>
          </ac:spMkLst>
        </pc:spChg>
        <pc:spChg chg="mod">
          <ac:chgData name="Steven M Christey" userId="f24da668-4c1f-41c0-850e-113e2bdf78cf" providerId="ADAL" clId="{A43A276B-9F4E-465D-99C8-DD66489E7D77}" dt="2025-02-14T15:07:35.977" v="20" actId="20577"/>
          <ac:spMkLst>
            <pc:docMk/>
            <pc:sldMk cId="1454278300" sldId="459"/>
            <ac:spMk id="3" creationId="{0992DF88-AC24-0FBF-1177-62DD9110498B}"/>
          </ac:spMkLst>
        </pc:spChg>
      </pc:sldChg>
      <pc:sldChg chg="modSp mod">
        <pc:chgData name="Steven M Christey" userId="f24da668-4c1f-41c0-850e-113e2bdf78cf" providerId="ADAL" clId="{A43A276B-9F4E-465D-99C8-DD66489E7D77}" dt="2025-02-14T15:42:06.315" v="736" actId="207"/>
        <pc:sldMkLst>
          <pc:docMk/>
          <pc:sldMk cId="1259113184" sldId="475"/>
        </pc:sldMkLst>
        <pc:spChg chg="mod">
          <ac:chgData name="Steven M Christey" userId="f24da668-4c1f-41c0-850e-113e2bdf78cf" providerId="ADAL" clId="{A43A276B-9F4E-465D-99C8-DD66489E7D77}" dt="2025-02-14T15:41:17.644" v="664" actId="20577"/>
          <ac:spMkLst>
            <pc:docMk/>
            <pc:sldMk cId="1259113184" sldId="475"/>
            <ac:spMk id="3" creationId="{32062DF9-CFF1-0BEE-15FF-59D403B018ED}"/>
          </ac:spMkLst>
        </pc:spChg>
        <pc:spChg chg="mod">
          <ac:chgData name="Steven M Christey" userId="f24da668-4c1f-41c0-850e-113e2bdf78cf" providerId="ADAL" clId="{A43A276B-9F4E-465D-99C8-DD66489E7D77}" dt="2025-02-14T15:42:06.315" v="736" actId="207"/>
          <ac:spMkLst>
            <pc:docMk/>
            <pc:sldMk cId="1259113184" sldId="475"/>
            <ac:spMk id="6" creationId="{D630B379-7569-7A91-432B-E79677CEB874}"/>
          </ac:spMkLst>
        </pc:spChg>
      </pc:sldChg>
      <pc:sldChg chg="modSp mod">
        <pc:chgData name="Steven M Christey" userId="f24da668-4c1f-41c0-850e-113e2bdf78cf" providerId="ADAL" clId="{A43A276B-9F4E-465D-99C8-DD66489E7D77}" dt="2025-02-14T15:12:16.138" v="280" actId="20577"/>
        <pc:sldMkLst>
          <pc:docMk/>
          <pc:sldMk cId="150708501" sldId="533"/>
        </pc:sldMkLst>
        <pc:spChg chg="mod">
          <ac:chgData name="Steven M Christey" userId="f24da668-4c1f-41c0-850e-113e2bdf78cf" providerId="ADAL" clId="{A43A276B-9F4E-465D-99C8-DD66489E7D77}" dt="2025-02-14T15:12:16.138" v="280" actId="20577"/>
          <ac:spMkLst>
            <pc:docMk/>
            <pc:sldMk cId="150708501" sldId="533"/>
            <ac:spMk id="3" creationId="{D56FF49E-E3F8-8E2A-2DB7-2E9585AD88B0}"/>
          </ac:spMkLst>
        </pc:spChg>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pChg chg="mod">
          <ac:chgData name="Steven M Christey" userId="f24da668-4c1f-41c0-850e-113e2bdf78cf" providerId="ADAL" clId="{A43A276B-9F4E-465D-99C8-DD66489E7D77}" dt="2025-02-14T15:42:54.933" v="767" actId="20577"/>
          <ac:spMkLst>
            <pc:docMk/>
            <pc:sldMk cId="2266223281" sldId="539"/>
            <ac:spMk id="3" creationId="{9915B450-3AB3-4605-EAE8-C84785DE6064}"/>
          </ac:spMkLst>
        </pc:spChg>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pChg chg="mod">
          <ac:chgData name="Steven M Christey" userId="f24da668-4c1f-41c0-850e-113e2bdf78cf" providerId="ADAL" clId="{A43A276B-9F4E-465D-99C8-DD66489E7D77}" dt="2025-02-14T15:12:35.714" v="289" actId="20577"/>
          <ac:spMkLst>
            <pc:docMk/>
            <pc:sldMk cId="1502259985" sldId="541"/>
            <ac:spMk id="2" creationId="{FE27698D-BC9A-28D2-4336-B8478BD9DE4F}"/>
          </ac:spMkLst>
        </pc:spChg>
      </pc:sldChg>
      <pc:sldChg chg="modSp mod ord">
        <pc:chgData name="Steven M Christey" userId="f24da668-4c1f-41c0-850e-113e2bdf78cf" providerId="ADAL" clId="{A43A276B-9F4E-465D-99C8-DD66489E7D77}" dt="2025-02-14T15:44:47.195" v="872" actId="20577"/>
        <pc:sldMkLst>
          <pc:docMk/>
          <pc:sldMk cId="2730253842" sldId="542"/>
        </pc:sldMkLst>
        <pc:spChg chg="mod">
          <ac:chgData name="Steven M Christey" userId="f24da668-4c1f-41c0-850e-113e2bdf78cf" providerId="ADAL" clId="{A43A276B-9F4E-465D-99C8-DD66489E7D77}" dt="2025-02-14T15:44:47.195" v="872" actId="20577"/>
          <ac:spMkLst>
            <pc:docMk/>
            <pc:sldMk cId="2730253842" sldId="542"/>
            <ac:spMk id="3" creationId="{CF8600D0-E349-74FD-4214-23DC700A0F91}"/>
          </ac:spMkLst>
        </pc:spChg>
      </pc:sldChg>
      <pc:sldChg chg="modSp mod">
        <pc:chgData name="Steven M Christey" userId="f24da668-4c1f-41c0-850e-113e2bdf78cf" providerId="ADAL" clId="{A43A276B-9F4E-465D-99C8-DD66489E7D77}" dt="2025-02-14T15:15:44.321" v="340" actId="20577"/>
        <pc:sldMkLst>
          <pc:docMk/>
          <pc:sldMk cId="373026186" sldId="543"/>
        </pc:sldMkLst>
        <pc:spChg chg="mod">
          <ac:chgData name="Steven M Christey" userId="f24da668-4c1f-41c0-850e-113e2bdf78cf" providerId="ADAL" clId="{A43A276B-9F4E-465D-99C8-DD66489E7D77}" dt="2025-02-14T15:15:44.321" v="340" actId="20577"/>
          <ac:spMkLst>
            <pc:docMk/>
            <pc:sldMk cId="373026186" sldId="543"/>
            <ac:spMk id="2" creationId="{0AF37094-A533-79D5-3374-777789798775}"/>
          </ac:spMkLst>
        </pc:spChg>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pChg chg="mod">
          <ac:chgData name="Steven M Christey" userId="f24da668-4c1f-41c0-850e-113e2bdf78cf" providerId="ADAL" clId="{A43A276B-9F4E-465D-99C8-DD66489E7D77}" dt="2025-02-14T15:08:28.085" v="43" actId="20577"/>
          <ac:spMkLst>
            <pc:docMk/>
            <pc:sldMk cId="3700112731" sldId="545"/>
            <ac:spMk id="2" creationId="{BE17553B-65F7-479D-4DA0-BF468708828B}"/>
          </ac:spMkLst>
        </pc:spChg>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pChg chg="mod">
          <ac:chgData name="Steven M Christey" userId="f24da668-4c1f-41c0-850e-113e2bdf78cf" providerId="ADAL" clId="{A43A276B-9F4E-465D-99C8-DD66489E7D77}" dt="2025-02-14T15:14:20.304" v="312" actId="20577"/>
          <ac:spMkLst>
            <pc:docMk/>
            <pc:sldMk cId="853201468" sldId="547"/>
            <ac:spMk id="2" creationId="{40F73B08-2967-AAF3-53F0-447CEF4E99B5}"/>
          </ac:spMkLst>
        </pc:spChg>
      </pc:sldChg>
      <pc:sldChg chg="modSp new mod">
        <pc:chgData name="Steven M Christey" userId="f24da668-4c1f-41c0-850e-113e2bdf78cf" providerId="ADAL" clId="{A43A276B-9F4E-465D-99C8-DD66489E7D77}" dt="2025-02-14T15:16:31.376" v="416" actId="20577"/>
        <pc:sldMkLst>
          <pc:docMk/>
          <pc:sldMk cId="1565146543" sldId="548"/>
        </pc:sldMkLst>
        <pc:spChg chg="mod">
          <ac:chgData name="Steven M Christey" userId="f24da668-4c1f-41c0-850e-113e2bdf78cf" providerId="ADAL" clId="{A43A276B-9F4E-465D-99C8-DD66489E7D77}" dt="2025-02-14T15:16:31.376" v="416" actId="20577"/>
          <ac:spMkLst>
            <pc:docMk/>
            <pc:sldMk cId="1565146543" sldId="548"/>
            <ac:spMk id="2" creationId="{D261E447-4F51-57E1-6CB2-D304F03BBD21}"/>
          </ac:spMkLst>
        </pc:spChg>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pChg chg="mod">
          <ac:chgData name="Steven M Christey" userId="f24da668-4c1f-41c0-850e-113e2bdf78cf" providerId="ADAL" clId="{A43A276B-9F4E-465D-99C8-DD66489E7D77}" dt="2025-02-14T15:44:11.895" v="806" actId="20577"/>
          <ac:spMkLst>
            <pc:docMk/>
            <pc:sldMk cId="2070058361" sldId="551"/>
            <ac:spMk id="2" creationId="{3ED4C4EE-AD34-158A-0473-8FD64EB6CC77}"/>
          </ac:spMkLst>
        </pc:spChg>
        <pc:spChg chg="mod">
          <ac:chgData name="Steven M Christey" userId="f24da668-4c1f-41c0-850e-113e2bdf78cf" providerId="ADAL" clId="{A43A276B-9F4E-465D-99C8-DD66489E7D77}" dt="2025-02-14T15:44:36.672" v="871" actId="6549"/>
          <ac:spMkLst>
            <pc:docMk/>
            <pc:sldMk cId="2070058361" sldId="551"/>
            <ac:spMk id="3" creationId="{8BA7C391-82D3-70E1-6585-7590DC9E29A5}"/>
          </ac:spMkLst>
        </pc:spChg>
      </pc:sldChg>
      <pc:sldChg chg="addSp modSp new mod ord">
        <pc:chgData name="Steven M Christey" userId="f24da668-4c1f-41c0-850e-113e2bdf78cf" providerId="ADAL" clId="{A43A276B-9F4E-465D-99C8-DD66489E7D77}" dt="2025-02-14T15:52:54.632" v="1796" actId="20577"/>
        <pc:sldMkLst>
          <pc:docMk/>
          <pc:sldMk cId="3459002713" sldId="552"/>
        </pc:sldMkLst>
        <pc:spChg chg="mod">
          <ac:chgData name="Steven M Christey" userId="f24da668-4c1f-41c0-850e-113e2bdf78cf" providerId="ADAL" clId="{A43A276B-9F4E-465D-99C8-DD66489E7D77}" dt="2025-02-14T15:48:14.511" v="1410" actId="20577"/>
          <ac:spMkLst>
            <pc:docMk/>
            <pc:sldMk cId="3459002713" sldId="552"/>
            <ac:spMk id="2" creationId="{08991F8D-568A-826F-4A6D-A8A7779941F9}"/>
          </ac:spMkLst>
        </pc:spChg>
        <pc:spChg chg="mod">
          <ac:chgData name="Steven M Christey" userId="f24da668-4c1f-41c0-850e-113e2bdf78cf" providerId="ADAL" clId="{A43A276B-9F4E-465D-99C8-DD66489E7D77}" dt="2025-02-14T15:52:54.632" v="1796" actId="20577"/>
          <ac:spMkLst>
            <pc:docMk/>
            <pc:sldMk cId="3459002713" sldId="552"/>
            <ac:spMk id="3" creationId="{4369DD20-7DC5-577B-4E0D-723FC8A8FB49}"/>
          </ac:spMkLst>
        </pc:spChg>
        <pc:spChg chg="add mod">
          <ac:chgData name="Steven M Christey" userId="f24da668-4c1f-41c0-850e-113e2bdf78cf" providerId="ADAL" clId="{A43A276B-9F4E-465D-99C8-DD66489E7D77}" dt="2025-02-14T15:49:18.162" v="1423" actId="692"/>
          <ac:spMkLst>
            <pc:docMk/>
            <pc:sldMk cId="3459002713" sldId="552"/>
            <ac:spMk id="5" creationId="{62A4C25A-084F-F2B0-0B58-6835AFE2D0C2}"/>
          </ac:spMkLst>
        </pc:spChg>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2/28/2025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81031"/>
              </a:lnSpc>
            </a:pPr>
            <a:r>
              <a:rPr lang="en-US" dirty="0"/>
              <a:t>CWE AI Working Group Meeting</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February 28, 2025</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Subgroup status</a:t>
            </a:r>
          </a:p>
          <a:p>
            <a:pPr marL="307975" indent="-307975"/>
            <a:r>
              <a:rPr lang="en-US" dirty="0">
                <a:latin typeface="Tahoma"/>
                <a:ea typeface="Tahoma"/>
                <a:cs typeface="Tahoma"/>
              </a:rPr>
              <a:t>Focus on new-entry submission</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WG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Next CWE release: April 3, 2025 (just before </a:t>
            </a:r>
            <a:r>
              <a:rPr lang="en-US" dirty="0" err="1">
                <a:latin typeface="Tahoma"/>
                <a:ea typeface="Tahoma"/>
                <a:cs typeface="Tahoma"/>
              </a:rPr>
              <a:t>VulnCon</a:t>
            </a:r>
            <a:r>
              <a:rPr lang="en-US" dirty="0">
                <a:latin typeface="Tahoma"/>
                <a:ea typeface="Tahoma"/>
                <a:cs typeface="Tahoma"/>
              </a:rPr>
              <a:t>)</a:t>
            </a:r>
          </a:p>
          <a:p>
            <a:pPr marL="685922" lvl="1" indent="-307975"/>
            <a:r>
              <a:rPr lang="en-US" dirty="0">
                <a:latin typeface="Tahoma"/>
                <a:ea typeface="Tahoma"/>
                <a:cs typeface="Tahoma"/>
              </a:rPr>
              <a:t>Will include public release of CDR (registration no longer required)</a:t>
            </a:r>
            <a:endParaRPr lang="en-US" dirty="0"/>
          </a:p>
          <a:p>
            <a:pPr marL="0" indent="0">
              <a:buNone/>
            </a:pPr>
            <a:endParaRPr lang="en-US" dirty="0">
              <a:latin typeface="Tahoma"/>
              <a:ea typeface="Tahoma"/>
              <a:cs typeface="Tahoma"/>
            </a:endParaRPr>
          </a:p>
          <a:p>
            <a:pPr marL="307975" indent="-307975"/>
            <a:r>
              <a:rPr lang="en-US" dirty="0">
                <a:latin typeface="Tahoma"/>
                <a:ea typeface="Tahoma"/>
                <a:cs typeface="Tahoma"/>
              </a:rPr>
              <a:t>To do: addition of new co-chairs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a:p>
            <a:r>
              <a:rPr lang="en-US" dirty="0">
                <a:latin typeface="Tahoma"/>
                <a:ea typeface="Tahoma"/>
                <a:cs typeface="Tahoma"/>
              </a:rPr>
              <a:t>Subgroup formation hasn’t happened yet</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491253" y="342900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Improper tuning of model control parameters (Lily Wong), ES2406-9e5fcf10</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Updated for February 28</a:t>
            </a:r>
          </a:p>
          <a:p>
            <a:r>
              <a:rPr lang="en-US" dirty="0"/>
              <a:t>Multiple comments in CDR after the previous meeting</a:t>
            </a:r>
          </a:p>
          <a:p>
            <a:r>
              <a:rPr lang="en-US" dirty="0"/>
              <a:t>https://github.com/CWE-CAPEC/CWE-Content-Development-Repository/issues/114</a:t>
            </a:r>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3362485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345900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1300447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55762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model training, when hyperparameters are set without adequate validation or understanding of their impact.&gt;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5993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18620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dirty="0"/>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dirty="0"/>
              <a:t>Documentation for Transformers text generation parameters</a:t>
            </a:r>
          </a:p>
          <a:p>
            <a:pPr lvl="1"/>
            <a:r>
              <a:rPr lang="en-US" dirty="0"/>
              <a:t>https://huggingface.co/docs/transformers/main_classes/text_generation#transformers.GenerationConfig</a:t>
            </a:r>
          </a:p>
          <a:p>
            <a:r>
              <a:rPr lang="en-US" dirty="0"/>
              <a:t>Any others that come to mind?</a:t>
            </a:r>
          </a:p>
          <a:p>
            <a:endParaRPr lang="en-US" dirty="0"/>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50FCDD-08B1-48D8-BB50-7A17E590A5EE}">
  <ds:schemaRefs>
    <ds:schemaRef ds:uri="aff8eeb6-53bf-44bf-a224-fac977cd228b"/>
    <ds:schemaRef ds:uri="http://www.w3.org/XML/1998/namespace"/>
    <ds:schemaRef ds:uri="http://schemas.microsoft.com/office/2006/documentManagement/types"/>
    <ds:schemaRef ds:uri="http://schemas.microsoft.com/office/infopath/2007/PartnerControls"/>
    <ds:schemaRef ds:uri="http://purl.org/dc/dcmitype/"/>
    <ds:schemaRef ds:uri="http://purl.org/dc/elements/1.1/"/>
    <ds:schemaRef ds:uri="http://schemas.microsoft.com/office/2006/metadata/properties"/>
    <ds:schemaRef ds:uri="http://purl.org/dc/terms/"/>
    <ds:schemaRef ds:uri="http://schemas.openxmlformats.org/package/2006/metadata/core-properties"/>
    <ds:schemaRef ds:uri="b5a44311-ed64-4a72-909f-c9dc6973bde2"/>
    <ds:schemaRef ds:uri="f3e578be-7961-41e8-91c9-b742ecb60a74"/>
  </ds:schemaRefs>
</ds:datastoreItem>
</file>

<file path=docProps/app.xml><?xml version="1.0" encoding="utf-8"?>
<Properties xmlns="http://schemas.openxmlformats.org/officeDocument/2006/extended-properties" xmlns:vt="http://schemas.openxmlformats.org/officeDocument/2006/docPropsVTypes">
  <Template>MITRE_Briefing_Template16x9</Template>
  <TotalTime>291</TotalTime>
  <Words>4199</Words>
  <Application>Microsoft Office PowerPoint</Application>
  <PresentationFormat>Widescreen</PresentationFormat>
  <Paragraphs>465</Paragraphs>
  <Slides>44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-apple-system</vt:lpstr>
      <vt:lpstr>Aptos</vt:lpstr>
      <vt:lpstr>Arial</vt:lpstr>
      <vt:lpstr>Calibri</vt:lpstr>
      <vt:lpstr>Helvetica LT Std</vt:lpstr>
      <vt:lpstr>Tahoma</vt:lpstr>
      <vt:lpstr>Verdana</vt:lpstr>
      <vt:lpstr>Wingdings</vt:lpstr>
      <vt:lpstr>mitre-2018</vt:lpstr>
      <vt:lpstr>CWE AI Working Group Meeting </vt:lpstr>
      <vt:lpstr>Agenda</vt:lpstr>
      <vt:lpstr>Status Updates</vt:lpstr>
      <vt:lpstr>Subgroups </vt:lpstr>
      <vt:lpstr>“LLM Bad Practices: Improper tuning of model control parameters” (Lily Wong) - ES2406-9e5fcf10</vt:lpstr>
      <vt:lpstr>Improper tuning of model control parameters (Lily Wong), ES2406-9e5fcf10</vt:lpstr>
      <vt:lpstr>Discussion: Name</vt:lpstr>
      <vt:lpstr>Discussion: Description</vt:lpstr>
      <vt:lpstr>Discussion: Extended Description</vt:lpstr>
      <vt:lpstr>Relationships Worksheet</vt:lpstr>
      <vt:lpstr>Common Consequences Worksheet</vt:lpstr>
      <vt:lpstr>Common Consequences - 2</vt:lpstr>
      <vt:lpstr>Modes of Introduction Worksheet</vt:lpstr>
      <vt:lpstr>Potential Mitigations Worksheet</vt:lpstr>
      <vt:lpstr>Detection Methods Worksheet</vt:lpstr>
      <vt:lpstr>Applicable Platforms Worksheet</vt:lpstr>
      <vt:lpstr>References Worksheet</vt:lpstr>
      <vt:lpstr>Observed Examples Worksheet</vt:lpstr>
      <vt:lpstr>Demonstrative Examples</vt:lpstr>
      <vt:lpstr>Demonstrative example - 1</vt:lpstr>
      <vt:lpstr>Demonstrative example - 2</vt:lpstr>
      <vt:lpstr>Maintenance Notes Worksheet</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2025-02-28T16:41:23Z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