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59"/>
  </p:notesMasterIdLst>
  <p:handoutMasterIdLst>
    <p:handoutMasterId r:id="rId60"/>
  </p:handoutMasterIdLst>
  <p:sldIdLst>
    <p:sldId id="459" r:id="rId5"/>
    <p:sldId id="475" r:id="rId6"/>
    <p:sldId id="514" r:id="rId7"/>
    <p:sldId id="533" r:id="rId8"/>
    <p:sldId id="597" r:id="rId9"/>
    <p:sldId id="603" r:id="rId10"/>
    <p:sldId id="634" r:id="rId11"/>
    <p:sldId id="615" r:id="rId12"/>
    <p:sldId id="636" r:id="rId13"/>
    <p:sldId id="637" r:id="rId14"/>
    <p:sldId id="638" r:id="rId15"/>
    <p:sldId id="639" r:id="rId16"/>
    <p:sldId id="616" r:id="rId17"/>
    <p:sldId id="617" r:id="rId18"/>
    <p:sldId id="618" r:id="rId19"/>
    <p:sldId id="619" r:id="rId20"/>
    <p:sldId id="608" r:id="rId21"/>
    <p:sldId id="613" r:id="rId22"/>
    <p:sldId id="539" r:id="rId23"/>
    <p:sldId id="632" r:id="rId24"/>
    <p:sldId id="627" r:id="rId25"/>
    <p:sldId id="628" r:id="rId26"/>
    <p:sldId id="625" r:id="rId27"/>
    <p:sldId id="633" r:id="rId28"/>
    <p:sldId id="631" r:id="rId29"/>
    <p:sldId id="604" r:id="rId30"/>
    <p:sldId id="614" r:id="rId31"/>
    <p:sldId id="541" r:id="rId32"/>
    <p:sldId id="607" r:id="rId33"/>
    <p:sldId id="635" r:id="rId34"/>
    <p:sldId id="621" r:id="rId35"/>
    <p:sldId id="622" r:id="rId36"/>
    <p:sldId id="592" r:id="rId37"/>
    <p:sldId id="602" r:id="rId38"/>
    <p:sldId id="543" r:id="rId39"/>
    <p:sldId id="605" r:id="rId40"/>
    <p:sldId id="601" r:id="rId41"/>
    <p:sldId id="554" r:id="rId42"/>
    <p:sldId id="561" r:id="rId43"/>
    <p:sldId id="562" r:id="rId44"/>
    <p:sldId id="563" r:id="rId45"/>
    <p:sldId id="564" r:id="rId46"/>
    <p:sldId id="565" r:id="rId47"/>
    <p:sldId id="566" r:id="rId48"/>
    <p:sldId id="567" r:id="rId49"/>
    <p:sldId id="568" r:id="rId50"/>
    <p:sldId id="569" r:id="rId51"/>
    <p:sldId id="570" r:id="rId52"/>
    <p:sldId id="571" r:id="rId53"/>
    <p:sldId id="572" r:id="rId54"/>
    <p:sldId id="573" r:id="rId55"/>
    <p:sldId id="574" r:id="rId56"/>
    <p:sldId id="545" r:id="rId57"/>
    <p:sldId id="53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30A623-ADDE-4797-924F-A64954A9AC85}" v="25" dt="2026-06-26T15:08:26.6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768"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67"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pc:chgData name="Steven M Christey" userId="f24da668-4c1f-41c0-850e-113e2bdf78cf" providerId="ADAL" clId="{4664C2C3-D7E1-4188-BB25-E34F4B7B5B59}" dt="2026-06-26T15:44:25.660" v="8114" actId="403"/>
      <pc:docMkLst>
        <pc:docMk/>
      </pc:docMkLst>
      <pc:sldChg chg="modSp mod">
        <pc:chgData name="Steven M Christey" userId="f24da668-4c1f-41c0-850e-113e2bdf78cf" providerId="ADAL" clId="{4664C2C3-D7E1-4188-BB25-E34F4B7B5B59}" dt="2026-06-26T14:26:46.514" v="7298" actId="20577"/>
        <pc:sldMkLst>
          <pc:docMk/>
          <pc:sldMk cId="1454278300" sldId="459"/>
        </pc:sldMkLst>
        <pc:spChg chg="mod">
          <ac:chgData name="Steven M Christey" userId="f24da668-4c1f-41c0-850e-113e2bdf78cf" providerId="ADAL" clId="{4664C2C3-D7E1-4188-BB25-E34F4B7B5B59}" dt="2026-06-26T14:26:46.514" v="7298" actId="20577"/>
          <ac:spMkLst>
            <pc:docMk/>
            <pc:sldMk cId="1454278300" sldId="459"/>
            <ac:spMk id="3" creationId="{0992DF88-AC24-0FBF-1177-62DD9110498B}"/>
          </ac:spMkLst>
        </pc:spChg>
      </pc:sldChg>
      <pc:sldChg chg="del">
        <pc:chgData name="Steven M Christey" userId="f24da668-4c1f-41c0-850e-113e2bdf78cf" providerId="ADAL" clId="{4664C2C3-D7E1-4188-BB25-E34F4B7B5B59}" dt="2026-06-26T14:40:59.229" v="7820" actId="47"/>
        <pc:sldMkLst>
          <pc:docMk/>
          <pc:sldMk cId="2014152433" sldId="488"/>
        </pc:sldMkLst>
      </pc:sldChg>
      <pc:sldChg chg="del">
        <pc:chgData name="Steven M Christey" userId="f24da668-4c1f-41c0-850e-113e2bdf78cf" providerId="ADAL" clId="{4664C2C3-D7E1-4188-BB25-E34F4B7B5B59}" dt="2026-06-26T14:40:58.537" v="7819" actId="47"/>
        <pc:sldMkLst>
          <pc:docMk/>
          <pc:sldMk cId="2192985751" sldId="493"/>
        </pc:sldMkLst>
      </pc:sldChg>
      <pc:sldChg chg="del">
        <pc:chgData name="Steven M Christey" userId="f24da668-4c1f-41c0-850e-113e2bdf78cf" providerId="ADAL" clId="{4664C2C3-D7E1-4188-BB25-E34F4B7B5B59}" dt="2026-06-26T14:41:04.286" v="7824" actId="47"/>
        <pc:sldMkLst>
          <pc:docMk/>
          <pc:sldMk cId="2091921391" sldId="494"/>
        </pc:sldMkLst>
      </pc:sldChg>
      <pc:sldChg chg="del">
        <pc:chgData name="Steven M Christey" userId="f24da668-4c1f-41c0-850e-113e2bdf78cf" providerId="ADAL" clId="{4664C2C3-D7E1-4188-BB25-E34F4B7B5B59}" dt="2026-06-26T14:40:54.041" v="7812" actId="47"/>
        <pc:sldMkLst>
          <pc:docMk/>
          <pc:sldMk cId="1746193301" sldId="495"/>
        </pc:sldMkLst>
      </pc:sldChg>
      <pc:sldChg chg="del">
        <pc:chgData name="Steven M Christey" userId="f24da668-4c1f-41c0-850e-113e2bdf78cf" providerId="ADAL" clId="{4664C2C3-D7E1-4188-BB25-E34F4B7B5B59}" dt="2026-06-26T14:41:00.626" v="7821" actId="47"/>
        <pc:sldMkLst>
          <pc:docMk/>
          <pc:sldMk cId="4163045049" sldId="496"/>
        </pc:sldMkLst>
      </pc:sldChg>
      <pc:sldChg chg="del">
        <pc:chgData name="Steven M Christey" userId="f24da668-4c1f-41c0-850e-113e2bdf78cf" providerId="ADAL" clId="{4664C2C3-D7E1-4188-BB25-E34F4B7B5B59}" dt="2026-06-26T14:41:05.322" v="7825" actId="47"/>
        <pc:sldMkLst>
          <pc:docMk/>
          <pc:sldMk cId="2437701710" sldId="497"/>
        </pc:sldMkLst>
      </pc:sldChg>
      <pc:sldChg chg="del">
        <pc:chgData name="Steven M Christey" userId="f24da668-4c1f-41c0-850e-113e2bdf78cf" providerId="ADAL" clId="{4664C2C3-D7E1-4188-BB25-E34F4B7B5B59}" dt="2026-06-26T14:41:15.376" v="7830" actId="47"/>
        <pc:sldMkLst>
          <pc:docMk/>
          <pc:sldMk cId="2102883440" sldId="501"/>
        </pc:sldMkLst>
      </pc:sldChg>
      <pc:sldChg chg="del">
        <pc:chgData name="Steven M Christey" userId="f24da668-4c1f-41c0-850e-113e2bdf78cf" providerId="ADAL" clId="{4664C2C3-D7E1-4188-BB25-E34F4B7B5B59}" dt="2026-06-26T14:41:13.568" v="7829" actId="47"/>
        <pc:sldMkLst>
          <pc:docMk/>
          <pc:sldMk cId="2897182333" sldId="502"/>
        </pc:sldMkLst>
      </pc:sldChg>
      <pc:sldChg chg="del">
        <pc:chgData name="Steven M Christey" userId="f24da668-4c1f-41c0-850e-113e2bdf78cf" providerId="ADAL" clId="{4664C2C3-D7E1-4188-BB25-E34F4B7B5B59}" dt="2026-06-26T14:41:17.257" v="7832" actId="47"/>
        <pc:sldMkLst>
          <pc:docMk/>
          <pc:sldMk cId="4059783316" sldId="503"/>
        </pc:sldMkLst>
      </pc:sldChg>
      <pc:sldChg chg="del">
        <pc:chgData name="Steven M Christey" userId="f24da668-4c1f-41c0-850e-113e2bdf78cf" providerId="ADAL" clId="{4664C2C3-D7E1-4188-BB25-E34F4B7B5B59}" dt="2026-06-26T14:41:18.060" v="7833" actId="47"/>
        <pc:sldMkLst>
          <pc:docMk/>
          <pc:sldMk cId="3708401930" sldId="504"/>
        </pc:sldMkLst>
      </pc:sldChg>
      <pc:sldChg chg="del">
        <pc:chgData name="Steven M Christey" userId="f24da668-4c1f-41c0-850e-113e2bdf78cf" providerId="ADAL" clId="{4664C2C3-D7E1-4188-BB25-E34F4B7B5B59}" dt="2026-06-26T14:41:03.422" v="7823" actId="47"/>
        <pc:sldMkLst>
          <pc:docMk/>
          <pc:sldMk cId="2984651380" sldId="505"/>
        </pc:sldMkLst>
      </pc:sldChg>
      <pc:sldChg chg="modSp mod">
        <pc:chgData name="Steven M Christey" userId="f24da668-4c1f-41c0-850e-113e2bdf78cf" providerId="ADAL" clId="{4664C2C3-D7E1-4188-BB25-E34F4B7B5B59}" dt="2026-06-26T14:28:08.606" v="7445" actId="5793"/>
        <pc:sldMkLst>
          <pc:docMk/>
          <pc:sldMk cId="915149386" sldId="514"/>
        </pc:sldMkLst>
        <pc:spChg chg="mod">
          <ac:chgData name="Steven M Christey" userId="f24da668-4c1f-41c0-850e-113e2bdf78cf" providerId="ADAL" clId="{4664C2C3-D7E1-4188-BB25-E34F4B7B5B59}" dt="2026-06-26T14:28:08.606" v="7445" actId="5793"/>
          <ac:spMkLst>
            <pc:docMk/>
            <pc:sldMk cId="915149386" sldId="514"/>
            <ac:spMk id="3" creationId="{D4348C02-DFCE-A2E4-D523-D69A254A7D49}"/>
          </ac:spMkLst>
        </pc:spChg>
      </pc:sldChg>
      <pc:sldChg chg="addSp delSp modSp mod ord">
        <pc:chgData name="Steven M Christey" userId="f24da668-4c1f-41c0-850e-113e2bdf78cf" providerId="ADAL" clId="{4664C2C3-D7E1-4188-BB25-E34F4B7B5B59}" dt="2026-06-26T14:32:30.081" v="7585" actId="20577"/>
        <pc:sldMkLst>
          <pc:docMk/>
          <pc:sldMk cId="2266223281" sldId="539"/>
        </pc:sldMkLst>
        <pc:spChg chg="mod">
          <ac:chgData name="Steven M Christey" userId="f24da668-4c1f-41c0-850e-113e2bdf78cf" providerId="ADAL" clId="{4664C2C3-D7E1-4188-BB25-E34F4B7B5B59}" dt="2026-06-26T14:32:30.081" v="7585" actId="20577"/>
          <ac:spMkLst>
            <pc:docMk/>
            <pc:sldMk cId="2266223281" sldId="539"/>
            <ac:spMk id="2" creationId="{994EE636-A57B-BB7C-C698-DCB6F2A7B071}"/>
          </ac:spMkLst>
        </pc:spChg>
        <pc:spChg chg="mod">
          <ac:chgData name="Steven M Christey" userId="f24da668-4c1f-41c0-850e-113e2bdf78cf" providerId="ADAL" clId="{4664C2C3-D7E1-4188-BB25-E34F4B7B5B59}" dt="2026-05-29T15:09:42.280" v="7201" actId="6549"/>
          <ac:spMkLst>
            <pc:docMk/>
            <pc:sldMk cId="2266223281" sldId="539"/>
            <ac:spMk id="3" creationId="{9915B450-3AB3-4605-EAE8-C84785DE6064}"/>
          </ac:spMkLst>
        </pc:spChg>
      </pc:sldChg>
      <pc:sldChg chg="del">
        <pc:chgData name="Steven M Christey" userId="f24da668-4c1f-41c0-850e-113e2bdf78cf" providerId="ADAL" clId="{4664C2C3-D7E1-4188-BB25-E34F4B7B5B59}" dt="2026-06-26T14:39:33.925" v="7806" actId="47"/>
        <pc:sldMkLst>
          <pc:docMk/>
          <pc:sldMk cId="2211537876" sldId="542"/>
        </pc:sldMkLst>
      </pc:sldChg>
      <pc:sldChg chg="del">
        <pc:chgData name="Steven M Christey" userId="f24da668-4c1f-41c0-850e-113e2bdf78cf" providerId="ADAL" clId="{4664C2C3-D7E1-4188-BB25-E34F4B7B5B59}" dt="2026-06-26T14:41:31.621" v="7834" actId="47"/>
        <pc:sldMkLst>
          <pc:docMk/>
          <pc:sldMk cId="1289997082" sldId="547"/>
        </pc:sldMkLst>
      </pc:sldChg>
      <pc:sldChg chg="del">
        <pc:chgData name="Steven M Christey" userId="f24da668-4c1f-41c0-850e-113e2bdf78cf" providerId="ADAL" clId="{4664C2C3-D7E1-4188-BB25-E34F4B7B5B59}" dt="2026-06-26T14:39:33.029" v="7805" actId="47"/>
        <pc:sldMkLst>
          <pc:docMk/>
          <pc:sldMk cId="1804293111" sldId="548"/>
        </pc:sldMkLst>
      </pc:sldChg>
      <pc:sldChg chg="del">
        <pc:chgData name="Steven M Christey" userId="f24da668-4c1f-41c0-850e-113e2bdf78cf" providerId="ADAL" clId="{4664C2C3-D7E1-4188-BB25-E34F4B7B5B59}" dt="2026-06-26T14:41:09.436" v="7827" actId="47"/>
        <pc:sldMkLst>
          <pc:docMk/>
          <pc:sldMk cId="645936177" sldId="552"/>
        </pc:sldMkLst>
      </pc:sldChg>
      <pc:sldChg chg="del">
        <pc:chgData name="Steven M Christey" userId="f24da668-4c1f-41c0-850e-113e2bdf78cf" providerId="ADAL" clId="{4664C2C3-D7E1-4188-BB25-E34F4B7B5B59}" dt="2026-06-26T14:41:06.673" v="7826" actId="47"/>
        <pc:sldMkLst>
          <pc:docMk/>
          <pc:sldMk cId="1641807260" sldId="560"/>
        </pc:sldMkLst>
      </pc:sldChg>
      <pc:sldChg chg="del">
        <pc:chgData name="Steven M Christey" userId="f24da668-4c1f-41c0-850e-113e2bdf78cf" providerId="ADAL" clId="{4664C2C3-D7E1-4188-BB25-E34F4B7B5B59}" dt="2026-06-26T14:41:11.463" v="7828" actId="47"/>
        <pc:sldMkLst>
          <pc:docMk/>
          <pc:sldMk cId="3498970029" sldId="575"/>
        </pc:sldMkLst>
      </pc:sldChg>
      <pc:sldChg chg="del">
        <pc:chgData name="Steven M Christey" userId="f24da668-4c1f-41c0-850e-113e2bdf78cf" providerId="ADAL" clId="{4664C2C3-D7E1-4188-BB25-E34F4B7B5B59}" dt="2026-06-26T14:41:16.319" v="7831" actId="47"/>
        <pc:sldMkLst>
          <pc:docMk/>
          <pc:sldMk cId="1477218667" sldId="576"/>
        </pc:sldMkLst>
      </pc:sldChg>
      <pc:sldChg chg="del">
        <pc:chgData name="Steven M Christey" userId="f24da668-4c1f-41c0-850e-113e2bdf78cf" providerId="ADAL" clId="{4664C2C3-D7E1-4188-BB25-E34F4B7B5B59}" dt="2026-06-26T14:39:16.409" v="7801" actId="47"/>
        <pc:sldMkLst>
          <pc:docMk/>
          <pc:sldMk cId="3290376974" sldId="579"/>
        </pc:sldMkLst>
      </pc:sldChg>
      <pc:sldChg chg="del">
        <pc:chgData name="Steven M Christey" userId="f24da668-4c1f-41c0-850e-113e2bdf78cf" providerId="ADAL" clId="{4664C2C3-D7E1-4188-BB25-E34F4B7B5B59}" dt="2026-06-26T14:39:18.310" v="7802" actId="47"/>
        <pc:sldMkLst>
          <pc:docMk/>
          <pc:sldMk cId="2048234053" sldId="580"/>
        </pc:sldMkLst>
      </pc:sldChg>
      <pc:sldChg chg="del">
        <pc:chgData name="Steven M Christey" userId="f24da668-4c1f-41c0-850e-113e2bdf78cf" providerId="ADAL" clId="{4664C2C3-D7E1-4188-BB25-E34F4B7B5B59}" dt="2026-06-26T14:39:34.948" v="7807" actId="47"/>
        <pc:sldMkLst>
          <pc:docMk/>
          <pc:sldMk cId="4248824590" sldId="581"/>
        </pc:sldMkLst>
      </pc:sldChg>
      <pc:sldChg chg="del">
        <pc:chgData name="Steven M Christey" userId="f24da668-4c1f-41c0-850e-113e2bdf78cf" providerId="ADAL" clId="{4664C2C3-D7E1-4188-BB25-E34F4B7B5B59}" dt="2026-06-26T14:39:24.954" v="7804" actId="47"/>
        <pc:sldMkLst>
          <pc:docMk/>
          <pc:sldMk cId="2294935817" sldId="582"/>
        </pc:sldMkLst>
      </pc:sldChg>
      <pc:sldChg chg="del">
        <pc:chgData name="Steven M Christey" userId="f24da668-4c1f-41c0-850e-113e2bdf78cf" providerId="ADAL" clId="{4664C2C3-D7E1-4188-BB25-E34F4B7B5B59}" dt="2026-06-26T14:40:49.297" v="7808" actId="47"/>
        <pc:sldMkLst>
          <pc:docMk/>
          <pc:sldMk cId="1222190396" sldId="583"/>
        </pc:sldMkLst>
      </pc:sldChg>
      <pc:sldChg chg="del">
        <pc:chgData name="Steven M Christey" userId="f24da668-4c1f-41c0-850e-113e2bdf78cf" providerId="ADAL" clId="{4664C2C3-D7E1-4188-BB25-E34F4B7B5B59}" dt="2026-06-26T14:39:20.494" v="7803" actId="47"/>
        <pc:sldMkLst>
          <pc:docMk/>
          <pc:sldMk cId="231622623" sldId="584"/>
        </pc:sldMkLst>
      </pc:sldChg>
      <pc:sldChg chg="del">
        <pc:chgData name="Steven M Christey" userId="f24da668-4c1f-41c0-850e-113e2bdf78cf" providerId="ADAL" clId="{4664C2C3-D7E1-4188-BB25-E34F4B7B5B59}" dt="2026-06-26T14:40:50.616" v="7809" actId="47"/>
        <pc:sldMkLst>
          <pc:docMk/>
          <pc:sldMk cId="1148006286" sldId="585"/>
        </pc:sldMkLst>
      </pc:sldChg>
      <pc:sldChg chg="del">
        <pc:chgData name="Steven M Christey" userId="f24da668-4c1f-41c0-850e-113e2bdf78cf" providerId="ADAL" clId="{4664C2C3-D7E1-4188-BB25-E34F4B7B5B59}" dt="2026-06-26T14:41:02.055" v="7822" actId="47"/>
        <pc:sldMkLst>
          <pc:docMk/>
          <pc:sldMk cId="1167105080" sldId="586"/>
        </pc:sldMkLst>
      </pc:sldChg>
      <pc:sldChg chg="del">
        <pc:chgData name="Steven M Christey" userId="f24da668-4c1f-41c0-850e-113e2bdf78cf" providerId="ADAL" clId="{4664C2C3-D7E1-4188-BB25-E34F4B7B5B59}" dt="2026-06-26T14:40:55.282" v="7814" actId="47"/>
        <pc:sldMkLst>
          <pc:docMk/>
          <pc:sldMk cId="1099874395" sldId="587"/>
        </pc:sldMkLst>
      </pc:sldChg>
      <pc:sldChg chg="del">
        <pc:chgData name="Steven M Christey" userId="f24da668-4c1f-41c0-850e-113e2bdf78cf" providerId="ADAL" clId="{4664C2C3-D7E1-4188-BB25-E34F4B7B5B59}" dt="2026-06-26T14:40:56.541" v="7816" actId="47"/>
        <pc:sldMkLst>
          <pc:docMk/>
          <pc:sldMk cId="2929312174" sldId="588"/>
        </pc:sldMkLst>
      </pc:sldChg>
      <pc:sldChg chg="del">
        <pc:chgData name="Steven M Christey" userId="f24da668-4c1f-41c0-850e-113e2bdf78cf" providerId="ADAL" clId="{4664C2C3-D7E1-4188-BB25-E34F4B7B5B59}" dt="2026-06-26T14:40:57.625" v="7818" actId="47"/>
        <pc:sldMkLst>
          <pc:docMk/>
          <pc:sldMk cId="3417000376" sldId="589"/>
        </pc:sldMkLst>
      </pc:sldChg>
      <pc:sldChg chg="del">
        <pc:chgData name="Steven M Christey" userId="f24da668-4c1f-41c0-850e-113e2bdf78cf" providerId="ADAL" clId="{4664C2C3-D7E1-4188-BB25-E34F4B7B5B59}" dt="2026-06-26T14:40:55.897" v="7815" actId="47"/>
        <pc:sldMkLst>
          <pc:docMk/>
          <pc:sldMk cId="2205109428" sldId="590"/>
        </pc:sldMkLst>
      </pc:sldChg>
      <pc:sldChg chg="del">
        <pc:chgData name="Steven M Christey" userId="f24da668-4c1f-41c0-850e-113e2bdf78cf" providerId="ADAL" clId="{4664C2C3-D7E1-4188-BB25-E34F4B7B5B59}" dt="2026-06-26T14:40:54.654" v="7813" actId="47"/>
        <pc:sldMkLst>
          <pc:docMk/>
          <pc:sldMk cId="57588450" sldId="591"/>
        </pc:sldMkLst>
      </pc:sldChg>
      <pc:sldChg chg="del">
        <pc:chgData name="Steven M Christey" userId="f24da668-4c1f-41c0-850e-113e2bdf78cf" providerId="ADAL" clId="{4664C2C3-D7E1-4188-BB25-E34F4B7B5B59}" dt="2026-06-26T14:40:57.122" v="7817" actId="47"/>
        <pc:sldMkLst>
          <pc:docMk/>
          <pc:sldMk cId="2454665117" sldId="593"/>
        </pc:sldMkLst>
      </pc:sldChg>
      <pc:sldChg chg="del">
        <pc:chgData name="Steven M Christey" userId="f24da668-4c1f-41c0-850e-113e2bdf78cf" providerId="ADAL" clId="{4664C2C3-D7E1-4188-BB25-E34F4B7B5B59}" dt="2026-06-26T14:40:52.612" v="7810" actId="47"/>
        <pc:sldMkLst>
          <pc:docMk/>
          <pc:sldMk cId="2414035460" sldId="594"/>
        </pc:sldMkLst>
      </pc:sldChg>
      <pc:sldChg chg="del">
        <pc:chgData name="Steven M Christey" userId="f24da668-4c1f-41c0-850e-113e2bdf78cf" providerId="ADAL" clId="{4664C2C3-D7E1-4188-BB25-E34F4B7B5B59}" dt="2026-06-26T14:40:53.397" v="7811" actId="47"/>
        <pc:sldMkLst>
          <pc:docMk/>
          <pc:sldMk cId="3414056382" sldId="595"/>
        </pc:sldMkLst>
      </pc:sldChg>
      <pc:sldChg chg="del">
        <pc:chgData name="Steven M Christey" userId="f24da668-4c1f-41c0-850e-113e2bdf78cf" providerId="ADAL" clId="{4664C2C3-D7E1-4188-BB25-E34F4B7B5B59}" dt="2026-06-26T14:41:32.464" v="7835" actId="47"/>
        <pc:sldMkLst>
          <pc:docMk/>
          <pc:sldMk cId="1848176932" sldId="598"/>
        </pc:sldMkLst>
      </pc:sldChg>
      <pc:sldChg chg="del">
        <pc:chgData name="Steven M Christey" userId="f24da668-4c1f-41c0-850e-113e2bdf78cf" providerId="ADAL" clId="{4664C2C3-D7E1-4188-BB25-E34F4B7B5B59}" dt="2026-06-26T14:42:50.030" v="7866" actId="47"/>
        <pc:sldMkLst>
          <pc:docMk/>
          <pc:sldMk cId="42561453" sldId="599"/>
        </pc:sldMkLst>
      </pc:sldChg>
      <pc:sldChg chg="del">
        <pc:chgData name="Steven M Christey" userId="f24da668-4c1f-41c0-850e-113e2bdf78cf" providerId="ADAL" clId="{4664C2C3-D7E1-4188-BB25-E34F4B7B5B59}" dt="2026-06-26T14:42:51.050" v="7867" actId="47"/>
        <pc:sldMkLst>
          <pc:docMk/>
          <pc:sldMk cId="3562739870" sldId="600"/>
        </pc:sldMkLst>
      </pc:sldChg>
      <pc:sldChg chg="ord">
        <pc:chgData name="Steven M Christey" userId="f24da668-4c1f-41c0-850e-113e2bdf78cf" providerId="ADAL" clId="{4664C2C3-D7E1-4188-BB25-E34F4B7B5B59}" dt="2026-06-26T14:41:46.386" v="7841"/>
        <pc:sldMkLst>
          <pc:docMk/>
          <pc:sldMk cId="3401077441" sldId="605"/>
        </pc:sldMkLst>
      </pc:sldChg>
      <pc:sldChg chg="del">
        <pc:chgData name="Steven M Christey" userId="f24da668-4c1f-41c0-850e-113e2bdf78cf" providerId="ADAL" clId="{4664C2C3-D7E1-4188-BB25-E34F4B7B5B59}" dt="2026-06-26T14:41:37.228" v="7837" actId="47"/>
        <pc:sldMkLst>
          <pc:docMk/>
          <pc:sldMk cId="3329228180" sldId="606"/>
        </pc:sldMkLst>
      </pc:sldChg>
      <pc:sldChg chg="add">
        <pc:chgData name="Steven M Christey" userId="f24da668-4c1f-41c0-850e-113e2bdf78cf" providerId="ADAL" clId="{4664C2C3-D7E1-4188-BB25-E34F4B7B5B59}" dt="2026-06-26T14:59:45.515" v="7986"/>
        <pc:sldMkLst>
          <pc:docMk/>
          <pc:sldMk cId="2735878069" sldId="608"/>
        </pc:sldMkLst>
      </pc:sldChg>
      <pc:sldChg chg="add del">
        <pc:chgData name="Steven M Christey" userId="f24da668-4c1f-41c0-850e-113e2bdf78cf" providerId="ADAL" clId="{4664C2C3-D7E1-4188-BB25-E34F4B7B5B59}" dt="2026-06-26T14:59:35.304" v="7985" actId="2696"/>
        <pc:sldMkLst>
          <pc:docMk/>
          <pc:sldMk cId="3945205867" sldId="608"/>
        </pc:sldMkLst>
      </pc:sldChg>
      <pc:sldChg chg="del">
        <pc:chgData name="Steven M Christey" userId="f24da668-4c1f-41c0-850e-113e2bdf78cf" providerId="ADAL" clId="{4664C2C3-D7E1-4188-BB25-E34F4B7B5B59}" dt="2026-06-26T14:37:16.153" v="7798" actId="2696"/>
        <pc:sldMkLst>
          <pc:docMk/>
          <pc:sldMk cId="3971448443" sldId="608"/>
        </pc:sldMkLst>
      </pc:sldChg>
      <pc:sldChg chg="del">
        <pc:chgData name="Steven M Christey" userId="f24da668-4c1f-41c0-850e-113e2bdf78cf" providerId="ADAL" clId="{4664C2C3-D7E1-4188-BB25-E34F4B7B5B59}" dt="2026-06-26T14:41:35.411" v="7836" actId="47"/>
        <pc:sldMkLst>
          <pc:docMk/>
          <pc:sldMk cId="870994389" sldId="609"/>
        </pc:sldMkLst>
      </pc:sldChg>
      <pc:sldChg chg="del">
        <pc:chgData name="Steven M Christey" userId="f24da668-4c1f-41c0-850e-113e2bdf78cf" providerId="ADAL" clId="{4664C2C3-D7E1-4188-BB25-E34F4B7B5B59}" dt="2026-06-26T14:42:52.003" v="7868" actId="47"/>
        <pc:sldMkLst>
          <pc:docMk/>
          <pc:sldMk cId="1435800928" sldId="610"/>
        </pc:sldMkLst>
      </pc:sldChg>
      <pc:sldChg chg="del">
        <pc:chgData name="Steven M Christey" userId="f24da668-4c1f-41c0-850e-113e2bdf78cf" providerId="ADAL" clId="{4664C2C3-D7E1-4188-BB25-E34F4B7B5B59}" dt="2026-06-26T14:42:52.742" v="7869" actId="47"/>
        <pc:sldMkLst>
          <pc:docMk/>
          <pc:sldMk cId="2232589233" sldId="611"/>
        </pc:sldMkLst>
      </pc:sldChg>
      <pc:sldChg chg="del">
        <pc:chgData name="Steven M Christey" userId="f24da668-4c1f-41c0-850e-113e2bdf78cf" providerId="ADAL" clId="{4664C2C3-D7E1-4188-BB25-E34F4B7B5B59}" dt="2026-06-26T14:42:49.086" v="7865" actId="47"/>
        <pc:sldMkLst>
          <pc:docMk/>
          <pc:sldMk cId="2862807609" sldId="612"/>
        </pc:sldMkLst>
      </pc:sldChg>
      <pc:sldChg chg="add">
        <pc:chgData name="Steven M Christey" userId="f24da668-4c1f-41c0-850e-113e2bdf78cf" providerId="ADAL" clId="{4664C2C3-D7E1-4188-BB25-E34F4B7B5B59}" dt="2026-06-26T14:59:45.515" v="7986"/>
        <pc:sldMkLst>
          <pc:docMk/>
          <pc:sldMk cId="1391478190" sldId="613"/>
        </pc:sldMkLst>
      </pc:sldChg>
      <pc:sldChg chg="del">
        <pc:chgData name="Steven M Christey" userId="f24da668-4c1f-41c0-850e-113e2bdf78cf" providerId="ADAL" clId="{4664C2C3-D7E1-4188-BB25-E34F4B7B5B59}" dt="2026-06-26T14:36:02.131" v="7792" actId="2696"/>
        <pc:sldMkLst>
          <pc:docMk/>
          <pc:sldMk cId="2921644747" sldId="613"/>
        </pc:sldMkLst>
      </pc:sldChg>
      <pc:sldChg chg="add del">
        <pc:chgData name="Steven M Christey" userId="f24da668-4c1f-41c0-850e-113e2bdf78cf" providerId="ADAL" clId="{4664C2C3-D7E1-4188-BB25-E34F4B7B5B59}" dt="2026-06-26T14:59:35.304" v="7985" actId="2696"/>
        <pc:sldMkLst>
          <pc:docMk/>
          <pc:sldMk cId="3457449026" sldId="613"/>
        </pc:sldMkLst>
      </pc:sldChg>
      <pc:sldChg chg="modSp add mod">
        <pc:chgData name="Steven M Christey" userId="f24da668-4c1f-41c0-850e-113e2bdf78cf" providerId="ADAL" clId="{4664C2C3-D7E1-4188-BB25-E34F4B7B5B59}" dt="2026-06-26T14:44:04.342" v="7912" actId="20577"/>
        <pc:sldMkLst>
          <pc:docMk/>
          <pc:sldMk cId="1470862653" sldId="614"/>
        </pc:sldMkLst>
        <pc:spChg chg="mod">
          <ac:chgData name="Steven M Christey" userId="f24da668-4c1f-41c0-850e-113e2bdf78cf" providerId="ADAL" clId="{4664C2C3-D7E1-4188-BB25-E34F4B7B5B59}" dt="2026-06-26T14:44:04.342" v="7912" actId="20577"/>
          <ac:spMkLst>
            <pc:docMk/>
            <pc:sldMk cId="1470862653" sldId="614"/>
            <ac:spMk id="2" creationId="{8DF9BDC6-32D8-0324-3EC1-91A626BE651A}"/>
          </ac:spMkLst>
        </pc:spChg>
        <pc:spChg chg="mod">
          <ac:chgData name="Steven M Christey" userId="f24da668-4c1f-41c0-850e-113e2bdf78cf" providerId="ADAL" clId="{4664C2C3-D7E1-4188-BB25-E34F4B7B5B59}" dt="2026-06-26T14:43:59.956" v="7911" actId="20577"/>
          <ac:spMkLst>
            <pc:docMk/>
            <pc:sldMk cId="1470862653" sldId="614"/>
            <ac:spMk id="3" creationId="{755B78C9-619D-595B-3274-E2E9B1D2C11C}"/>
          </ac:spMkLst>
        </pc:spChg>
      </pc:sldChg>
      <pc:sldChg chg="del">
        <pc:chgData name="Steven M Christey" userId="f24da668-4c1f-41c0-850e-113e2bdf78cf" providerId="ADAL" clId="{4664C2C3-D7E1-4188-BB25-E34F4B7B5B59}" dt="2026-06-26T14:43:52.775" v="7909" actId="2696"/>
        <pc:sldMkLst>
          <pc:docMk/>
          <pc:sldMk cId="3560642492" sldId="614"/>
        </pc:sldMkLst>
      </pc:sldChg>
      <pc:sldChg chg="add">
        <pc:chgData name="Steven M Christey" userId="f24da668-4c1f-41c0-850e-113e2bdf78cf" providerId="ADAL" clId="{4664C2C3-D7E1-4188-BB25-E34F4B7B5B59}" dt="2026-06-26T14:37:09.159" v="7797"/>
        <pc:sldMkLst>
          <pc:docMk/>
          <pc:sldMk cId="1573998635" sldId="616"/>
        </pc:sldMkLst>
      </pc:sldChg>
      <pc:sldChg chg="add del">
        <pc:chgData name="Steven M Christey" userId="f24da668-4c1f-41c0-850e-113e2bdf78cf" providerId="ADAL" clId="{4664C2C3-D7E1-4188-BB25-E34F4B7B5B59}" dt="2026-06-26T14:36:58.554" v="7796" actId="2696"/>
        <pc:sldMkLst>
          <pc:docMk/>
          <pc:sldMk cId="3852864634" sldId="616"/>
        </pc:sldMkLst>
      </pc:sldChg>
      <pc:sldChg chg="add">
        <pc:chgData name="Steven M Christey" userId="f24da668-4c1f-41c0-850e-113e2bdf78cf" providerId="ADAL" clId="{4664C2C3-D7E1-4188-BB25-E34F4B7B5B59}" dt="2026-06-26T14:37:09.159" v="7797"/>
        <pc:sldMkLst>
          <pc:docMk/>
          <pc:sldMk cId="538245014" sldId="617"/>
        </pc:sldMkLst>
      </pc:sldChg>
      <pc:sldChg chg="add del">
        <pc:chgData name="Steven M Christey" userId="f24da668-4c1f-41c0-850e-113e2bdf78cf" providerId="ADAL" clId="{4664C2C3-D7E1-4188-BB25-E34F4B7B5B59}" dt="2026-06-26T14:36:58.554" v="7796" actId="2696"/>
        <pc:sldMkLst>
          <pc:docMk/>
          <pc:sldMk cId="3640325005" sldId="617"/>
        </pc:sldMkLst>
      </pc:sldChg>
      <pc:sldChg chg="add del">
        <pc:chgData name="Steven M Christey" userId="f24da668-4c1f-41c0-850e-113e2bdf78cf" providerId="ADAL" clId="{4664C2C3-D7E1-4188-BB25-E34F4B7B5B59}" dt="2026-06-26T14:36:58.554" v="7796" actId="2696"/>
        <pc:sldMkLst>
          <pc:docMk/>
          <pc:sldMk cId="868195993" sldId="618"/>
        </pc:sldMkLst>
      </pc:sldChg>
      <pc:sldChg chg="add">
        <pc:chgData name="Steven M Christey" userId="f24da668-4c1f-41c0-850e-113e2bdf78cf" providerId="ADAL" clId="{4664C2C3-D7E1-4188-BB25-E34F4B7B5B59}" dt="2026-06-26T14:37:09.159" v="7797"/>
        <pc:sldMkLst>
          <pc:docMk/>
          <pc:sldMk cId="2640289071" sldId="618"/>
        </pc:sldMkLst>
      </pc:sldChg>
      <pc:sldChg chg="modSp add mod">
        <pc:chgData name="Steven M Christey" userId="f24da668-4c1f-41c0-850e-113e2bdf78cf" providerId="ADAL" clId="{4664C2C3-D7E1-4188-BB25-E34F4B7B5B59}" dt="2026-06-26T14:59:57.595" v="7990" actId="20577"/>
        <pc:sldMkLst>
          <pc:docMk/>
          <pc:sldMk cId="30681418" sldId="619"/>
        </pc:sldMkLst>
        <pc:spChg chg="mod">
          <ac:chgData name="Steven M Christey" userId="f24da668-4c1f-41c0-850e-113e2bdf78cf" providerId="ADAL" clId="{4664C2C3-D7E1-4188-BB25-E34F4B7B5B59}" dt="2026-06-26T14:55:11.827" v="7916" actId="20577"/>
          <ac:spMkLst>
            <pc:docMk/>
            <pc:sldMk cId="30681418" sldId="619"/>
            <ac:spMk id="2" creationId="{DE7C6264-7D40-69A7-DCD3-C71C59EA45C3}"/>
          </ac:spMkLst>
        </pc:spChg>
        <pc:spChg chg="mod">
          <ac:chgData name="Steven M Christey" userId="f24da668-4c1f-41c0-850e-113e2bdf78cf" providerId="ADAL" clId="{4664C2C3-D7E1-4188-BB25-E34F4B7B5B59}" dt="2026-06-26T14:59:57.595" v="7990" actId="20577"/>
          <ac:spMkLst>
            <pc:docMk/>
            <pc:sldMk cId="30681418" sldId="619"/>
            <ac:spMk id="3" creationId="{4785CA13-91AF-86F1-ADE1-60543ED16AFF}"/>
          </ac:spMkLst>
        </pc:spChg>
      </pc:sldChg>
      <pc:sldChg chg="add del">
        <pc:chgData name="Steven M Christey" userId="f24da668-4c1f-41c0-850e-113e2bdf78cf" providerId="ADAL" clId="{4664C2C3-D7E1-4188-BB25-E34F4B7B5B59}" dt="2026-06-26T14:36:58.554" v="7796" actId="2696"/>
        <pc:sldMkLst>
          <pc:docMk/>
          <pc:sldMk cId="325008625" sldId="619"/>
        </pc:sldMkLst>
      </pc:sldChg>
      <pc:sldChg chg="del">
        <pc:chgData name="Steven M Christey" userId="f24da668-4c1f-41c0-850e-113e2bdf78cf" providerId="ADAL" clId="{4664C2C3-D7E1-4188-BB25-E34F4B7B5B59}" dt="2026-06-26T14:38:06.846" v="7800" actId="47"/>
        <pc:sldMkLst>
          <pc:docMk/>
          <pc:sldMk cId="3957798756" sldId="620"/>
        </pc:sldMkLst>
      </pc:sldChg>
      <pc:sldChg chg="del">
        <pc:chgData name="Steven M Christey" userId="f24da668-4c1f-41c0-850e-113e2bdf78cf" providerId="ADAL" clId="{4664C2C3-D7E1-4188-BB25-E34F4B7B5B59}" dt="2026-06-26T14:42:35.213" v="7863" actId="2696"/>
        <pc:sldMkLst>
          <pc:docMk/>
          <pc:sldMk cId="3830807790" sldId="621"/>
        </pc:sldMkLst>
      </pc:sldChg>
      <pc:sldChg chg="add">
        <pc:chgData name="Steven M Christey" userId="f24da668-4c1f-41c0-850e-113e2bdf78cf" providerId="ADAL" clId="{4664C2C3-D7E1-4188-BB25-E34F4B7B5B59}" dt="2026-06-26T14:42:38.731" v="7864"/>
        <pc:sldMkLst>
          <pc:docMk/>
          <pc:sldMk cId="3989599943" sldId="621"/>
        </pc:sldMkLst>
      </pc:sldChg>
      <pc:sldChg chg="add">
        <pc:chgData name="Steven M Christey" userId="f24da668-4c1f-41c0-850e-113e2bdf78cf" providerId="ADAL" clId="{4664C2C3-D7E1-4188-BB25-E34F4B7B5B59}" dt="2026-06-26T14:42:38.731" v="7864"/>
        <pc:sldMkLst>
          <pc:docMk/>
          <pc:sldMk cId="94858133" sldId="622"/>
        </pc:sldMkLst>
      </pc:sldChg>
      <pc:sldChg chg="del">
        <pc:chgData name="Steven M Christey" userId="f24da668-4c1f-41c0-850e-113e2bdf78cf" providerId="ADAL" clId="{4664C2C3-D7E1-4188-BB25-E34F4B7B5B59}" dt="2026-06-26T14:42:35.213" v="7863" actId="2696"/>
        <pc:sldMkLst>
          <pc:docMk/>
          <pc:sldMk cId="2142551162" sldId="622"/>
        </pc:sldMkLst>
      </pc:sldChg>
      <pc:sldChg chg="del">
        <pc:chgData name="Steven M Christey" userId="f24da668-4c1f-41c0-850e-113e2bdf78cf" providerId="ADAL" clId="{4664C2C3-D7E1-4188-BB25-E34F4B7B5B59}" dt="2026-06-26T14:42:53.401" v="7870" actId="47"/>
        <pc:sldMkLst>
          <pc:docMk/>
          <pc:sldMk cId="4222725265" sldId="623"/>
        </pc:sldMkLst>
      </pc:sldChg>
      <pc:sldChg chg="del">
        <pc:chgData name="Steven M Christey" userId="f24da668-4c1f-41c0-850e-113e2bdf78cf" providerId="ADAL" clId="{4664C2C3-D7E1-4188-BB25-E34F4B7B5B59}" dt="2026-06-26T14:42:54.315" v="7871" actId="47"/>
        <pc:sldMkLst>
          <pc:docMk/>
          <pc:sldMk cId="3618115269" sldId="624"/>
        </pc:sldMkLst>
      </pc:sldChg>
      <pc:sldChg chg="ord">
        <pc:chgData name="Steven M Christey" userId="f24da668-4c1f-41c0-850e-113e2bdf78cf" providerId="ADAL" clId="{4664C2C3-D7E1-4188-BB25-E34F4B7B5B59}" dt="2026-06-26T14:35:19.597" v="7791"/>
        <pc:sldMkLst>
          <pc:docMk/>
          <pc:sldMk cId="1025830007" sldId="625"/>
        </pc:sldMkLst>
      </pc:sldChg>
      <pc:sldChg chg="modSp mod">
        <pc:chgData name="Steven M Christey" userId="f24da668-4c1f-41c0-850e-113e2bdf78cf" providerId="ADAL" clId="{4664C2C3-D7E1-4188-BB25-E34F4B7B5B59}" dt="2026-06-26T14:34:50.411" v="7787" actId="20577"/>
        <pc:sldMkLst>
          <pc:docMk/>
          <pc:sldMk cId="3523517911" sldId="627"/>
        </pc:sldMkLst>
        <pc:spChg chg="mod">
          <ac:chgData name="Steven M Christey" userId="f24da668-4c1f-41c0-850e-113e2bdf78cf" providerId="ADAL" clId="{4664C2C3-D7E1-4188-BB25-E34F4B7B5B59}" dt="2026-06-26T14:34:50.411" v="7787" actId="20577"/>
          <ac:spMkLst>
            <pc:docMk/>
            <pc:sldMk cId="3523517911" sldId="627"/>
            <ac:spMk id="3" creationId="{EF72D980-3306-D23C-97EF-12CE05E5747E}"/>
          </ac:spMkLst>
        </pc:spChg>
      </pc:sldChg>
      <pc:sldChg chg="modSp mod">
        <pc:chgData name="Steven M Christey" userId="f24da668-4c1f-41c0-850e-113e2bdf78cf" providerId="ADAL" clId="{4664C2C3-D7E1-4188-BB25-E34F4B7B5B59}" dt="2026-06-26T14:43:17.743" v="7906" actId="20577"/>
        <pc:sldMkLst>
          <pc:docMk/>
          <pc:sldMk cId="2137239999" sldId="628"/>
        </pc:sldMkLst>
        <pc:spChg chg="mod">
          <ac:chgData name="Steven M Christey" userId="f24da668-4c1f-41c0-850e-113e2bdf78cf" providerId="ADAL" clId="{4664C2C3-D7E1-4188-BB25-E34F4B7B5B59}" dt="2026-06-26T14:43:17.743" v="7906" actId="20577"/>
          <ac:spMkLst>
            <pc:docMk/>
            <pc:sldMk cId="2137239999" sldId="628"/>
            <ac:spMk id="2" creationId="{AC26F343-6A3B-3C11-2714-5CF76106D27B}"/>
          </ac:spMkLst>
        </pc:spChg>
      </pc:sldChg>
      <pc:sldChg chg="add">
        <pc:chgData name="Steven M Christey" userId="f24da668-4c1f-41c0-850e-113e2bdf78cf" providerId="ADAL" clId="{4664C2C3-D7E1-4188-BB25-E34F4B7B5B59}" dt="2026-06-26T14:43:40.979" v="7908"/>
        <pc:sldMkLst>
          <pc:docMk/>
          <pc:sldMk cId="69687662" sldId="631"/>
        </pc:sldMkLst>
      </pc:sldChg>
      <pc:sldChg chg="del">
        <pc:chgData name="Steven M Christey" userId="f24da668-4c1f-41c0-850e-113e2bdf78cf" providerId="ADAL" clId="{4664C2C3-D7E1-4188-BB25-E34F4B7B5B59}" dt="2026-06-26T14:43:33.602" v="7907" actId="2696"/>
        <pc:sldMkLst>
          <pc:docMk/>
          <pc:sldMk cId="928909956" sldId="631"/>
        </pc:sldMkLst>
      </pc:sldChg>
      <pc:sldChg chg="modSp new mod ord">
        <pc:chgData name="Steven M Christey" userId="f24da668-4c1f-41c0-850e-113e2bdf78cf" providerId="ADAL" clId="{4664C2C3-D7E1-4188-BB25-E34F4B7B5B59}" dt="2026-06-26T14:34:58.851" v="7789"/>
        <pc:sldMkLst>
          <pc:docMk/>
          <pc:sldMk cId="225763471" sldId="633"/>
        </pc:sldMkLst>
        <pc:spChg chg="mod">
          <ac:chgData name="Steven M Christey" userId="f24da668-4c1f-41c0-850e-113e2bdf78cf" providerId="ADAL" clId="{4664C2C3-D7E1-4188-BB25-E34F4B7B5B59}" dt="2026-05-29T15:11:52.649" v="7285" actId="20577"/>
          <ac:spMkLst>
            <pc:docMk/>
            <pc:sldMk cId="225763471" sldId="633"/>
            <ac:spMk id="2" creationId="{3081A55A-6EEE-1F6D-5A0D-E463A51DFF14}"/>
          </ac:spMkLst>
        </pc:spChg>
      </pc:sldChg>
      <pc:sldChg chg="addSp modSp new mod">
        <pc:chgData name="Steven M Christey" userId="f24da668-4c1f-41c0-850e-113e2bdf78cf" providerId="ADAL" clId="{4664C2C3-D7E1-4188-BB25-E34F4B7B5B59}" dt="2026-06-26T14:32:02.829" v="7561" actId="6549"/>
        <pc:sldMkLst>
          <pc:docMk/>
          <pc:sldMk cId="1805571675" sldId="634"/>
        </pc:sldMkLst>
        <pc:spChg chg="mod">
          <ac:chgData name="Steven M Christey" userId="f24da668-4c1f-41c0-850e-113e2bdf78cf" providerId="ADAL" clId="{4664C2C3-D7E1-4188-BB25-E34F4B7B5B59}" dt="2026-06-26T14:28:59.016" v="7486" actId="313"/>
          <ac:spMkLst>
            <pc:docMk/>
            <pc:sldMk cId="1805571675" sldId="634"/>
            <ac:spMk id="2" creationId="{0FF17D42-D0E3-52A4-6394-9BD80D781BB0}"/>
          </ac:spMkLst>
        </pc:spChg>
        <pc:spChg chg="mod">
          <ac:chgData name="Steven M Christey" userId="f24da668-4c1f-41c0-850e-113e2bdf78cf" providerId="ADAL" clId="{4664C2C3-D7E1-4188-BB25-E34F4B7B5B59}" dt="2026-06-26T14:32:02.829" v="7561" actId="6549"/>
          <ac:spMkLst>
            <pc:docMk/>
            <pc:sldMk cId="1805571675" sldId="634"/>
            <ac:spMk id="3" creationId="{19A42145-9A28-D33A-6D46-D509A9D0B39D}"/>
          </ac:spMkLst>
        </pc:spChg>
        <pc:picChg chg="add mod">
          <ac:chgData name="Steven M Christey" userId="f24da668-4c1f-41c0-850e-113e2bdf78cf" providerId="ADAL" clId="{4664C2C3-D7E1-4188-BB25-E34F4B7B5B59}" dt="2026-06-26T14:31:36.381" v="7560" actId="1076"/>
          <ac:picMkLst>
            <pc:docMk/>
            <pc:sldMk cId="1805571675" sldId="634"/>
            <ac:picMk id="6" creationId="{B6A2F7AF-C6AF-085F-2606-E8213C8FE503}"/>
          </ac:picMkLst>
        </pc:picChg>
      </pc:sldChg>
      <pc:sldChg chg="modSp add mod">
        <pc:chgData name="Steven M Christey" userId="f24da668-4c1f-41c0-850e-113e2bdf78cf" providerId="ADAL" clId="{4664C2C3-D7E1-4188-BB25-E34F4B7B5B59}" dt="2026-06-26T14:42:15.875" v="7862" actId="20577"/>
        <pc:sldMkLst>
          <pc:docMk/>
          <pc:sldMk cId="3704647445" sldId="635"/>
        </pc:sldMkLst>
        <pc:spChg chg="mod">
          <ac:chgData name="Steven M Christey" userId="f24da668-4c1f-41c0-850e-113e2bdf78cf" providerId="ADAL" clId="{4664C2C3-D7E1-4188-BB25-E34F4B7B5B59}" dt="2026-06-26T14:42:15.875" v="7862" actId="20577"/>
          <ac:spMkLst>
            <pc:docMk/>
            <pc:sldMk cId="3704647445" sldId="635"/>
            <ac:spMk id="2" creationId="{C0F38408-3079-476E-3C45-5738E13C2456}"/>
          </ac:spMkLst>
        </pc:spChg>
      </pc:sldChg>
      <pc:sldChg chg="add">
        <pc:chgData name="Steven M Christey" userId="f24da668-4c1f-41c0-850e-113e2bdf78cf" providerId="ADAL" clId="{4664C2C3-D7E1-4188-BB25-E34F4B7B5B59}" dt="2026-06-26T15:08:26.642" v="8110"/>
        <pc:sldMkLst>
          <pc:docMk/>
          <pc:sldMk cId="1012208058" sldId="636"/>
        </pc:sldMkLst>
      </pc:sldChg>
      <pc:sldChg chg="modSp add del">
        <pc:chgData name="Steven M Christey" userId="f24da668-4c1f-41c0-850e-113e2bdf78cf" providerId="ADAL" clId="{4664C2C3-D7E1-4188-BB25-E34F4B7B5B59}" dt="2026-06-26T15:08:20.858" v="8109" actId="2696"/>
        <pc:sldMkLst>
          <pc:docMk/>
          <pc:sldMk cId="4254538667" sldId="636"/>
        </pc:sldMkLst>
        <pc:spChg chg="mod">
          <ac:chgData name="Steven M Christey" userId="f24da668-4c1f-41c0-850e-113e2bdf78cf" providerId="ADAL" clId="{4664C2C3-D7E1-4188-BB25-E34F4B7B5B59}" dt="2026-06-26T15:01:38.549" v="7992"/>
          <ac:spMkLst>
            <pc:docMk/>
            <pc:sldMk cId="4254538667" sldId="636"/>
            <ac:spMk id="2" creationId="{089947DE-7C69-CB9B-35CD-23801EC0684B}"/>
          </ac:spMkLst>
        </pc:spChg>
      </pc:sldChg>
      <pc:sldChg chg="modSp add del mod">
        <pc:chgData name="Steven M Christey" userId="f24da668-4c1f-41c0-850e-113e2bdf78cf" providerId="ADAL" clId="{4664C2C3-D7E1-4188-BB25-E34F4B7B5B59}" dt="2026-06-26T15:08:20.858" v="8109" actId="2696"/>
        <pc:sldMkLst>
          <pc:docMk/>
          <pc:sldMk cId="472095565" sldId="637"/>
        </pc:sldMkLst>
        <pc:spChg chg="mod">
          <ac:chgData name="Steven M Christey" userId="f24da668-4c1f-41c0-850e-113e2bdf78cf" providerId="ADAL" clId="{4664C2C3-D7E1-4188-BB25-E34F4B7B5B59}" dt="2026-06-26T15:03:52.594" v="8029" actId="6549"/>
          <ac:spMkLst>
            <pc:docMk/>
            <pc:sldMk cId="472095565" sldId="637"/>
            <ac:spMk id="2" creationId="{A60BBF0D-093C-E6F9-110B-6373A5ED7863}"/>
          </ac:spMkLst>
        </pc:spChg>
        <pc:spChg chg="mod">
          <ac:chgData name="Steven M Christey" userId="f24da668-4c1f-41c0-850e-113e2bdf78cf" providerId="ADAL" clId="{4664C2C3-D7E1-4188-BB25-E34F4B7B5B59}" dt="2026-06-26T15:05:03.736" v="8067" actId="20577"/>
          <ac:spMkLst>
            <pc:docMk/>
            <pc:sldMk cId="472095565" sldId="637"/>
            <ac:spMk id="3" creationId="{2AAC29F4-6562-5FFA-FCD0-65983EEEB81B}"/>
          </ac:spMkLst>
        </pc:spChg>
      </pc:sldChg>
      <pc:sldChg chg="modSp add mod">
        <pc:chgData name="Steven M Christey" userId="f24da668-4c1f-41c0-850e-113e2bdf78cf" providerId="ADAL" clId="{4664C2C3-D7E1-4188-BB25-E34F4B7B5B59}" dt="2026-06-26T15:14:40.481" v="8112" actId="403"/>
        <pc:sldMkLst>
          <pc:docMk/>
          <pc:sldMk cId="1060873086" sldId="637"/>
        </pc:sldMkLst>
        <pc:spChg chg="mod">
          <ac:chgData name="Steven M Christey" userId="f24da668-4c1f-41c0-850e-113e2bdf78cf" providerId="ADAL" clId="{4664C2C3-D7E1-4188-BB25-E34F4B7B5B59}" dt="2026-06-26T15:14:40.481" v="8112" actId="403"/>
          <ac:spMkLst>
            <pc:docMk/>
            <pc:sldMk cId="1060873086" sldId="637"/>
            <ac:spMk id="3" creationId="{2AAC29F4-6562-5FFA-FCD0-65983EEEB81B}"/>
          </ac:spMkLst>
        </pc:spChg>
      </pc:sldChg>
      <pc:sldChg chg="modSp add mod">
        <pc:chgData name="Steven M Christey" userId="f24da668-4c1f-41c0-850e-113e2bdf78cf" providerId="ADAL" clId="{4664C2C3-D7E1-4188-BB25-E34F4B7B5B59}" dt="2026-06-26T15:07:51.559" v="8106" actId="1076"/>
        <pc:sldMkLst>
          <pc:docMk/>
          <pc:sldMk cId="2146660327" sldId="638"/>
        </pc:sldMkLst>
        <pc:spChg chg="mod">
          <ac:chgData name="Steven M Christey" userId="f24da668-4c1f-41c0-850e-113e2bdf78cf" providerId="ADAL" clId="{4664C2C3-D7E1-4188-BB25-E34F4B7B5B59}" dt="2026-06-26T15:07:51.559" v="8106" actId="1076"/>
          <ac:spMkLst>
            <pc:docMk/>
            <pc:sldMk cId="2146660327" sldId="638"/>
            <ac:spMk id="2" creationId="{CD8A5BB3-B10C-F790-C877-6D51BA3B30C5}"/>
          </ac:spMkLst>
        </pc:spChg>
      </pc:sldChg>
      <pc:sldChg chg="modSp add mod">
        <pc:chgData name="Steven M Christey" userId="f24da668-4c1f-41c0-850e-113e2bdf78cf" providerId="ADAL" clId="{4664C2C3-D7E1-4188-BB25-E34F4B7B5B59}" dt="2026-06-26T15:44:25.660" v="8114" actId="403"/>
        <pc:sldMkLst>
          <pc:docMk/>
          <pc:sldMk cId="3273758113" sldId="639"/>
        </pc:sldMkLst>
        <pc:spChg chg="mod">
          <ac:chgData name="Steven M Christey" userId="f24da668-4c1f-41c0-850e-113e2bdf78cf" providerId="ADAL" clId="{4664C2C3-D7E1-4188-BB25-E34F4B7B5B59}" dt="2026-06-26T15:08:09.282" v="8108" actId="20577"/>
          <ac:spMkLst>
            <pc:docMk/>
            <pc:sldMk cId="3273758113" sldId="639"/>
            <ac:spMk id="2" creationId="{F93A825B-181A-8065-DE05-A095F4FD7A4C}"/>
          </ac:spMkLst>
        </pc:spChg>
        <pc:spChg chg="mod">
          <ac:chgData name="Steven M Christey" userId="f24da668-4c1f-41c0-850e-113e2bdf78cf" providerId="ADAL" clId="{4664C2C3-D7E1-4188-BB25-E34F4B7B5B59}" dt="2026-06-26T15:44:25.660" v="8114" actId="403"/>
          <ac:spMkLst>
            <pc:docMk/>
            <pc:sldMk cId="3273758113" sldId="639"/>
            <ac:spMk id="3" creationId="{55B0BCDF-DFE8-15CE-BAE2-FEDD1AFF47D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6/26/2026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8F3C89-9E49-4851-A18A-DAECD34FD650}" type="slidenum">
              <a:rPr lang="en-US" smtClean="0"/>
              <a:t>6</a:t>
            </a:fld>
            <a:endParaRPr lang="en-US"/>
          </a:p>
        </p:txBody>
      </p:sp>
    </p:spTree>
    <p:extLst>
      <p:ext uri="{BB962C8B-B14F-4D97-AF65-F5344CB8AC3E}">
        <p14:creationId xmlns:p14="http://schemas.microsoft.com/office/powerpoint/2010/main" val="2564084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CWE-CAPEC/CWE-Content-Development-Repository/issues/174"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June 26, 2026</a:t>
            </a:r>
          </a:p>
          <a:p>
            <a:endParaRPr lang="en-US" dirty="0"/>
          </a:p>
          <a:p>
            <a:r>
              <a:rPr lang="en-US" dirty="0"/>
              <a:t>Steve Christey Coley</a:t>
            </a:r>
          </a:p>
          <a:p>
            <a:r>
              <a:rPr lang="en-US" dirty="0"/>
              <a:t>Erick Galinkin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CWE 5.0 to be released in October</a:t>
            </a:r>
          </a:p>
          <a:p>
            <a:pPr marL="685922" lvl="1" indent="-307975"/>
            <a:r>
              <a:rPr lang="en-US" dirty="0">
                <a:latin typeface="Tahoma"/>
                <a:ea typeface="Tahoma"/>
                <a:cs typeface="Tahoma"/>
              </a:rPr>
              <a:t>Support for AI-specific lifecycles</a:t>
            </a:r>
          </a:p>
          <a:p>
            <a:pPr marL="685922" lvl="1" indent="-307975"/>
            <a:r>
              <a:rPr lang="en-US" dirty="0">
                <a:latin typeface="Tahoma"/>
                <a:ea typeface="Tahoma"/>
                <a:cs typeface="Tahoma"/>
              </a:rPr>
              <a:t>Goal: significant increase in AI coverage</a:t>
            </a:r>
          </a:p>
          <a:p>
            <a:pPr marL="307975" indent="-307975"/>
            <a:r>
              <a:rPr lang="en-US" dirty="0">
                <a:latin typeface="Tahoma"/>
                <a:ea typeface="Tahoma"/>
                <a:cs typeface="Tahoma"/>
              </a:rPr>
              <a:t>Reviews of submissions are ongoing</a:t>
            </a:r>
          </a:p>
          <a:p>
            <a:pPr marL="382270" lvl="1" indent="0">
              <a:buNone/>
            </a:pPr>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Framing of AI submission reviews</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Most/all AI-related submissions are too low-level to have their own entry</a:t>
            </a:r>
          </a:p>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0569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17D42-D0E3-52A4-6394-9BD80D781BB0}"/>
              </a:ext>
            </a:extLst>
          </p:cNvPr>
          <p:cNvSpPr>
            <a:spLocks noGrp="1"/>
          </p:cNvSpPr>
          <p:nvPr>
            <p:ph type="title"/>
          </p:nvPr>
        </p:nvSpPr>
        <p:spPr/>
        <p:txBody>
          <a:bodyPr/>
          <a:lstStyle/>
          <a:p>
            <a:r>
              <a:rPr lang="en-US" dirty="0"/>
              <a:t>New CDR label – “related-to-ai”</a:t>
            </a:r>
          </a:p>
        </p:txBody>
      </p:sp>
      <p:sp>
        <p:nvSpPr>
          <p:cNvPr id="3" name="Content Placeholder 2">
            <a:extLst>
              <a:ext uri="{FF2B5EF4-FFF2-40B4-BE49-F238E27FC236}">
                <a16:creationId xmlns:a16="http://schemas.microsoft.com/office/drawing/2014/main" id="{19A42145-9A28-D33A-6D46-D509A9D0B39D}"/>
              </a:ext>
            </a:extLst>
          </p:cNvPr>
          <p:cNvSpPr>
            <a:spLocks noGrp="1"/>
          </p:cNvSpPr>
          <p:nvPr>
            <p:ph idx="1"/>
          </p:nvPr>
        </p:nvSpPr>
        <p:spPr/>
        <p:txBody>
          <a:bodyPr/>
          <a:lstStyle/>
          <a:p>
            <a:r>
              <a:rPr lang="en-US" dirty="0"/>
              <a:t>Being used to (manually) tag submissions that are related to AI/ML</a:t>
            </a:r>
          </a:p>
          <a:p>
            <a:endParaRPr lang="en-US" dirty="0"/>
          </a:p>
        </p:txBody>
      </p:sp>
      <p:sp>
        <p:nvSpPr>
          <p:cNvPr id="4" name="Slide Number Placeholder 3">
            <a:extLst>
              <a:ext uri="{FF2B5EF4-FFF2-40B4-BE49-F238E27FC236}">
                <a16:creationId xmlns:a16="http://schemas.microsoft.com/office/drawing/2014/main" id="{8A64C61C-F513-888F-07FB-787A6ABF6AA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6" name="Picture 5">
            <a:extLst>
              <a:ext uri="{FF2B5EF4-FFF2-40B4-BE49-F238E27FC236}">
                <a16:creationId xmlns:a16="http://schemas.microsoft.com/office/drawing/2014/main" id="{B6A2F7AF-C6AF-085F-2606-E8213C8FE503}"/>
              </a:ext>
            </a:extLst>
          </p:cNvPr>
          <p:cNvPicPr>
            <a:picLocks noChangeAspect="1"/>
          </p:cNvPicPr>
          <p:nvPr/>
        </p:nvPicPr>
        <p:blipFill>
          <a:blip r:embed="rId2"/>
          <a:stretch>
            <a:fillRect/>
          </a:stretch>
        </p:blipFill>
        <p:spPr>
          <a:xfrm>
            <a:off x="2347784" y="1878786"/>
            <a:ext cx="7015789" cy="4180267"/>
          </a:xfrm>
          <a:prstGeom prst="rect">
            <a:avLst/>
          </a:prstGeom>
        </p:spPr>
      </p:pic>
    </p:spTree>
    <p:extLst>
      <p:ext uri="{BB962C8B-B14F-4D97-AF65-F5344CB8AC3E}">
        <p14:creationId xmlns:p14="http://schemas.microsoft.com/office/powerpoint/2010/main" val="1805571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57BA9-79BB-F429-DE14-0A1095591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2CDFF-65A5-78A3-804C-066E8416C6AF}"/>
              </a:ext>
            </a:extLst>
          </p:cNvPr>
          <p:cNvSpPr>
            <a:spLocks noGrp="1"/>
          </p:cNvSpPr>
          <p:nvPr>
            <p:ph type="title"/>
          </p:nvPr>
        </p:nvSpPr>
        <p:spPr/>
        <p:txBody>
          <a:bodyPr/>
          <a:lstStyle/>
          <a:p>
            <a:r>
              <a:rPr lang="en-US" dirty="0"/>
              <a:t>Active New Entry Submissions – Ongoing</a:t>
            </a:r>
          </a:p>
        </p:txBody>
      </p:sp>
      <p:sp>
        <p:nvSpPr>
          <p:cNvPr id="3" name="Content Placeholder 2">
            <a:extLst>
              <a:ext uri="{FF2B5EF4-FFF2-40B4-BE49-F238E27FC236}">
                <a16:creationId xmlns:a16="http://schemas.microsoft.com/office/drawing/2014/main" id="{3177290A-316A-66A6-24AA-55907FD36981}"/>
              </a:ext>
            </a:extLst>
          </p:cNvPr>
          <p:cNvSpPr>
            <a:spLocks noGrp="1"/>
          </p:cNvSpPr>
          <p:nvPr>
            <p:ph idx="1"/>
          </p:nvPr>
        </p:nvSpPr>
        <p:spPr/>
        <p:txBody>
          <a:bodyPr/>
          <a:lstStyle/>
          <a:p>
            <a:r>
              <a:rPr lang="en-US" sz="1800" dirty="0"/>
              <a:t>Formal writeups for Initial Reviews in progress</a:t>
            </a:r>
          </a:p>
          <a:p>
            <a:r>
              <a:rPr lang="en-US" sz="1800" dirty="0"/>
              <a:t>Additional Submissions e.g., “AI/ML Workflow Definitions”</a:t>
            </a:r>
          </a:p>
          <a:p>
            <a:r>
              <a:rPr lang="en-US" sz="1800" dirty="0"/>
              <a:t>“Bypass of Human Authorization Controls” (Eran Segal) - ES2512-73d63d33 / CDR #174</a:t>
            </a:r>
          </a:p>
          <a:p>
            <a:pPr lvl="1"/>
            <a:r>
              <a:rPr lang="en-US" sz="1800" dirty="0"/>
              <a:t>Will follow up – presented at RSA</a:t>
            </a:r>
          </a:p>
          <a:p>
            <a:pPr lvl="1"/>
            <a:r>
              <a:rPr lang="en-US" sz="1800" dirty="0"/>
              <a:t>Planning to create a more general CWE for “missing human consultation”</a:t>
            </a:r>
          </a:p>
          <a:p>
            <a:r>
              <a:rPr lang="en-US" sz="1600" dirty="0"/>
              <a:t>“Improper Neutralization of Reserved Special Tokens in AI Instruction Streams” (Robert Shala) - ES2512-1cc397f8 / CDR #173</a:t>
            </a:r>
          </a:p>
          <a:p>
            <a:pPr lvl="1"/>
            <a:r>
              <a:rPr lang="en-US" sz="1600" dirty="0"/>
              <a:t>Conducting active review based on previous WG discussion</a:t>
            </a:r>
          </a:p>
          <a:p>
            <a:r>
              <a:rPr lang="en-US" sz="1600" dirty="0"/>
              <a:t>“Unstable Internal Model Representations Triggered by Valid Token Sequences” (Kurt Seifried) - ES2601-eb7223b4 / CDR #179</a:t>
            </a:r>
          </a:p>
          <a:p>
            <a:pPr lvl="1"/>
            <a:r>
              <a:rPr lang="en-US" sz="1600" dirty="0"/>
              <a:t>Discussion from February to be integrated into initial review/consultation</a:t>
            </a:r>
          </a:p>
          <a:p>
            <a:r>
              <a:rPr lang="en-US" sz="1600" dirty="0"/>
              <a:t>“Bias in AI Models” (Kurt Seifried) - ES2402-38e20ce6</a:t>
            </a:r>
          </a:p>
          <a:p>
            <a:pPr lvl="1"/>
            <a:r>
              <a:rPr lang="en-US" sz="1600" dirty="0"/>
              <a:t>Steve to write up initial review and reply to submitter; paper on DeepSeek bias/influence on insecure code</a:t>
            </a:r>
          </a:p>
          <a:p>
            <a:endParaRPr lang="en-US" sz="1800" dirty="0"/>
          </a:p>
          <a:p>
            <a:endParaRPr lang="en-US" sz="2000" dirty="0"/>
          </a:p>
        </p:txBody>
      </p:sp>
      <p:sp>
        <p:nvSpPr>
          <p:cNvPr id="4" name="Slide Number Placeholder 3">
            <a:extLst>
              <a:ext uri="{FF2B5EF4-FFF2-40B4-BE49-F238E27FC236}">
                <a16:creationId xmlns:a16="http://schemas.microsoft.com/office/drawing/2014/main" id="{049B8CE4-4FEE-A7AD-BFBF-3C581FDE144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76654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2A33D-60E2-E380-48C2-43CBCB598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947DE-7C69-CB9B-35CD-23801EC0684B}"/>
              </a:ext>
            </a:extLst>
          </p:cNvPr>
          <p:cNvSpPr>
            <a:spLocks noGrp="1"/>
          </p:cNvSpPr>
          <p:nvPr>
            <p:ph type="ctrTitle" sz="quarter"/>
          </p:nvPr>
        </p:nvSpPr>
        <p:spPr/>
        <p:txBody>
          <a:bodyPr/>
          <a:lstStyle/>
          <a:p>
            <a:r>
              <a:rPr lang="en-US" dirty="0"/>
              <a:t>Improper Isolation of Task-Relevant Context</a:t>
            </a:r>
          </a:p>
        </p:txBody>
      </p:sp>
      <p:sp>
        <p:nvSpPr>
          <p:cNvPr id="3" name="Slide Number Placeholder 2">
            <a:extLst>
              <a:ext uri="{FF2B5EF4-FFF2-40B4-BE49-F238E27FC236}">
                <a16:creationId xmlns:a16="http://schemas.microsoft.com/office/drawing/2014/main" id="{849608FE-6BAA-9997-DEB1-01DEADDEF39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12208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9FA2-D7EE-4A17-7F30-79811DC67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BBF0D-093C-E6F9-110B-6373A5ED7863}"/>
              </a:ext>
            </a:extLst>
          </p:cNvPr>
          <p:cNvSpPr>
            <a:spLocks noGrp="1"/>
          </p:cNvSpPr>
          <p:nvPr>
            <p:ph type="title"/>
          </p:nvPr>
        </p:nvSpPr>
        <p:spPr/>
        <p:txBody>
          <a:bodyPr/>
          <a:lstStyle/>
          <a:p>
            <a:r>
              <a:rPr lang="en-US" dirty="0"/>
              <a:t>Improper Isolation of Task-Relevant Context (Sasha Romanosky, RAND)</a:t>
            </a:r>
          </a:p>
        </p:txBody>
      </p:sp>
      <p:sp>
        <p:nvSpPr>
          <p:cNvPr id="3" name="Content Placeholder 2">
            <a:extLst>
              <a:ext uri="{FF2B5EF4-FFF2-40B4-BE49-F238E27FC236}">
                <a16:creationId xmlns:a16="http://schemas.microsoft.com/office/drawing/2014/main" id="{2AAC29F4-6562-5FFA-FCD0-65983EEEB81B}"/>
              </a:ext>
            </a:extLst>
          </p:cNvPr>
          <p:cNvSpPr>
            <a:spLocks noGrp="1"/>
          </p:cNvSpPr>
          <p:nvPr>
            <p:ph idx="1"/>
          </p:nvPr>
        </p:nvSpPr>
        <p:spPr/>
        <p:txBody>
          <a:bodyPr/>
          <a:lstStyle/>
          <a:p>
            <a:r>
              <a:rPr lang="en-US" dirty="0"/>
              <a:t>ID: ES2606-64e040da / CDR #204</a:t>
            </a:r>
          </a:p>
          <a:p>
            <a:r>
              <a:rPr lang="en-US" dirty="0"/>
              <a:t>Phase: Initial-Review (later today)</a:t>
            </a:r>
          </a:p>
          <a:p>
            <a:r>
              <a:rPr lang="en-US" dirty="0"/>
              <a:t>Description</a:t>
            </a:r>
          </a:p>
          <a:p>
            <a:pPr lvl="1"/>
            <a:r>
              <a:rPr lang="en-US" sz="2000" dirty="0"/>
              <a:t>The output quality, correctness, or security of an AI model is influenced by information that is unrelated to the task being performed (i.e. user prompt). The model fails to reliably separate the requested task from surrounding contextual cues, causing irrelevant topics, words, or concepts to alter its behavior. As a result, the same task may produce significantly different outcomes depending on unrelated prompt content. This can lead to degraded performance, incorrect results, or security vulnerabilities that are difficult for users to anticipate or detect.</a:t>
            </a:r>
            <a:endParaRPr lang="en-US" sz="3200" dirty="0"/>
          </a:p>
          <a:p>
            <a:r>
              <a:rPr lang="en-US" dirty="0"/>
              <a:t>https://github.com/CWE-CAPEC/CWE-Content-Development-Repository/issues/204</a:t>
            </a:r>
          </a:p>
          <a:p>
            <a:endParaRPr lang="en-US" dirty="0"/>
          </a:p>
        </p:txBody>
      </p:sp>
      <p:sp>
        <p:nvSpPr>
          <p:cNvPr id="4" name="Slide Number Placeholder 3">
            <a:extLst>
              <a:ext uri="{FF2B5EF4-FFF2-40B4-BE49-F238E27FC236}">
                <a16:creationId xmlns:a16="http://schemas.microsoft.com/office/drawing/2014/main" id="{4BE4BA90-97EE-DE4E-6DED-FA1AE876B0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0873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0D945-4765-6AF0-5D08-FF9DBD2FE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A5BB3-B10C-F790-C877-6D51BA3B30C5}"/>
              </a:ext>
            </a:extLst>
          </p:cNvPr>
          <p:cNvSpPr>
            <a:spLocks noGrp="1"/>
          </p:cNvSpPr>
          <p:nvPr>
            <p:ph type="ctrTitle" sz="quarter"/>
          </p:nvPr>
        </p:nvSpPr>
        <p:spPr/>
        <p:txBody>
          <a:bodyPr/>
          <a:lstStyle/>
          <a:p>
            <a:r>
              <a:rPr lang="en-US" dirty="0"/>
              <a:t>Improper Isolation of Executable Logic in AI/ML Workflow Definitions</a:t>
            </a:r>
          </a:p>
        </p:txBody>
      </p:sp>
      <p:sp>
        <p:nvSpPr>
          <p:cNvPr id="3" name="Slide Number Placeholder 2">
            <a:extLst>
              <a:ext uri="{FF2B5EF4-FFF2-40B4-BE49-F238E27FC236}">
                <a16:creationId xmlns:a16="http://schemas.microsoft.com/office/drawing/2014/main" id="{391319D2-884B-FE1E-0BE1-C476D6B90E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46660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B897E-DEDB-C746-58C2-67668D8F6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A825B-181A-8065-DE05-A095F4FD7A4C}"/>
              </a:ext>
            </a:extLst>
          </p:cNvPr>
          <p:cNvSpPr>
            <a:spLocks noGrp="1"/>
          </p:cNvSpPr>
          <p:nvPr>
            <p:ph type="title"/>
          </p:nvPr>
        </p:nvSpPr>
        <p:spPr/>
        <p:txBody>
          <a:bodyPr/>
          <a:lstStyle/>
          <a:p>
            <a:r>
              <a:rPr lang="en-US" dirty="0"/>
              <a:t>Improper Isolation of Executable Logic in AI/ML Workflow Definitions (Aviral Srivastava)</a:t>
            </a:r>
          </a:p>
        </p:txBody>
      </p:sp>
      <p:sp>
        <p:nvSpPr>
          <p:cNvPr id="3" name="Content Placeholder 2">
            <a:extLst>
              <a:ext uri="{FF2B5EF4-FFF2-40B4-BE49-F238E27FC236}">
                <a16:creationId xmlns:a16="http://schemas.microsoft.com/office/drawing/2014/main" id="{55B0BCDF-DFE8-15CE-BAE2-FEDD1AFF47D9}"/>
              </a:ext>
            </a:extLst>
          </p:cNvPr>
          <p:cNvSpPr>
            <a:spLocks noGrp="1"/>
          </p:cNvSpPr>
          <p:nvPr>
            <p:ph idx="1"/>
          </p:nvPr>
        </p:nvSpPr>
        <p:spPr/>
        <p:txBody>
          <a:bodyPr/>
          <a:lstStyle/>
          <a:p>
            <a:r>
              <a:rPr lang="en-US" dirty="0"/>
              <a:t>ID: ES2604-0e3749e8 / CDR #183</a:t>
            </a:r>
          </a:p>
          <a:p>
            <a:r>
              <a:rPr lang="en-US" dirty="0"/>
              <a:t>Phase: Initial-Review</a:t>
            </a:r>
          </a:p>
          <a:p>
            <a:r>
              <a:rPr lang="en-US" dirty="0"/>
              <a:t>Description</a:t>
            </a:r>
          </a:p>
          <a:p>
            <a:pPr lvl="1"/>
            <a:r>
              <a:rPr lang="en-US" sz="2000" dirty="0"/>
              <a:t>AI/ML workflow orchestration platforms let users build pipelines by connecting nodes in a visual interface. Each node can contain executable logic (Python code, shell commands, API calls). The complete workflow is serialized as a "flow definition," typically stored as JSON or YAML on the server. The weakness occurs when a platform exposes an endpoint that accepts externally supplied flow definitions and executes the embedded code without enforcing a trust boundary between server-authored definitions and attacker-controlled input. Because executing code within flow definitions is the platform's core functionality, this is architecturally distinct from traditional code injection.</a:t>
            </a:r>
            <a:endParaRPr lang="en-US" sz="3200" dirty="0"/>
          </a:p>
          <a:p>
            <a:r>
              <a:rPr lang="en-US" dirty="0"/>
              <a:t>https://github.com/CWE-CAPEC/CWE-Content-Development-Repository/issues/183</a:t>
            </a:r>
          </a:p>
          <a:p>
            <a:endParaRPr lang="en-US" dirty="0"/>
          </a:p>
        </p:txBody>
      </p:sp>
      <p:sp>
        <p:nvSpPr>
          <p:cNvPr id="4" name="Slide Number Placeholder 3">
            <a:extLst>
              <a:ext uri="{FF2B5EF4-FFF2-40B4-BE49-F238E27FC236}">
                <a16:creationId xmlns:a16="http://schemas.microsoft.com/office/drawing/2014/main" id="{F83A14A6-408B-0AFD-FC1F-4E8D38A16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73758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E8A8-7ED0-8D51-6CA9-AEE695A2B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DFF55-48CB-DC9D-652B-2BE6DA0C2242}"/>
              </a:ext>
            </a:extLst>
          </p:cNvPr>
          <p:cNvSpPr>
            <a:spLocks noGrp="1"/>
          </p:cNvSpPr>
          <p:nvPr>
            <p:ph type="ctrTitle" sz="quarter"/>
          </p:nvPr>
        </p:nvSpPr>
        <p:spPr/>
        <p:txBody>
          <a:bodyPr/>
          <a:lstStyle/>
          <a:p>
            <a:r>
              <a:rPr lang="en-US" dirty="0"/>
              <a:t>Improper Neutralization of Reserved Special Tokens in AI Instruction Streams</a:t>
            </a:r>
          </a:p>
        </p:txBody>
      </p:sp>
      <p:sp>
        <p:nvSpPr>
          <p:cNvPr id="3" name="Slide Number Placeholder 2">
            <a:extLst>
              <a:ext uri="{FF2B5EF4-FFF2-40B4-BE49-F238E27FC236}">
                <a16:creationId xmlns:a16="http://schemas.microsoft.com/office/drawing/2014/main" id="{76BE6D83-712B-0871-A899-C52BD855ED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3998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96A76-947B-D15B-1888-F5E0559458AB}"/>
              </a:ext>
            </a:extLst>
          </p:cNvPr>
          <p:cNvSpPr>
            <a:spLocks noGrp="1"/>
          </p:cNvSpPr>
          <p:nvPr>
            <p:ph type="title"/>
          </p:nvPr>
        </p:nvSpPr>
        <p:spPr/>
        <p:txBody>
          <a:bodyPr/>
          <a:lstStyle/>
          <a:p>
            <a:r>
              <a:rPr lang="en-US" dirty="0"/>
              <a:t>Improper Neutralization of Reserved Special Tokens in AI Instruction Streams (Robert Shala, Sentry)</a:t>
            </a:r>
          </a:p>
        </p:txBody>
      </p:sp>
      <p:sp>
        <p:nvSpPr>
          <p:cNvPr id="3" name="Content Placeholder 2">
            <a:extLst>
              <a:ext uri="{FF2B5EF4-FFF2-40B4-BE49-F238E27FC236}">
                <a16:creationId xmlns:a16="http://schemas.microsoft.com/office/drawing/2014/main" id="{2CA34114-7877-064E-C4FE-02FAA389093D}"/>
              </a:ext>
            </a:extLst>
          </p:cNvPr>
          <p:cNvSpPr>
            <a:spLocks noGrp="1"/>
          </p:cNvSpPr>
          <p:nvPr>
            <p:ph idx="1"/>
          </p:nvPr>
        </p:nvSpPr>
        <p:spPr/>
        <p:txBody>
          <a:bodyPr/>
          <a:lstStyle/>
          <a:p>
            <a:r>
              <a:rPr lang="en-US" dirty="0"/>
              <a:t>ID: ES2512-1cc397f8 / CDR #173 </a:t>
            </a:r>
          </a:p>
          <a:p>
            <a:r>
              <a:rPr lang="en-US" dirty="0"/>
              <a:t>Submitted: December 11, 2025</a:t>
            </a:r>
          </a:p>
          <a:p>
            <a:r>
              <a:rPr lang="en-US" dirty="0"/>
              <a:t>Phase: Initial-Review (later today)</a:t>
            </a:r>
          </a:p>
          <a:p>
            <a:r>
              <a:rPr lang="en-US" dirty="0"/>
              <a:t>Description</a:t>
            </a:r>
          </a:p>
          <a:p>
            <a:pPr lvl="1"/>
            <a:r>
              <a:rPr lang="en-US" sz="1600" dirty="0"/>
              <a:t>Special Token Injection occurs when an AI system fails to neutralize or  correctly handle reserved special tokens (e.g., role delimiters, tool-invocation markers, BOS/EOS tokens, or other non-semantic control symbols) embedded in user-controlled input. Modern AI model pipelines treat these tokens as special instructions, not content. When an attacker introduces input that the tokenizer resolves into such control tokens, the downstream LLM model interprets them as control directives.</a:t>
            </a:r>
          </a:p>
          <a:p>
            <a:pPr lvl="1"/>
            <a:r>
              <a:rPr lang="en-US" sz="1600" dirty="0"/>
              <a:t>Developers may assume that special tokens cannot be introduced from user input because they are "internal" artifacts of the model architecture. However, in practice, these tokens can be injected directly via user input, indirectly (ex. supply chain), or self-injected via tool invocation (ex. multi-agent system). If not explicitly filtered, escaped, or validated at every inference layer, the system may misinterpret such input as control directives.</a:t>
            </a:r>
            <a:endParaRPr lang="en-US" dirty="0"/>
          </a:p>
          <a:p>
            <a:r>
              <a:rPr lang="en-US" dirty="0"/>
              <a:t>https://github.com/CWE-CAPEC/CWE-Content-Development-Repository/issues/173</a:t>
            </a:r>
          </a:p>
          <a:p>
            <a:endParaRPr lang="en-US" dirty="0"/>
          </a:p>
        </p:txBody>
      </p:sp>
      <p:sp>
        <p:nvSpPr>
          <p:cNvPr id="4" name="Slide Number Placeholder 3">
            <a:extLst>
              <a:ext uri="{FF2B5EF4-FFF2-40B4-BE49-F238E27FC236}">
                <a16:creationId xmlns:a16="http://schemas.microsoft.com/office/drawing/2014/main" id="{F546A969-1929-DA95-C7DB-B8EBC6364C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38245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872A-F2D8-83F1-537C-67860D4D1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BD3B7-0ABD-F98A-5CF9-13E935B0418C}"/>
              </a:ext>
            </a:extLst>
          </p:cNvPr>
          <p:cNvSpPr>
            <a:spLocks noGrp="1"/>
          </p:cNvSpPr>
          <p:nvPr>
            <p:ph type="ctrTitle" sz="quarter"/>
          </p:nvPr>
        </p:nvSpPr>
        <p:spPr/>
        <p:txBody>
          <a:bodyPr/>
          <a:lstStyle/>
          <a:p>
            <a:r>
              <a:rPr lang="en-US" dirty="0"/>
              <a:t>Unstable Internal Model Representations Triggered by Valid Token Sequences </a:t>
            </a:r>
          </a:p>
        </p:txBody>
      </p:sp>
      <p:sp>
        <p:nvSpPr>
          <p:cNvPr id="3" name="Slide Number Placeholder 2">
            <a:extLst>
              <a:ext uri="{FF2B5EF4-FFF2-40B4-BE49-F238E27FC236}">
                <a16:creationId xmlns:a16="http://schemas.microsoft.com/office/drawing/2014/main" id="{1E6E25E9-E983-2178-04B9-DA7DD68DBF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40289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BCB02-60ED-36B8-601D-658CDE4CA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C6264-7D40-69A7-DCD3-C71C59EA45C3}"/>
              </a:ext>
            </a:extLst>
          </p:cNvPr>
          <p:cNvSpPr>
            <a:spLocks noGrp="1"/>
          </p:cNvSpPr>
          <p:nvPr>
            <p:ph type="title"/>
          </p:nvPr>
        </p:nvSpPr>
        <p:spPr/>
        <p:txBody>
          <a:bodyPr/>
          <a:lstStyle/>
          <a:p>
            <a:r>
              <a:rPr lang="en-US" sz="2800" dirty="0"/>
              <a:t>Improper Control of Learned Representation Stability (Kurt Seifried, Cloud Security Alliance)</a:t>
            </a:r>
          </a:p>
        </p:txBody>
      </p:sp>
      <p:sp>
        <p:nvSpPr>
          <p:cNvPr id="3" name="Content Placeholder 2">
            <a:extLst>
              <a:ext uri="{FF2B5EF4-FFF2-40B4-BE49-F238E27FC236}">
                <a16:creationId xmlns:a16="http://schemas.microsoft.com/office/drawing/2014/main" id="{4785CA13-91AF-86F1-ADE1-60543ED16AFF}"/>
              </a:ext>
            </a:extLst>
          </p:cNvPr>
          <p:cNvSpPr>
            <a:spLocks noGrp="1"/>
          </p:cNvSpPr>
          <p:nvPr>
            <p:ph idx="1"/>
          </p:nvPr>
        </p:nvSpPr>
        <p:spPr/>
        <p:txBody>
          <a:bodyPr/>
          <a:lstStyle/>
          <a:p>
            <a:r>
              <a:rPr lang="en-US" dirty="0"/>
              <a:t>ID: ES2601-eb7223b4 / CDR #179 </a:t>
            </a:r>
          </a:p>
          <a:p>
            <a:r>
              <a:rPr lang="en-US" dirty="0"/>
              <a:t>Submitted: January 20, 2026</a:t>
            </a:r>
          </a:p>
          <a:p>
            <a:r>
              <a:rPr lang="en-US" dirty="0"/>
              <a:t>Phase: Initial-Review</a:t>
            </a:r>
          </a:p>
          <a:p>
            <a:r>
              <a:rPr lang="en-US" dirty="0"/>
              <a:t>Description</a:t>
            </a:r>
          </a:p>
          <a:p>
            <a:pPr lvl="1"/>
            <a:r>
              <a:rPr lang="en-US" sz="1400" dirty="0"/>
              <a:t>The product does not ensure that its learned internal representations maintain stable, consistent behavior across all inputs the system accepts as valid. When a system incorporates learned representations — such as token embeddings, feature maps, or latent vectors — some of these representations may exist in a degenerate or under-trained state, causing the system to produce unpredictable, incorrect, or resource-excessive behavior when those representations are activated by valid inputs.</a:t>
            </a:r>
          </a:p>
          <a:p>
            <a:pPr lvl="1"/>
            <a:r>
              <a:rPr lang="en-US" sz="1400" dirty="0"/>
              <a:t>In systems that use machine learning, inputs are transformed into internal representations through a training process. These representations are assumed to be well-formed and to support consistent downstream processing. However, mismatches between the input space defined by the system's interface (e.g., a tokenizer’s vocabulary) and the data distribution seen during training can leave portions of the representation space inadequately learned. Representations in these regions may have collapsed toward default values, exhibit extreme parameter magnitudes, or lack the structure needed for stable inference.</a:t>
            </a:r>
          </a:p>
          <a:p>
            <a:pPr lvl="1"/>
            <a:r>
              <a:rPr lang="en-US" sz="1400" dirty="0"/>
              <a:t>When activated, degenerate representations can cause excessive computational resource consumption (availability), produce corrupted or manipulated outputs in security-critical decision systems such as content moderation or malware detection (integrity), and reveal information about model architecture or training data through differential behavior (confidentiality).</a:t>
            </a:r>
          </a:p>
          <a:p>
            <a:r>
              <a:rPr lang="en-US" sz="1600" dirty="0"/>
              <a:t> </a:t>
            </a:r>
            <a:r>
              <a:rPr lang="en-US" dirty="0"/>
              <a:t>https://github.com/CWE-CAPEC/CWE-Content-Development-Repository/issues/179</a:t>
            </a:r>
          </a:p>
          <a:p>
            <a:endParaRPr lang="en-US" dirty="0"/>
          </a:p>
        </p:txBody>
      </p:sp>
      <p:sp>
        <p:nvSpPr>
          <p:cNvPr id="4" name="Slide Number Placeholder 3">
            <a:extLst>
              <a:ext uri="{FF2B5EF4-FFF2-40B4-BE49-F238E27FC236}">
                <a16:creationId xmlns:a16="http://schemas.microsoft.com/office/drawing/2014/main" id="{28D8F2F8-0B9E-E92A-26FB-2196BA1262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81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E3A2-28FA-FB59-8075-ABC59E8225C7}"/>
              </a:ext>
            </a:extLst>
          </p:cNvPr>
          <p:cNvSpPr>
            <a:spLocks noGrp="1"/>
          </p:cNvSpPr>
          <p:nvPr>
            <p:ph type="ctrTitle" sz="quarter"/>
          </p:nvPr>
        </p:nvSpPr>
        <p:spPr/>
        <p:txBody>
          <a:bodyPr/>
          <a:lstStyle/>
          <a:p>
            <a:r>
              <a:rPr lang="en-US" dirty="0"/>
              <a:t>Bypass of Human Authorization Controls</a:t>
            </a:r>
          </a:p>
        </p:txBody>
      </p:sp>
      <p:sp>
        <p:nvSpPr>
          <p:cNvPr id="3" name="Slide Number Placeholder 2">
            <a:extLst>
              <a:ext uri="{FF2B5EF4-FFF2-40B4-BE49-F238E27FC236}">
                <a16:creationId xmlns:a16="http://schemas.microsoft.com/office/drawing/2014/main" id="{56A2C63F-94CE-54E3-FA56-44C011E7A64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5878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0393C-21A1-4342-C53C-A393A0C58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B773C-6549-4520-AB0E-15706B5F0B75}"/>
              </a:ext>
            </a:extLst>
          </p:cNvPr>
          <p:cNvSpPr>
            <a:spLocks noGrp="1"/>
          </p:cNvSpPr>
          <p:nvPr>
            <p:ph type="title"/>
          </p:nvPr>
        </p:nvSpPr>
        <p:spPr/>
        <p:txBody>
          <a:bodyPr/>
          <a:lstStyle/>
          <a:p>
            <a:r>
              <a:rPr lang="en-US" dirty="0"/>
              <a:t>Bypass of Human Authorization Controls (Eran Segal, </a:t>
            </a:r>
            <a:r>
              <a:rPr lang="en-US" dirty="0" err="1"/>
              <a:t>Kodem</a:t>
            </a:r>
            <a:r>
              <a:rPr lang="en-US" dirty="0"/>
              <a:t> Security)</a:t>
            </a:r>
          </a:p>
        </p:txBody>
      </p:sp>
      <p:sp>
        <p:nvSpPr>
          <p:cNvPr id="3" name="Content Placeholder 2">
            <a:extLst>
              <a:ext uri="{FF2B5EF4-FFF2-40B4-BE49-F238E27FC236}">
                <a16:creationId xmlns:a16="http://schemas.microsoft.com/office/drawing/2014/main" id="{39D83D17-2924-EBE1-3D7B-0EE1507FC32C}"/>
              </a:ext>
            </a:extLst>
          </p:cNvPr>
          <p:cNvSpPr>
            <a:spLocks noGrp="1"/>
          </p:cNvSpPr>
          <p:nvPr>
            <p:ph idx="1"/>
          </p:nvPr>
        </p:nvSpPr>
        <p:spPr/>
        <p:txBody>
          <a:bodyPr/>
          <a:lstStyle/>
          <a:p>
            <a:r>
              <a:rPr lang="en-US" sz="1600" dirty="0"/>
              <a:t>ID: ES2512-73d63d33 /  CDR #174</a:t>
            </a:r>
          </a:p>
          <a:p>
            <a:r>
              <a:rPr lang="en-US" sz="1600" dirty="0"/>
              <a:t>Submitted: December 24, 2025</a:t>
            </a:r>
          </a:p>
          <a:p>
            <a:r>
              <a:rPr lang="en-US" sz="1600" dirty="0"/>
              <a:t>Name: Bypass of Human Authorization Controls</a:t>
            </a:r>
          </a:p>
          <a:p>
            <a:r>
              <a:rPr lang="en-US" sz="1600" dirty="0"/>
              <a:t>Phase: Initial-Review</a:t>
            </a:r>
          </a:p>
          <a:p>
            <a:r>
              <a:rPr lang="en-US" sz="1600" dirty="0"/>
              <a:t>Description</a:t>
            </a:r>
          </a:p>
          <a:p>
            <a:pPr lvl="1"/>
            <a:r>
              <a:rPr lang="en-US" sz="1600" dirty="0"/>
              <a:t>Most of the AI agents can't trust the entire context, because they contain results from untrusted sources such as the internet or the user's input. One of the known mechanisms used is 'human-in-the-loop’… </a:t>
            </a:r>
            <a:r>
              <a:rPr lang="en-US" sz="1600" dirty="0">
                <a:highlight>
                  <a:srgbClr val="00FF00"/>
                </a:highlight>
              </a:rPr>
              <a:t>[I want to cover] the concept of bypass techniques that allow an attacker to do malicious/dangerous activity without this approval</a:t>
            </a:r>
            <a:r>
              <a:rPr lang="en-US" sz="1600" dirty="0"/>
              <a:t>.</a:t>
            </a:r>
          </a:p>
          <a:p>
            <a:pPr lvl="1"/>
            <a:r>
              <a:rPr lang="en-US" sz="1600" dirty="0"/>
              <a:t>It can be because of a configuration issue, a code issue such as not restricting the regex enough, an LLM as a judge that decides if a human is required to approve that, or even an unrelated message to the human to approve.</a:t>
            </a:r>
          </a:p>
          <a:p>
            <a:pPr lvl="1"/>
            <a:r>
              <a:rPr lang="en-US" sz="1600" dirty="0"/>
              <a:t>[This] will be presented in RSA (2026 March)</a:t>
            </a:r>
          </a:p>
          <a:p>
            <a:r>
              <a:rPr lang="en-US" sz="1600" dirty="0"/>
              <a:t>Close-but-no-cigar: CWE-357 (but a warning is actually sent)</a:t>
            </a:r>
          </a:p>
          <a:p>
            <a:r>
              <a:rPr lang="en-US" sz="1600" dirty="0"/>
              <a:t>Plan: create a more general CWE entry about “lack of human in the loop”</a:t>
            </a:r>
          </a:p>
          <a:p>
            <a:r>
              <a:rPr lang="en-US" sz="1600" dirty="0">
                <a:hlinkClick r:id="rId2"/>
              </a:rPr>
              <a:t>https://github.com/CWE-CAPEC/CWE-Content-Development-Repository/issues/174</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63C13022-6260-D186-27FD-75947EED33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391478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Active Submissions – Likely Modifications - Ongoing</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endParaRPr lang="en-US" sz="1600" dirty="0"/>
          </a:p>
          <a:p>
            <a:r>
              <a:rPr lang="en-US" sz="1600" dirty="0"/>
              <a:t>New: “Cross-Model Scripting (XMS)” (Felipe Caldas) - ES2602-82fddd0e / CDR #180</a:t>
            </a:r>
          </a:p>
          <a:p>
            <a:pPr lvl="1"/>
            <a:r>
              <a:rPr lang="en-US" sz="1600" dirty="0"/>
              <a:t>To be integrated into CWE-79 (XSS) as an example</a:t>
            </a:r>
          </a:p>
          <a:p>
            <a:r>
              <a:rPr lang="en-US" sz="1600" dirty="0"/>
              <a:t>“Improper Neutralization of Retrieved Content Used in AI Prompt Construction in AI/ML Systems” (Mehmet Yilmaz) - ES2508-e15b0715 / CDR #161</a:t>
            </a:r>
          </a:p>
          <a:p>
            <a:pPr lvl="1"/>
            <a:r>
              <a:rPr lang="en-US" sz="1600" dirty="0"/>
              <a:t>Submitter provided significant extra details; still reviewing</a:t>
            </a:r>
          </a:p>
          <a:p>
            <a:r>
              <a:rPr lang="en-US" sz="1600" dirty="0"/>
              <a:t>“Improper Neutralization of Configurations Used for MCP Client” (Xinpeng Liu) ES2506-e3c78a2a</a:t>
            </a:r>
          </a:p>
          <a:p>
            <a:pPr lvl="1"/>
            <a:r>
              <a:rPr lang="en-US" sz="1600" dirty="0"/>
              <a:t>Steve to write up initial review</a:t>
            </a:r>
          </a:p>
          <a:p>
            <a:endParaRPr lang="en-US" sz="1600" dirty="0"/>
          </a:p>
          <a:p>
            <a:pPr lvl="1"/>
            <a:endParaRPr lang="en-US" sz="1600" dirty="0"/>
          </a:p>
          <a:p>
            <a:endParaRPr lang="en-US" sz="1600" dirty="0"/>
          </a:p>
          <a:p>
            <a:endParaRPr lang="en-US" sz="1800"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EA566-9A5F-9B3D-4219-51C9ACFEB5B0}"/>
              </a:ext>
            </a:extLst>
          </p:cNvPr>
          <p:cNvSpPr>
            <a:spLocks noGrp="1"/>
          </p:cNvSpPr>
          <p:nvPr>
            <p:ph type="title"/>
          </p:nvPr>
        </p:nvSpPr>
        <p:spPr/>
        <p:txBody>
          <a:bodyPr/>
          <a:lstStyle/>
          <a:p>
            <a:r>
              <a:rPr lang="en-US" dirty="0"/>
              <a:t>Moving Forward</a:t>
            </a:r>
          </a:p>
        </p:txBody>
      </p:sp>
      <p:sp>
        <p:nvSpPr>
          <p:cNvPr id="3" name="Content Placeholder 2">
            <a:extLst>
              <a:ext uri="{FF2B5EF4-FFF2-40B4-BE49-F238E27FC236}">
                <a16:creationId xmlns:a16="http://schemas.microsoft.com/office/drawing/2014/main" id="{C0A4EA47-6168-19BB-98E8-2E193170B2F5}"/>
              </a:ext>
            </a:extLst>
          </p:cNvPr>
          <p:cNvSpPr>
            <a:spLocks noGrp="1"/>
          </p:cNvSpPr>
          <p:nvPr>
            <p:ph idx="1"/>
          </p:nvPr>
        </p:nvSpPr>
        <p:spPr/>
        <p:txBody>
          <a:bodyPr/>
          <a:lstStyle/>
          <a:p>
            <a:r>
              <a:rPr lang="en-US" dirty="0"/>
              <a:t>Some CWE Board members are actively interested in a “push” for AI coverage in the coming months</a:t>
            </a:r>
          </a:p>
          <a:p>
            <a:r>
              <a:rPr lang="en-US" dirty="0"/>
              <a:t>Activities could include</a:t>
            </a:r>
          </a:p>
          <a:p>
            <a:pPr lvl="1"/>
            <a:r>
              <a:rPr lang="en-US" dirty="0"/>
              <a:t>Working on new-entry-focused submissions</a:t>
            </a:r>
          </a:p>
          <a:p>
            <a:pPr lvl="1"/>
            <a:r>
              <a:rPr lang="en-US" dirty="0"/>
              <a:t>More systematic coverage using public or almost-public documents</a:t>
            </a:r>
          </a:p>
          <a:p>
            <a:r>
              <a:rPr lang="en-US" dirty="0"/>
              <a:t>Each new entry is extremely labor-intensive</a:t>
            </a:r>
          </a:p>
          <a:p>
            <a:pPr lvl="1"/>
            <a:r>
              <a:rPr lang="en-US" dirty="0"/>
              <a:t>Is completeness required?</a:t>
            </a:r>
          </a:p>
          <a:p>
            <a:endParaRPr lang="en-US" dirty="0"/>
          </a:p>
        </p:txBody>
      </p:sp>
      <p:sp>
        <p:nvSpPr>
          <p:cNvPr id="4" name="Slide Number Placeholder 3">
            <a:extLst>
              <a:ext uri="{FF2B5EF4-FFF2-40B4-BE49-F238E27FC236}">
                <a16:creationId xmlns:a16="http://schemas.microsoft.com/office/drawing/2014/main" id="{5C358072-B583-31DD-2626-45B5C606D9A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61885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27DB-E249-73CF-A612-14D5FCD7E5E9}"/>
              </a:ext>
            </a:extLst>
          </p:cNvPr>
          <p:cNvSpPr>
            <a:spLocks noGrp="1"/>
          </p:cNvSpPr>
          <p:nvPr>
            <p:ph type="title"/>
          </p:nvPr>
        </p:nvSpPr>
        <p:spPr/>
        <p:txBody>
          <a:bodyPr/>
          <a:lstStyle/>
          <a:p>
            <a:r>
              <a:rPr lang="en-US" dirty="0"/>
              <a:t>Future</a:t>
            </a:r>
          </a:p>
        </p:txBody>
      </p:sp>
      <p:sp>
        <p:nvSpPr>
          <p:cNvPr id="3" name="Content Placeholder 2">
            <a:extLst>
              <a:ext uri="{FF2B5EF4-FFF2-40B4-BE49-F238E27FC236}">
                <a16:creationId xmlns:a16="http://schemas.microsoft.com/office/drawing/2014/main" id="{EF72D980-3306-D23C-97EF-12CE05E5747E}"/>
              </a:ext>
            </a:extLst>
          </p:cNvPr>
          <p:cNvSpPr>
            <a:spLocks noGrp="1"/>
          </p:cNvSpPr>
          <p:nvPr>
            <p:ph idx="1"/>
          </p:nvPr>
        </p:nvSpPr>
        <p:spPr/>
        <p:txBody>
          <a:bodyPr/>
          <a:lstStyle/>
          <a:p>
            <a:r>
              <a:rPr lang="en-US" dirty="0"/>
              <a:t>Need to post Sasha’s proposed inclusion criteria</a:t>
            </a:r>
          </a:p>
          <a:p>
            <a:r>
              <a:rPr lang="en-US" dirty="0"/>
              <a:t>Systematic review of major AI-related “weakness” documents (RAND/MITRE/OWASP)</a:t>
            </a:r>
          </a:p>
          <a:p>
            <a:endParaRPr lang="en-US" dirty="0"/>
          </a:p>
          <a:p>
            <a:r>
              <a:rPr lang="en-US" dirty="0"/>
              <a:t>Next meeting: Friday, July 10</a:t>
            </a:r>
          </a:p>
        </p:txBody>
      </p:sp>
      <p:sp>
        <p:nvSpPr>
          <p:cNvPr id="4" name="Slide Number Placeholder 3">
            <a:extLst>
              <a:ext uri="{FF2B5EF4-FFF2-40B4-BE49-F238E27FC236}">
                <a16:creationId xmlns:a16="http://schemas.microsoft.com/office/drawing/2014/main" id="{B6396BEF-15C6-340F-83C9-8E805DAD31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23517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6F343-6A3B-3C11-2714-5CF76106D27B}"/>
              </a:ext>
            </a:extLst>
          </p:cNvPr>
          <p:cNvSpPr>
            <a:spLocks noGrp="1"/>
          </p:cNvSpPr>
          <p:nvPr>
            <p:ph type="ctrTitle" sz="quarter"/>
          </p:nvPr>
        </p:nvSpPr>
        <p:spPr/>
        <p:txBody>
          <a:bodyPr/>
          <a:lstStyle/>
          <a:p>
            <a:r>
              <a:rPr lang="en-US" dirty="0"/>
              <a:t>Systemic AI “Weakness” Review</a:t>
            </a:r>
          </a:p>
        </p:txBody>
      </p:sp>
      <p:sp>
        <p:nvSpPr>
          <p:cNvPr id="3" name="Slide Number Placeholder 2">
            <a:extLst>
              <a:ext uri="{FF2B5EF4-FFF2-40B4-BE49-F238E27FC236}">
                <a16:creationId xmlns:a16="http://schemas.microsoft.com/office/drawing/2014/main" id="{6D6EB319-40B4-00FD-3FCE-2070B92287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37239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26DB4-F389-7D41-4F35-74EF863C6F3C}"/>
              </a:ext>
            </a:extLst>
          </p:cNvPr>
          <p:cNvSpPr>
            <a:spLocks noGrp="1"/>
          </p:cNvSpPr>
          <p:nvPr>
            <p:ph type="title"/>
          </p:nvPr>
        </p:nvSpPr>
        <p:spPr/>
        <p:txBody>
          <a:bodyPr/>
          <a:lstStyle/>
          <a:p>
            <a:r>
              <a:rPr lang="en-US" dirty="0"/>
              <a:t>Proposal by Sasha Romanosky</a:t>
            </a:r>
          </a:p>
        </p:txBody>
      </p:sp>
      <p:sp>
        <p:nvSpPr>
          <p:cNvPr id="3" name="Content Placeholder 2">
            <a:extLst>
              <a:ext uri="{FF2B5EF4-FFF2-40B4-BE49-F238E27FC236}">
                <a16:creationId xmlns:a16="http://schemas.microsoft.com/office/drawing/2014/main" id="{75BA7908-A6DE-14BF-54FB-8040100AC926}"/>
              </a:ext>
            </a:extLst>
          </p:cNvPr>
          <p:cNvSpPr>
            <a:spLocks noGrp="1"/>
          </p:cNvSpPr>
          <p:nvPr>
            <p:ph idx="1"/>
          </p:nvPr>
        </p:nvSpPr>
        <p:spPr/>
        <p:txBody>
          <a:bodyPr/>
          <a:lstStyle/>
          <a:p>
            <a:r>
              <a:rPr lang="en-US" dirty="0"/>
              <a:t>Draft paper on “A Structured Approach to Identifying and Characterizing AI Vulnerabilities”</a:t>
            </a:r>
          </a:p>
          <a:p>
            <a:pPr lvl="1"/>
            <a:r>
              <a:rPr lang="en-US" dirty="0"/>
              <a:t>Shared with Erick and Steve a couple weeks ago</a:t>
            </a:r>
          </a:p>
          <a:p>
            <a:pPr lvl="1"/>
            <a:r>
              <a:rPr lang="en-US" dirty="0"/>
              <a:t>Unsure of the publication date</a:t>
            </a:r>
          </a:p>
          <a:p>
            <a:r>
              <a:rPr lang="en-US" dirty="0"/>
              <a:t>Looks at various components, data, tokenization, interfaces, etc.</a:t>
            </a:r>
          </a:p>
          <a:p>
            <a:r>
              <a:rPr lang="en-US" dirty="0"/>
              <a:t>Distinguishes between attacks and “vulnerability types”</a:t>
            </a:r>
          </a:p>
          <a:p>
            <a:endParaRPr lang="en-US" dirty="0"/>
          </a:p>
          <a:p>
            <a:r>
              <a:rPr lang="en-US" dirty="0"/>
              <a:t>Future</a:t>
            </a:r>
          </a:p>
          <a:p>
            <a:pPr lvl="1"/>
            <a:r>
              <a:rPr lang="en-US" dirty="0"/>
              <a:t>Line up with additional proposals by MITRE colleagues</a:t>
            </a:r>
          </a:p>
          <a:p>
            <a:pPr lvl="1"/>
            <a:r>
              <a:rPr lang="en-US" dirty="0"/>
              <a:t>Pull out “easiest” weaknesses (with clear risk) and develop into new entries</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F317B381-D9CE-F3CE-B6A8-04876F3D13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5830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1A55A-6EEE-1F6D-5A0D-E463A51DFF14}"/>
              </a:ext>
            </a:extLst>
          </p:cNvPr>
          <p:cNvSpPr>
            <a:spLocks noGrp="1"/>
          </p:cNvSpPr>
          <p:nvPr>
            <p:ph type="title"/>
          </p:nvPr>
        </p:nvSpPr>
        <p:spPr/>
        <p:txBody>
          <a:bodyPr/>
          <a:lstStyle/>
          <a:p>
            <a:r>
              <a:rPr lang="en-US" dirty="0"/>
              <a:t>Sasha’s “Policy” Paper on CVE / CWE Inclusion of AI-related Issues</a:t>
            </a:r>
          </a:p>
        </p:txBody>
      </p:sp>
      <p:sp>
        <p:nvSpPr>
          <p:cNvPr id="3" name="Content Placeholder 2">
            <a:extLst>
              <a:ext uri="{FF2B5EF4-FFF2-40B4-BE49-F238E27FC236}">
                <a16:creationId xmlns:a16="http://schemas.microsoft.com/office/drawing/2014/main" id="{819059AF-58EF-F5B0-66DF-5D4EC808E2C9}"/>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75CC61CA-D18F-6D47-5D0D-333F222863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5763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9E8ED-93B8-6BDC-D665-49353D862824}"/>
              </a:ext>
            </a:extLst>
          </p:cNvPr>
          <p:cNvSpPr>
            <a:spLocks noGrp="1"/>
          </p:cNvSpPr>
          <p:nvPr>
            <p:ph type="title"/>
          </p:nvPr>
        </p:nvSpPr>
        <p:spPr/>
        <p:txBody>
          <a:bodyPr/>
          <a:lstStyle/>
          <a:p>
            <a:r>
              <a:rPr lang="en-US" dirty="0"/>
              <a:t>Additional Work</a:t>
            </a:r>
          </a:p>
        </p:txBody>
      </p:sp>
      <p:sp>
        <p:nvSpPr>
          <p:cNvPr id="3" name="Content Placeholder 2">
            <a:extLst>
              <a:ext uri="{FF2B5EF4-FFF2-40B4-BE49-F238E27FC236}">
                <a16:creationId xmlns:a16="http://schemas.microsoft.com/office/drawing/2014/main" id="{C76A3CAD-01FE-48E7-658C-C1D63CE2E027}"/>
              </a:ext>
            </a:extLst>
          </p:cNvPr>
          <p:cNvSpPr>
            <a:spLocks noGrp="1"/>
          </p:cNvSpPr>
          <p:nvPr>
            <p:ph idx="1"/>
          </p:nvPr>
        </p:nvSpPr>
        <p:spPr/>
        <p:txBody>
          <a:bodyPr/>
          <a:lstStyle/>
          <a:p>
            <a:r>
              <a:rPr lang="en-US" dirty="0"/>
              <a:t>OWASP</a:t>
            </a:r>
          </a:p>
          <a:p>
            <a:pPr lvl="1"/>
            <a:r>
              <a:rPr lang="en-US" dirty="0"/>
              <a:t>Attack-oriented?</a:t>
            </a:r>
          </a:p>
          <a:p>
            <a:r>
              <a:rPr lang="en-US" dirty="0"/>
              <a:t>ATLAS</a:t>
            </a:r>
          </a:p>
          <a:p>
            <a:pPr lvl="1"/>
            <a:r>
              <a:rPr lang="en-US" dirty="0"/>
              <a:t>Not weakness-oriented</a:t>
            </a:r>
          </a:p>
          <a:p>
            <a:endParaRPr lang="en-US" dirty="0"/>
          </a:p>
        </p:txBody>
      </p:sp>
      <p:sp>
        <p:nvSpPr>
          <p:cNvPr id="4" name="Slide Number Placeholder 3">
            <a:extLst>
              <a:ext uri="{FF2B5EF4-FFF2-40B4-BE49-F238E27FC236}">
                <a16:creationId xmlns:a16="http://schemas.microsoft.com/office/drawing/2014/main" id="{ADE30431-9CBD-D584-24B1-028AB722D42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9687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76CC-67D5-783C-A02E-E77F1DF1D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BDC6-32D8-0324-3EC1-91A626BE651A}"/>
              </a:ext>
            </a:extLst>
          </p:cNvPr>
          <p:cNvSpPr>
            <a:spLocks noGrp="1"/>
          </p:cNvSpPr>
          <p:nvPr>
            <p:ph type="title"/>
          </p:nvPr>
        </p:nvSpPr>
        <p:spPr/>
        <p:txBody>
          <a:bodyPr/>
          <a:lstStyle/>
          <a:p>
            <a:r>
              <a:rPr lang="en-US" dirty="0"/>
              <a:t>Deprioritized/Delayed Submissions</a:t>
            </a:r>
          </a:p>
        </p:txBody>
      </p:sp>
      <p:sp>
        <p:nvSpPr>
          <p:cNvPr id="3" name="Content Placeholder 2">
            <a:extLst>
              <a:ext uri="{FF2B5EF4-FFF2-40B4-BE49-F238E27FC236}">
                <a16:creationId xmlns:a16="http://schemas.microsoft.com/office/drawing/2014/main" id="{755B78C9-619D-595B-3274-E2E9B1D2C11C}"/>
              </a:ext>
            </a:extLst>
          </p:cNvPr>
          <p:cNvSpPr>
            <a:spLocks noGrp="1"/>
          </p:cNvSpPr>
          <p:nvPr>
            <p:ph idx="1"/>
          </p:nvPr>
        </p:nvSpPr>
        <p:spPr/>
        <p:txBody>
          <a:bodyPr/>
          <a:lstStyle/>
          <a:p>
            <a:r>
              <a:rPr lang="en-US" sz="2000" dirty="0"/>
              <a:t>Delayed / TBD</a:t>
            </a:r>
          </a:p>
          <a:p>
            <a:pPr lvl="1"/>
            <a:r>
              <a:rPr lang="en-US" sz="2000" dirty="0"/>
              <a:t>“Insufficient Input Validation in Generative AI Applications” (Steve / AI WG) - ES2405-84711fc4</a:t>
            </a:r>
          </a:p>
          <a:p>
            <a:endParaRPr lang="en-US" dirty="0"/>
          </a:p>
        </p:txBody>
      </p:sp>
      <p:sp>
        <p:nvSpPr>
          <p:cNvPr id="4" name="Slide Number Placeholder 3">
            <a:extLst>
              <a:ext uri="{FF2B5EF4-FFF2-40B4-BE49-F238E27FC236}">
                <a16:creationId xmlns:a16="http://schemas.microsoft.com/office/drawing/2014/main" id="{FBB7C149-ABF8-CF62-F491-0C69AB6C36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0862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a:t>
            </a:r>
            <a:r>
              <a:rPr lang="en-US" sz="2000" b="1" dirty="0">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dirty="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dirty="0">
                <a:highlight>
                  <a:srgbClr val="00FF00"/>
                </a:highlight>
              </a:rPr>
              <a:t>failing to adequately identify, mitigate, and monitor biases</a:t>
            </a:r>
            <a:r>
              <a:rPr lang="en-US" sz="2000" dirty="0"/>
              <a:t>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23937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3FEB-220F-9CA4-6FDE-3B12031512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145E196-E3AE-64A4-8577-ADF22931F333}"/>
              </a:ext>
            </a:extLst>
          </p:cNvPr>
          <p:cNvSpPr>
            <a:spLocks noGrp="1"/>
          </p:cNvSpPr>
          <p:nvPr>
            <p:ph idx="1"/>
          </p:nvPr>
        </p:nvSpPr>
        <p:spPr/>
        <p:txBody>
          <a:bodyPr/>
          <a:lstStyle/>
          <a:p>
            <a:r>
              <a:rPr lang="en-US" sz="1800" dirty="0"/>
              <a:t>Are there any contexts where bias has security implications?</a:t>
            </a:r>
          </a:p>
          <a:p>
            <a:r>
              <a:rPr lang="en-US" sz="1800" dirty="0"/>
              <a:t>Is “bias” out of scope?</a:t>
            </a:r>
          </a:p>
          <a:p>
            <a:pPr lvl="1"/>
            <a:r>
              <a:rPr lang="en-US" sz="1800" dirty="0"/>
              <a:t>Biased model might not be “fit for purpose”</a:t>
            </a:r>
          </a:p>
          <a:p>
            <a:pPr lvl="1"/>
            <a:r>
              <a:rPr lang="en-US" sz="1800" dirty="0"/>
              <a:t>More of a “functional QA” issue than security issue</a:t>
            </a:r>
          </a:p>
          <a:p>
            <a:r>
              <a:rPr lang="en-US" sz="1800" dirty="0"/>
              <a:t>What mistakes allow attackers to introduce more bias?</a:t>
            </a:r>
          </a:p>
          <a:p>
            <a:pPr lvl="1"/>
            <a:r>
              <a:rPr lang="en-US" sz="1800" dirty="0"/>
              <a:t>Maybe more like “users not authorized to modify data”</a:t>
            </a:r>
          </a:p>
          <a:p>
            <a:pPr lvl="1"/>
            <a:r>
              <a:rPr lang="en-US" sz="1800" dirty="0"/>
              <a:t>Possibly characterized as a more general CWE</a:t>
            </a:r>
          </a:p>
          <a:p>
            <a:pPr lvl="1"/>
            <a:r>
              <a:rPr lang="en-US" sz="1800" dirty="0"/>
              <a:t>If a threat actor knows about bias, then they may be able to affect a certain population that’s handled by the product/service (e.g. electric)</a:t>
            </a:r>
          </a:p>
          <a:p>
            <a:pPr lvl="1"/>
            <a:r>
              <a:rPr lang="en-US" sz="1800" dirty="0"/>
              <a:t>Are we getting into data provenance / data drift territory here?</a:t>
            </a:r>
          </a:p>
          <a:p>
            <a:r>
              <a:rPr lang="en-US" sz="1800" dirty="0"/>
              <a:t>Is “ability to affect bias” an integrity issue? (therefore security)</a:t>
            </a:r>
          </a:p>
          <a:p>
            <a:r>
              <a:rPr lang="en-US" sz="1800" dirty="0"/>
              <a:t>How can CWE express opinions on “AI bias” and security, if it’s not captured in CWE entries?</a:t>
            </a:r>
          </a:p>
          <a:p>
            <a:pPr lvl="1"/>
            <a:r>
              <a:rPr lang="en-US" sz="1800" dirty="0"/>
              <a:t>Medium blog post</a:t>
            </a:r>
          </a:p>
          <a:p>
            <a:pPr lvl="1"/>
            <a:r>
              <a:rPr lang="en-US" sz="1800" dirty="0"/>
              <a:t>“white paper” on CWE web site</a:t>
            </a:r>
          </a:p>
          <a:p>
            <a:endParaRPr lang="en-US" sz="1800" dirty="0"/>
          </a:p>
        </p:txBody>
      </p:sp>
      <p:sp>
        <p:nvSpPr>
          <p:cNvPr id="4" name="Slide Number Placeholder 3">
            <a:extLst>
              <a:ext uri="{FF2B5EF4-FFF2-40B4-BE49-F238E27FC236}">
                <a16:creationId xmlns:a16="http://schemas.microsoft.com/office/drawing/2014/main" id="{685B1E84-270C-A81A-BF1C-D74950EA871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731168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31233-E646-B25A-0A1A-83FF6B80F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38408-3079-476E-3C45-5738E13C2456}"/>
              </a:ext>
            </a:extLst>
          </p:cNvPr>
          <p:cNvSpPr>
            <a:spLocks noGrp="1"/>
          </p:cNvSpPr>
          <p:nvPr>
            <p:ph type="ctrTitle" sz="quarter"/>
          </p:nvPr>
        </p:nvSpPr>
        <p:spPr/>
        <p:txBody>
          <a:bodyPr/>
          <a:lstStyle/>
          <a:p>
            <a:r>
              <a:rPr lang="en-US" dirty="0"/>
              <a:t>Likely Modifications</a:t>
            </a:r>
          </a:p>
        </p:txBody>
      </p:sp>
      <p:sp>
        <p:nvSpPr>
          <p:cNvPr id="3" name="Slide Number Placeholder 2">
            <a:extLst>
              <a:ext uri="{FF2B5EF4-FFF2-40B4-BE49-F238E27FC236}">
                <a16:creationId xmlns:a16="http://schemas.microsoft.com/office/drawing/2014/main" id="{11B7218D-D88B-5C31-4B15-22184F162B5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4647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6855-AC72-A8B1-6757-F4CE07D68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A667A-E9C7-1ABF-7BB3-DC534118882F}"/>
              </a:ext>
            </a:extLst>
          </p:cNvPr>
          <p:cNvSpPr>
            <a:spLocks noGrp="1"/>
          </p:cNvSpPr>
          <p:nvPr>
            <p:ph type="ctrTitle" sz="quarter"/>
          </p:nvPr>
        </p:nvSpPr>
        <p:spPr/>
        <p:txBody>
          <a:bodyPr/>
          <a:lstStyle/>
          <a:p>
            <a:r>
              <a:rPr lang="en-US" dirty="0"/>
              <a:t>Cross-Model Scripting (XMS)</a:t>
            </a:r>
          </a:p>
        </p:txBody>
      </p:sp>
      <p:sp>
        <p:nvSpPr>
          <p:cNvPr id="3" name="Slide Number Placeholder 2">
            <a:extLst>
              <a:ext uri="{FF2B5EF4-FFF2-40B4-BE49-F238E27FC236}">
                <a16:creationId xmlns:a16="http://schemas.microsoft.com/office/drawing/2014/main" id="{B0E2B729-94B7-E6F3-7985-F16A3409E7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89599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52894-EC87-12D8-C53A-738C28957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9162-D772-F02B-6EDD-EE22236162FE}"/>
              </a:ext>
            </a:extLst>
          </p:cNvPr>
          <p:cNvSpPr>
            <a:spLocks noGrp="1"/>
          </p:cNvSpPr>
          <p:nvPr>
            <p:ph type="title"/>
          </p:nvPr>
        </p:nvSpPr>
        <p:spPr/>
        <p:txBody>
          <a:bodyPr/>
          <a:lstStyle/>
          <a:p>
            <a:r>
              <a:rPr lang="en-US" sz="2800" dirty="0"/>
              <a:t>“Cross-Model Scripting (XMS)” (Felipe Caldas) </a:t>
            </a:r>
          </a:p>
        </p:txBody>
      </p:sp>
      <p:sp>
        <p:nvSpPr>
          <p:cNvPr id="3" name="Content Placeholder 2">
            <a:extLst>
              <a:ext uri="{FF2B5EF4-FFF2-40B4-BE49-F238E27FC236}">
                <a16:creationId xmlns:a16="http://schemas.microsoft.com/office/drawing/2014/main" id="{77601EE4-A306-6825-7FC9-11FE1BB67CA7}"/>
              </a:ext>
            </a:extLst>
          </p:cNvPr>
          <p:cNvSpPr>
            <a:spLocks noGrp="1"/>
          </p:cNvSpPr>
          <p:nvPr>
            <p:ph idx="1"/>
          </p:nvPr>
        </p:nvSpPr>
        <p:spPr/>
        <p:txBody>
          <a:bodyPr/>
          <a:lstStyle/>
          <a:p>
            <a:r>
              <a:rPr lang="en-US" dirty="0"/>
              <a:t>ID: ES2602-82fddd0e / CDR #180</a:t>
            </a:r>
          </a:p>
          <a:p>
            <a:r>
              <a:rPr lang="en-US" dirty="0"/>
              <a:t>Submitted: February 6, 2026</a:t>
            </a:r>
          </a:p>
          <a:p>
            <a:r>
              <a:rPr lang="en-US" dirty="0"/>
              <a:t>Phase: Initial-Review (later today)</a:t>
            </a:r>
          </a:p>
          <a:p>
            <a:r>
              <a:rPr lang="en-US" dirty="0"/>
              <a:t>Description</a:t>
            </a:r>
          </a:p>
          <a:p>
            <a:pPr lvl="1"/>
            <a:r>
              <a:rPr lang="en-US" sz="1600" dirty="0"/>
              <a:t>Cross-Model Scripting (XMS) is a model-mediated pathway to cross-site scripting (XSS) in AI-integrated web applications. XMS does not describe a new execution context. The resulting vulnerability remains a form of XSS (CWE-79), and script execution still occurs in the browser. What distinguishes XMS is the mechanism through which unsafe script content emerges.</a:t>
            </a:r>
          </a:p>
          <a:p>
            <a:pPr lvl="1"/>
            <a:r>
              <a:rPr lang="en-US" sz="1600" dirty="0"/>
              <a:t>In AI-integrated pipelines, however, a language model may introduce an intermediate transformation layer between validation and rendering. The model may rewrite, translate, normalize, or otherwise transform previously validated input. During this transformation, canonical representations of script constructs may be restored or generated. If the modelu2019s output is subsequently rendered without contextual encoding or post-transformation validation, injection risks may reappear. </a:t>
            </a:r>
          </a:p>
          <a:p>
            <a:r>
              <a:rPr lang="en-US" dirty="0"/>
              <a:t>https://github.com/CWE-CAPEC/CWE-Content-Development-Repository/issues/180</a:t>
            </a:r>
          </a:p>
          <a:p>
            <a:endParaRPr lang="en-US" dirty="0"/>
          </a:p>
        </p:txBody>
      </p:sp>
      <p:sp>
        <p:nvSpPr>
          <p:cNvPr id="4" name="Slide Number Placeholder 3">
            <a:extLst>
              <a:ext uri="{FF2B5EF4-FFF2-40B4-BE49-F238E27FC236}">
                <a16:creationId xmlns:a16="http://schemas.microsoft.com/office/drawing/2014/main" id="{D2636967-1DF2-15A1-DB3A-F42BCEE7035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4858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51893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60838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73395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http://purl.org/dc/elements/1.1/"/>
    <ds:schemaRef ds:uri="http://schemas.microsoft.com/office/2006/documentManagement/types"/>
    <ds:schemaRef ds:uri="b5a44311-ed64-4a72-909f-c9dc6973bde2"/>
    <ds:schemaRef ds:uri="http://schemas.microsoft.com/office/2006/metadata/properties"/>
    <ds:schemaRef ds:uri="http://purl.org/dc/dcmitype/"/>
    <ds:schemaRef ds:uri="http://schemas.microsoft.com/office/infopath/2007/PartnerControls"/>
    <ds:schemaRef ds:uri="aff8eeb6-53bf-44bf-a224-fac977cd228b"/>
    <ds:schemaRef ds:uri="http://schemas.openxmlformats.org/package/2006/metadata/core-properties"/>
    <ds:schemaRef ds:uri="f3e578be-7961-41e8-91c9-b742ecb60a74"/>
    <ds:schemaRef ds:uri="http://www.w3.org/XML/1998/namespace"/>
    <ds:schemaRef ds:uri="http://purl.org/dc/terms/"/>
  </ds:schemaRefs>
</ds:datastoreItem>
</file>

<file path=customXml/itemProps2.xml><?xml version="1.0" encoding="utf-8"?>
<ds:datastoreItem xmlns:ds="http://schemas.openxmlformats.org/officeDocument/2006/customXml" ds:itemID="{4466E063-DFC1-40E7-96DC-CB159C8D50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6183</TotalTime>
  <Words>4508</Words>
  <Application>Microsoft Office PowerPoint</Application>
  <PresentationFormat>Widescreen</PresentationFormat>
  <Paragraphs>434</Paragraphs>
  <Slides>54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Content Work</vt:lpstr>
      <vt:lpstr>Framing of AI submission reviews</vt:lpstr>
      <vt:lpstr>New CDR label – “related-to-ai”</vt:lpstr>
      <vt:lpstr>Active New Entry Submissions – Ongoing</vt:lpstr>
      <vt:lpstr>Improper Isolation of Task-Relevant Context</vt:lpstr>
      <vt:lpstr>Improper Isolation of Task-Relevant Context (Sasha Romanosky, RAND)</vt:lpstr>
      <vt:lpstr>Improper Isolation of Executable Logic in AI/ML Workflow Definitions</vt:lpstr>
      <vt:lpstr>Improper Isolation of Executable Logic in AI/ML Workflow Definitions (Aviral Srivastava)</vt:lpstr>
      <vt:lpstr>Improper Neutralization of Reserved Special Tokens in AI Instruction Streams</vt:lpstr>
      <vt:lpstr>Improper Neutralization of Reserved Special Tokens in AI Instruction Streams (Robert Shala, Sentry)</vt:lpstr>
      <vt:lpstr>Unstable Internal Model Representations Triggered by Valid Token Sequences </vt:lpstr>
      <vt:lpstr>Improper Control of Learned Representation Stability (Kurt Seifried, Cloud Security Alliance)</vt:lpstr>
      <vt:lpstr>Bypass of Human Authorization Controls</vt:lpstr>
      <vt:lpstr>Bypass of Human Authorization Controls (Eran Segal, Kodem Security)</vt:lpstr>
      <vt:lpstr>Active Submissions – Likely Modifications - Ongoing</vt:lpstr>
      <vt:lpstr>Moving Forward</vt:lpstr>
      <vt:lpstr>Future</vt:lpstr>
      <vt:lpstr>Systemic AI “Weakness” Review</vt:lpstr>
      <vt:lpstr>Proposal by Sasha Romanosky</vt:lpstr>
      <vt:lpstr>Sasha’s “Policy” Paper on CVE / CWE Inclusion of AI-related Issues</vt:lpstr>
      <vt:lpstr>Additional Work</vt:lpstr>
      <vt:lpstr>Other Submissions</vt:lpstr>
      <vt:lpstr>Deprioritized/Delayed Submissions</vt:lpstr>
      <vt:lpstr>“Bias in AI Models” (Kurt Seifried) - ES2402-38e20ce6 </vt:lpstr>
      <vt:lpstr>Questions</vt:lpstr>
      <vt:lpstr>Likely Modifications</vt:lpstr>
      <vt:lpstr>Cross-Model Scripting (XMS)</vt:lpstr>
      <vt:lpstr>“Cross-Model Scripting (XMS)” (Felipe Caldas) </vt:lpstr>
      <vt:lpstr>“Improper Neutralization of Configurations Used for MCP Client” (Xinpeng Liu) ES2506-e3c78a2a </vt:lpstr>
      <vt:lpstr>New: “Improper Neutralization of Retrieved Content Used in AI Prompt Construction in AI/ML Systems” (Mehmet Yilmaz) </vt:lpstr>
      <vt:lpstr>Delayed: Insufficient Input Validation in Generative AI Applications (Steve / AI WG) ES2405-84711fc4</vt:lpstr>
      <vt:lpstr>Backup / Older Slides</vt:lpstr>
      <vt:lpstr>PowerPoint Presentation</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2026-06-26T15:44:35Z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