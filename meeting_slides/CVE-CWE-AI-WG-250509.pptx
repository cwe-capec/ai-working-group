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6"/>
  </p:notesMasterIdLst>
  <p:handoutMasterIdLst>
    <p:handoutMasterId r:id="rId57"/>
  </p:handoutMasterIdLst>
  <p:sldIdLst>
    <p:sldId id="459" r:id="rId5"/>
    <p:sldId id="475" r:id="rId6"/>
    <p:sldId id="514" r:id="rId7"/>
    <p:sldId id="533" r:id="rId8"/>
    <p:sldId id="587" r:id="rId9"/>
    <p:sldId id="589" r:id="rId10"/>
    <p:sldId id="588" r:id="rId11"/>
    <p:sldId id="590" r:id="rId12"/>
    <p:sldId id="591" r:id="rId13"/>
    <p:sldId id="594" r:id="rId14"/>
    <p:sldId id="593" r:id="rId15"/>
    <p:sldId id="592" r:id="rId16"/>
    <p:sldId id="586" r:id="rId17"/>
    <p:sldId id="548" r:id="rId18"/>
    <p:sldId id="542" r:id="rId19"/>
    <p:sldId id="581" r:id="rId20"/>
    <p:sldId id="585" r:id="rId21"/>
    <p:sldId id="552" r:id="rId22"/>
    <p:sldId id="502" r:id="rId23"/>
    <p:sldId id="501" r:id="rId24"/>
    <p:sldId id="493" r:id="rId25"/>
    <p:sldId id="488" r:id="rId26"/>
    <p:sldId id="505" r:id="rId27"/>
    <p:sldId id="496" r:id="rId28"/>
    <p:sldId id="494" r:id="rId29"/>
    <p:sldId id="495" r:id="rId30"/>
    <p:sldId id="503" r:id="rId31"/>
    <p:sldId id="504" r:id="rId32"/>
    <p:sldId id="584" r:id="rId33"/>
    <p:sldId id="551" r:id="rId34"/>
    <p:sldId id="539" r:id="rId35"/>
    <p:sldId id="547" r:id="rId36"/>
    <p:sldId id="541" r:id="rId37"/>
    <p:sldId id="543" r:id="rId38"/>
    <p:sldId id="554" r:id="rId39"/>
    <p:sldId id="561" r:id="rId40"/>
    <p:sldId id="562" r:id="rId41"/>
    <p:sldId id="563" r:id="rId42"/>
    <p:sldId id="564" r:id="rId43"/>
    <p:sldId id="565" r:id="rId44"/>
    <p:sldId id="566" r:id="rId45"/>
    <p:sldId id="567" r:id="rId46"/>
    <p:sldId id="568" r:id="rId47"/>
    <p:sldId id="569" r:id="rId48"/>
    <p:sldId id="570" r:id="rId49"/>
    <p:sldId id="571" r:id="rId50"/>
    <p:sldId id="572" r:id="rId51"/>
    <p:sldId id="573" r:id="rId52"/>
    <p:sldId id="574" r:id="rId53"/>
    <p:sldId id="545" r:id="rId54"/>
    <p:sldId id="53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AD052C-9CA9-449F-859E-4D7001090B75}" v="4" dt="2025-05-09T14:52:07.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427"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FDB9AAD0-A7D6-445A-8821-6C3AA3C12FA1}"/>
    <pc:docChg chg="modSld">
      <pc:chgData name="Steven M Christey" userId="f24da668-4c1f-41c0-850e-113e2bdf78cf" providerId="ADAL" clId="{FDB9AAD0-A7D6-445A-8821-6C3AA3C12FA1}" dt="2025-05-09T14:08:23.939" v="106" actId="20577"/>
      <pc:docMkLst>
        <pc:docMk/>
      </pc:docMkLst>
      <pc:sldChg chg="modSp mod">
        <pc:chgData name="Steven M Christey" userId="f24da668-4c1f-41c0-850e-113e2bdf78cf" providerId="ADAL" clId="{FDB9AAD0-A7D6-445A-8821-6C3AA3C12FA1}" dt="2025-05-09T14:07:01.966" v="12" actId="20577"/>
        <pc:sldMkLst>
          <pc:docMk/>
          <pc:sldMk cId="1454278300" sldId="459"/>
        </pc:sldMkLst>
        <pc:spChg chg="mod">
          <ac:chgData name="Steven M Christey" userId="f24da668-4c1f-41c0-850e-113e2bdf78cf" providerId="ADAL" clId="{FDB9AAD0-A7D6-445A-8821-6C3AA3C12FA1}" dt="2025-05-09T14:07:01.966" v="12" actId="20577"/>
          <ac:spMkLst>
            <pc:docMk/>
            <pc:sldMk cId="1454278300" sldId="459"/>
            <ac:spMk id="3" creationId="{0992DF88-AC24-0FBF-1177-62DD9110498B}"/>
          </ac:spMkLst>
        </pc:spChg>
      </pc:sldChg>
      <pc:sldChg chg="modSp mod">
        <pc:chgData name="Steven M Christey" userId="f24da668-4c1f-41c0-850e-113e2bdf78cf" providerId="ADAL" clId="{FDB9AAD0-A7D6-445A-8821-6C3AA3C12FA1}" dt="2025-05-09T14:08:23.939" v="106" actId="20577"/>
        <pc:sldMkLst>
          <pc:docMk/>
          <pc:sldMk cId="915149386" sldId="514"/>
        </pc:sldMkLst>
        <pc:spChg chg="mod">
          <ac:chgData name="Steven M Christey" userId="f24da668-4c1f-41c0-850e-113e2bdf78cf" providerId="ADAL" clId="{FDB9AAD0-A7D6-445A-8821-6C3AA3C12FA1}" dt="2025-05-09T14:08:23.939" v="106" actId="20577"/>
          <ac:spMkLst>
            <pc:docMk/>
            <pc:sldMk cId="915149386" sldId="514"/>
            <ac:spMk id="3" creationId="{D4348C02-DFCE-A2E4-D523-D69A254A7D49}"/>
          </ac:spMkLst>
        </pc:spChg>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pChg chg="mod">
          <ac:chgData name="Steven M Christey" userId="f24da668-4c1f-41c0-850e-113e2bdf78cf" providerId="ADAL" clId="{FFE09C7E-0819-41EC-8BAB-2A7E045CA1AC}" dt="2025-02-28T14:43:37.719" v="3" actId="20577"/>
          <ac:spMkLst>
            <pc:docMk/>
            <pc:sldMk cId="1454278300" sldId="459"/>
            <ac:spMk id="3" creationId="{0992DF88-AC24-0FBF-1177-62DD9110498B}"/>
          </ac:spMkLst>
        </pc:spChg>
      </pc:sldChg>
      <pc:sldChg chg="modSp mod">
        <pc:chgData name="Steven M Christey" userId="f24da668-4c1f-41c0-850e-113e2bdf78cf" providerId="ADAL" clId="{FFE09C7E-0819-41EC-8BAB-2A7E045CA1AC}" dt="2025-02-28T14:47:02.124" v="4" actId="20577"/>
        <pc:sldMkLst>
          <pc:docMk/>
          <pc:sldMk cId="1259113184" sldId="475"/>
        </pc:sldMkLst>
        <pc:spChg chg="mod">
          <ac:chgData name="Steven M Christey" userId="f24da668-4c1f-41c0-850e-113e2bdf78cf" providerId="ADAL" clId="{FFE09C7E-0819-41EC-8BAB-2A7E045CA1AC}" dt="2025-02-28T14:47:02.124" v="4" actId="20577"/>
          <ac:spMkLst>
            <pc:docMk/>
            <pc:sldMk cId="1259113184" sldId="475"/>
            <ac:spMk id="3" creationId="{32062DF9-CFF1-0BEE-15FF-59D403B018ED}"/>
          </ac:spMkLst>
        </pc:spChg>
      </pc:sldChg>
      <pc:sldChg chg="modSp add mod">
        <pc:chgData name="Steven M Christey" userId="f24da668-4c1f-41c0-850e-113e2bdf78cf" providerId="ADAL" clId="{FFE09C7E-0819-41EC-8BAB-2A7E045CA1AC}" dt="2025-02-28T16:02:08.377" v="2982"/>
        <pc:sldMkLst>
          <pc:docMk/>
          <pc:sldMk cId="4197602607" sldId="488"/>
        </pc:sldMkLst>
        <pc:spChg chg="mod">
          <ac:chgData name="Steven M Christey" userId="f24da668-4c1f-41c0-850e-113e2bdf78cf" providerId="ADAL" clId="{FFE09C7E-0819-41EC-8BAB-2A7E045CA1AC}" dt="2025-02-28T16:02:08.377" v="2982"/>
          <ac:spMkLst>
            <pc:docMk/>
            <pc:sldMk cId="4197602607" sldId="488"/>
            <ac:spMk id="3" creationId="{91BBE544-B07D-A22E-1C50-A45E8F9C0351}"/>
          </ac:spMkLst>
        </pc:spChg>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pChg chg="mod">
          <ac:chgData name="Steven M Christey" userId="f24da668-4c1f-41c0-850e-113e2bdf78cf" providerId="ADAL" clId="{FFE09C7E-0819-41EC-8BAB-2A7E045CA1AC}" dt="2025-02-28T16:00:30.884" v="2976"/>
          <ac:spMkLst>
            <pc:docMk/>
            <pc:sldMk cId="1870174279" sldId="493"/>
            <ac:spMk id="3" creationId="{91BBE544-B07D-A22E-1C50-A45E8F9C0351}"/>
          </ac:spMkLst>
        </pc:spChg>
      </pc:sldChg>
      <pc:sldChg chg="modSp add mod">
        <pc:chgData name="Steven M Christey" userId="f24da668-4c1f-41c0-850e-113e2bdf78cf" providerId="ADAL" clId="{FFE09C7E-0819-41EC-8BAB-2A7E045CA1AC}" dt="2025-02-28T15:02:03.856" v="344" actId="20577"/>
        <pc:sldMkLst>
          <pc:docMk/>
          <pc:sldMk cId="250821381" sldId="494"/>
        </pc:sldMkLst>
        <pc:spChg chg="mod">
          <ac:chgData name="Steven M Christey" userId="f24da668-4c1f-41c0-850e-113e2bdf78cf" providerId="ADAL" clId="{FFE09C7E-0819-41EC-8BAB-2A7E045CA1AC}" dt="2025-02-28T15:02:03.856" v="344" actId="20577"/>
          <ac:spMkLst>
            <pc:docMk/>
            <pc:sldMk cId="250821381" sldId="494"/>
            <ac:spMk id="3" creationId="{91BBE544-B07D-A22E-1C50-A45E8F9C0351}"/>
          </ac:spMkLst>
        </pc:spChg>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pChg chg="mod">
          <ac:chgData name="Steven M Christey" userId="f24da668-4c1f-41c0-850e-113e2bdf78cf" providerId="ADAL" clId="{FFE09C7E-0819-41EC-8BAB-2A7E045CA1AC}" dt="2025-02-28T15:38:50.921" v="2135" actId="6549"/>
          <ac:spMkLst>
            <pc:docMk/>
            <pc:sldMk cId="3398638979" sldId="496"/>
            <ac:spMk id="3" creationId="{91BBE544-B07D-A22E-1C50-A45E8F9C0351}"/>
          </ac:spMkLst>
        </pc:spChg>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pChg chg="mod">
          <ac:chgData name="Steven M Christey" userId="f24da668-4c1f-41c0-850e-113e2bdf78cf" providerId="ADAL" clId="{FFE09C7E-0819-41EC-8BAB-2A7E045CA1AC}" dt="2025-02-28T15:58:12.692" v="2929"/>
          <ac:spMkLst>
            <pc:docMk/>
            <pc:sldMk cId="2746674832" sldId="501"/>
            <ac:spMk id="3" creationId="{51E8636F-B33F-D3B0-AADD-CB9D0B1156A6}"/>
          </ac:spMkLst>
        </pc:spChg>
      </pc:sldChg>
      <pc:sldChg chg="modSp add mod">
        <pc:chgData name="Steven M Christey" userId="f24da668-4c1f-41c0-850e-113e2bdf78cf" providerId="ADAL" clId="{FFE09C7E-0819-41EC-8BAB-2A7E045CA1AC}" dt="2025-02-28T16:41:21.787" v="3296" actId="20577"/>
        <pc:sldMkLst>
          <pc:docMk/>
          <pc:sldMk cId="1027931571" sldId="502"/>
        </pc:sldMkLst>
        <pc:spChg chg="mod">
          <ac:chgData name="Steven M Christey" userId="f24da668-4c1f-41c0-850e-113e2bdf78cf" providerId="ADAL" clId="{FFE09C7E-0819-41EC-8BAB-2A7E045CA1AC}" dt="2025-02-28T15:22:49.319" v="1076" actId="20577"/>
          <ac:spMkLst>
            <pc:docMk/>
            <pc:sldMk cId="1027931571" sldId="502"/>
            <ac:spMk id="2" creationId="{19E37A35-361A-4744-A1F2-DE18E636AC13}"/>
          </ac:spMkLst>
        </pc:spChg>
        <pc:spChg chg="mod">
          <ac:chgData name="Steven M Christey" userId="f24da668-4c1f-41c0-850e-113e2bdf78cf" providerId="ADAL" clId="{FFE09C7E-0819-41EC-8BAB-2A7E045CA1AC}" dt="2025-02-28T16:41:21.787" v="3296" actId="20577"/>
          <ac:spMkLst>
            <pc:docMk/>
            <pc:sldMk cId="1027931571" sldId="502"/>
            <ac:spMk id="3" creationId="{93F9826D-B9D1-997D-1F9C-2B9AC119BAA4}"/>
          </ac:spMkLst>
        </pc:spChg>
      </pc:sldChg>
      <pc:sldChg chg="modSp add mod">
        <pc:chgData name="Steven M Christey" userId="f24da668-4c1f-41c0-850e-113e2bdf78cf" providerId="ADAL" clId="{FFE09C7E-0819-41EC-8BAB-2A7E045CA1AC}" dt="2025-02-28T15:01:01.653" v="339" actId="20577"/>
        <pc:sldMkLst>
          <pc:docMk/>
          <pc:sldMk cId="3197665598" sldId="503"/>
        </pc:sldMkLst>
        <pc:spChg chg="mod">
          <ac:chgData name="Steven M Christey" userId="f24da668-4c1f-41c0-850e-113e2bdf78cf" providerId="ADAL" clId="{FFE09C7E-0819-41EC-8BAB-2A7E045CA1AC}" dt="2025-02-28T15:01:01.653" v="339" actId="20577"/>
          <ac:spMkLst>
            <pc:docMk/>
            <pc:sldMk cId="3197665598" sldId="503"/>
            <ac:spMk id="3" creationId="{18903628-5E0D-0F02-4B7C-9332FE4C3448}"/>
          </ac:spMkLst>
        </pc:spChg>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pChg chg="mod">
          <ac:chgData name="Steven M Christey" userId="f24da668-4c1f-41c0-850e-113e2bdf78cf" providerId="ADAL" clId="{FFE09C7E-0819-41EC-8BAB-2A7E045CA1AC}" dt="2025-02-28T15:37:57.621" v="2124" actId="20577"/>
          <ac:spMkLst>
            <pc:docMk/>
            <pc:sldMk cId="875236698" sldId="505"/>
            <ac:spMk id="3" creationId="{60F09E05-5C5B-B252-2D8C-81D9597607D7}"/>
          </ac:spMkLst>
        </pc:spChg>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pChg chg="mod">
          <ac:chgData name="Steven M Christey" userId="f24da668-4c1f-41c0-850e-113e2bdf78cf" providerId="ADAL" clId="{FFE09C7E-0819-41EC-8BAB-2A7E045CA1AC}" dt="2025-02-28T15:28:09.812" v="1689" actId="20577"/>
          <ac:spMkLst>
            <pc:docMk/>
            <pc:sldMk cId="915149386" sldId="514"/>
            <ac:spMk id="3" creationId="{D4348C02-DFCE-A2E4-D523-D69A254A7D49}"/>
          </ac:spMkLst>
        </pc:spChg>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pChg chg="mod">
          <ac:chgData name="Steven M Christey" userId="f24da668-4c1f-41c0-850e-113e2bdf78cf" providerId="ADAL" clId="{FFE09C7E-0819-41EC-8BAB-2A7E045CA1AC}" dt="2025-02-28T14:51:30.106" v="185" actId="20577"/>
          <ac:spMkLst>
            <pc:docMk/>
            <pc:sldMk cId="2266223281" sldId="539"/>
            <ac:spMk id="2" creationId="{994EE636-A57B-BB7C-C698-DCB6F2A7B071}"/>
          </ac:spMkLst>
        </pc:spChg>
        <pc:spChg chg="mod">
          <ac:chgData name="Steven M Christey" userId="f24da668-4c1f-41c0-850e-113e2bdf78cf" providerId="ADAL" clId="{FFE09C7E-0819-41EC-8BAB-2A7E045CA1AC}" dt="2025-02-28T14:51:22.770" v="169" actId="6549"/>
          <ac:spMkLst>
            <pc:docMk/>
            <pc:sldMk cId="2266223281" sldId="539"/>
            <ac:spMk id="3" creationId="{9915B450-3AB3-4605-EAE8-C84785DE6064}"/>
          </ac:spMkLst>
        </pc:spChg>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pChg chg="mod">
          <ac:chgData name="Steven M Christey" userId="f24da668-4c1f-41c0-850e-113e2bdf78cf" providerId="ADAL" clId="{FFE09C7E-0819-41EC-8BAB-2A7E045CA1AC}" dt="2025-02-28T15:27:45.142" v="1611" actId="6549"/>
          <ac:spMkLst>
            <pc:docMk/>
            <pc:sldMk cId="2730253842" sldId="542"/>
            <ac:spMk id="3" creationId="{CF8600D0-E349-74FD-4214-23DC700A0F91}"/>
          </ac:spMkLst>
        </pc:spChg>
      </pc:sldChg>
      <pc:sldChg chg="modSp mod">
        <pc:chgData name="Steven M Christey" userId="f24da668-4c1f-41c0-850e-113e2bdf78cf" providerId="ADAL" clId="{FFE09C7E-0819-41EC-8BAB-2A7E045CA1AC}" dt="2025-02-28T14:49:51.439" v="117"/>
        <pc:sldMkLst>
          <pc:docMk/>
          <pc:sldMk cId="1565146543" sldId="548"/>
        </pc:sldMkLst>
        <pc:spChg chg="mod">
          <ac:chgData name="Steven M Christey" userId="f24da668-4c1f-41c0-850e-113e2bdf78cf" providerId="ADAL" clId="{FFE09C7E-0819-41EC-8BAB-2A7E045CA1AC}" dt="2025-02-28T14:49:51.439" v="117"/>
          <ac:spMkLst>
            <pc:docMk/>
            <pc:sldMk cId="1565146543" sldId="548"/>
            <ac:spMk id="2" creationId="{D261E447-4F51-57E1-6CB2-D304F03BBD21}"/>
          </ac:spMkLst>
        </pc:spChg>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pChg chg="mod">
          <ac:chgData name="Steven M Christey" userId="f24da668-4c1f-41c0-850e-113e2bdf78cf" providerId="ADAL" clId="{FFE09C7E-0819-41EC-8BAB-2A7E045CA1AC}" dt="2025-02-28T16:29:33.063" v="3272" actId="13926"/>
          <ac:spMkLst>
            <pc:docMk/>
            <pc:sldMk cId="3459002713" sldId="552"/>
            <ac:spMk id="5" creationId="{62A4C25A-084F-F2B0-0B58-6835AFE2D0C2}"/>
          </ac:spMkLst>
        </pc:spChg>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pChg chg="mod">
          <ac:chgData name="Steven M Christey" userId="f24da668-4c1f-41c0-850e-113e2bdf78cf" providerId="ADAL" clId="{FFE09C7E-0819-41EC-8BAB-2A7E045CA1AC}" dt="2025-02-28T15:06:46.021" v="529" actId="20577"/>
          <ac:spMkLst>
            <pc:docMk/>
            <pc:sldMk cId="1572817717" sldId="554"/>
            <ac:spMk id="2" creationId="{591566D0-BD1D-1B57-CEBB-5BF820808F91}"/>
          </ac:spMkLst>
        </pc:spChg>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5:42:06.315" v="736" actId="207"/>
        <pc:sldMkLst>
          <pc:docMk/>
          <pc:sldMk cId="1259113184" sldId="475"/>
        </pc:sldMkLst>
        <pc:spChg chg="mod">
          <ac:chgData name="Steven M Christey" userId="f24da668-4c1f-41c0-850e-113e2bdf78cf" providerId="ADAL" clId="{A43A276B-9F4E-465D-99C8-DD66489E7D77}" dt="2025-02-14T15:41:17.644" v="664" actId="20577"/>
          <ac:spMkLst>
            <pc:docMk/>
            <pc:sldMk cId="1259113184" sldId="475"/>
            <ac:spMk id="3" creationId="{32062DF9-CFF1-0BEE-15FF-59D403B018ED}"/>
          </ac:spMkLst>
        </pc:spChg>
        <pc:spChg chg="mod">
          <ac:chgData name="Steven M Christey" userId="f24da668-4c1f-41c0-850e-113e2bdf78cf" providerId="ADAL" clId="{A43A276B-9F4E-465D-99C8-DD66489E7D77}" dt="2025-02-14T15:42:06.315" v="736" actId="207"/>
          <ac:spMkLst>
            <pc:docMk/>
            <pc:sldMk cId="1259113184" sldId="475"/>
            <ac:spMk id="6" creationId="{D630B379-7569-7A91-432B-E79677CEB874}"/>
          </ac:spMkLst>
        </pc:spChg>
      </pc:sldChg>
      <pc:sldChg chg="modSp mod">
        <pc:chgData name="Steven M Christey" userId="f24da668-4c1f-41c0-850e-113e2bdf78cf" providerId="ADAL" clId="{A43A276B-9F4E-465D-99C8-DD66489E7D77}" dt="2025-02-14T15:12:16.138" v="280" actId="20577"/>
        <pc:sldMkLst>
          <pc:docMk/>
          <pc:sldMk cId="150708501" sldId="533"/>
        </pc:sldMkLst>
        <pc:spChg chg="mod">
          <ac:chgData name="Steven M Christey" userId="f24da668-4c1f-41c0-850e-113e2bdf78cf" providerId="ADAL" clId="{A43A276B-9F4E-465D-99C8-DD66489E7D77}" dt="2025-02-14T15:12:16.138" v="280" actId="20577"/>
          <ac:spMkLst>
            <pc:docMk/>
            <pc:sldMk cId="150708501" sldId="533"/>
            <ac:spMk id="3" creationId="{D56FF49E-E3F8-8E2A-2DB7-2E9585AD88B0}"/>
          </ac:spMkLst>
        </pc:spChg>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pChg chg="mod">
          <ac:chgData name="Steven M Christey" userId="f24da668-4c1f-41c0-850e-113e2bdf78cf" providerId="ADAL" clId="{A43A276B-9F4E-465D-99C8-DD66489E7D77}" dt="2025-02-14T15:42:54.933" v="767" actId="20577"/>
          <ac:spMkLst>
            <pc:docMk/>
            <pc:sldMk cId="2266223281" sldId="539"/>
            <ac:spMk id="3" creationId="{9915B450-3AB3-4605-EAE8-C84785DE6064}"/>
          </ac:spMkLst>
        </pc:spChg>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pChg chg="mod">
          <ac:chgData name="Steven M Christey" userId="f24da668-4c1f-41c0-850e-113e2bdf78cf" providerId="ADAL" clId="{A43A276B-9F4E-465D-99C8-DD66489E7D77}" dt="2025-02-14T15:12:35.714" v="289" actId="20577"/>
          <ac:spMkLst>
            <pc:docMk/>
            <pc:sldMk cId="1502259985" sldId="541"/>
            <ac:spMk id="2" creationId="{FE27698D-BC9A-28D2-4336-B8478BD9DE4F}"/>
          </ac:spMkLst>
        </pc:spChg>
      </pc:sldChg>
      <pc:sldChg chg="modSp mod ord">
        <pc:chgData name="Steven M Christey" userId="f24da668-4c1f-41c0-850e-113e2bdf78cf" providerId="ADAL" clId="{A43A276B-9F4E-465D-99C8-DD66489E7D77}" dt="2025-02-14T15:44:47.195" v="872" actId="20577"/>
        <pc:sldMkLst>
          <pc:docMk/>
          <pc:sldMk cId="2730253842" sldId="542"/>
        </pc:sldMkLst>
        <pc:spChg chg="mod">
          <ac:chgData name="Steven M Christey" userId="f24da668-4c1f-41c0-850e-113e2bdf78cf" providerId="ADAL" clId="{A43A276B-9F4E-465D-99C8-DD66489E7D77}" dt="2025-02-14T15:44:47.195" v="872" actId="20577"/>
          <ac:spMkLst>
            <pc:docMk/>
            <pc:sldMk cId="2730253842" sldId="542"/>
            <ac:spMk id="3" creationId="{CF8600D0-E349-74FD-4214-23DC700A0F91}"/>
          </ac:spMkLst>
        </pc:spChg>
      </pc:sldChg>
      <pc:sldChg chg="modSp mod">
        <pc:chgData name="Steven M Christey" userId="f24da668-4c1f-41c0-850e-113e2bdf78cf" providerId="ADAL" clId="{A43A276B-9F4E-465D-99C8-DD66489E7D77}" dt="2025-02-14T15:15:44.321" v="340" actId="20577"/>
        <pc:sldMkLst>
          <pc:docMk/>
          <pc:sldMk cId="373026186" sldId="543"/>
        </pc:sldMkLst>
        <pc:spChg chg="mod">
          <ac:chgData name="Steven M Christey" userId="f24da668-4c1f-41c0-850e-113e2bdf78cf" providerId="ADAL" clId="{A43A276B-9F4E-465D-99C8-DD66489E7D77}" dt="2025-02-14T15:15:44.321" v="340" actId="20577"/>
          <ac:spMkLst>
            <pc:docMk/>
            <pc:sldMk cId="373026186" sldId="543"/>
            <ac:spMk id="2" creationId="{0AF37094-A533-79D5-3374-777789798775}"/>
          </ac:spMkLst>
        </pc:spChg>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pChg chg="mod">
          <ac:chgData name="Steven M Christey" userId="f24da668-4c1f-41c0-850e-113e2bdf78cf" providerId="ADAL" clId="{A43A276B-9F4E-465D-99C8-DD66489E7D77}" dt="2025-02-14T15:08:28.085" v="43" actId="20577"/>
          <ac:spMkLst>
            <pc:docMk/>
            <pc:sldMk cId="3700112731" sldId="545"/>
            <ac:spMk id="2" creationId="{BE17553B-65F7-479D-4DA0-BF468708828B}"/>
          </ac:spMkLst>
        </pc:spChg>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pChg chg="mod">
          <ac:chgData name="Steven M Christey" userId="f24da668-4c1f-41c0-850e-113e2bdf78cf" providerId="ADAL" clId="{A43A276B-9F4E-465D-99C8-DD66489E7D77}" dt="2025-02-14T15:14:20.304" v="312" actId="20577"/>
          <ac:spMkLst>
            <pc:docMk/>
            <pc:sldMk cId="853201468" sldId="547"/>
            <ac:spMk id="2" creationId="{40F73B08-2967-AAF3-53F0-447CEF4E99B5}"/>
          </ac:spMkLst>
        </pc:spChg>
      </pc:sldChg>
      <pc:sldChg chg="modSp new mod">
        <pc:chgData name="Steven M Christey" userId="f24da668-4c1f-41c0-850e-113e2bdf78cf" providerId="ADAL" clId="{A43A276B-9F4E-465D-99C8-DD66489E7D77}" dt="2025-02-14T15:16:31.376" v="416" actId="20577"/>
        <pc:sldMkLst>
          <pc:docMk/>
          <pc:sldMk cId="1565146543" sldId="548"/>
        </pc:sldMkLst>
        <pc:spChg chg="mod">
          <ac:chgData name="Steven M Christey" userId="f24da668-4c1f-41c0-850e-113e2bdf78cf" providerId="ADAL" clId="{A43A276B-9F4E-465D-99C8-DD66489E7D77}" dt="2025-02-14T15:16:31.376" v="416" actId="20577"/>
          <ac:spMkLst>
            <pc:docMk/>
            <pc:sldMk cId="1565146543" sldId="548"/>
            <ac:spMk id="2" creationId="{D261E447-4F51-57E1-6CB2-D304F03BBD21}"/>
          </ac:spMkLst>
        </pc:spChg>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pChg chg="mod">
          <ac:chgData name="Steven M Christey" userId="f24da668-4c1f-41c0-850e-113e2bdf78cf" providerId="ADAL" clId="{A43A276B-9F4E-465D-99C8-DD66489E7D77}" dt="2025-02-14T15:44:11.895" v="806" actId="20577"/>
          <ac:spMkLst>
            <pc:docMk/>
            <pc:sldMk cId="2070058361" sldId="551"/>
            <ac:spMk id="2" creationId="{3ED4C4EE-AD34-158A-0473-8FD64EB6CC77}"/>
          </ac:spMkLst>
        </pc:spChg>
        <pc:spChg chg="mod">
          <ac:chgData name="Steven M Christey" userId="f24da668-4c1f-41c0-850e-113e2bdf78cf" providerId="ADAL" clId="{A43A276B-9F4E-465D-99C8-DD66489E7D77}" dt="2025-02-14T15:44:36.672" v="871" actId="6549"/>
          <ac:spMkLst>
            <pc:docMk/>
            <pc:sldMk cId="2070058361" sldId="551"/>
            <ac:spMk id="3" creationId="{8BA7C391-82D3-70E1-6585-7590DC9E29A5}"/>
          </ac:spMkLst>
        </pc:spChg>
      </pc:sldChg>
      <pc:sldChg chg="addSp modSp new mod ord">
        <pc:chgData name="Steven M Christey" userId="f24da668-4c1f-41c0-850e-113e2bdf78cf" providerId="ADAL" clId="{A43A276B-9F4E-465D-99C8-DD66489E7D77}" dt="2025-02-14T15:52:54.632" v="1796" actId="20577"/>
        <pc:sldMkLst>
          <pc:docMk/>
          <pc:sldMk cId="3459002713" sldId="552"/>
        </pc:sldMkLst>
        <pc:spChg chg="mod">
          <ac:chgData name="Steven M Christey" userId="f24da668-4c1f-41c0-850e-113e2bdf78cf" providerId="ADAL" clId="{A43A276B-9F4E-465D-99C8-DD66489E7D77}" dt="2025-02-14T15:48:14.511" v="1410" actId="20577"/>
          <ac:spMkLst>
            <pc:docMk/>
            <pc:sldMk cId="3459002713" sldId="552"/>
            <ac:spMk id="2" creationId="{08991F8D-568A-826F-4A6D-A8A7779941F9}"/>
          </ac:spMkLst>
        </pc:spChg>
        <pc:spChg chg="add mod">
          <ac:chgData name="Steven M Christey" userId="f24da668-4c1f-41c0-850e-113e2bdf78cf" providerId="ADAL" clId="{A43A276B-9F4E-465D-99C8-DD66489E7D77}" dt="2025-02-14T15:49:18.162" v="1423" actId="692"/>
          <ac:spMkLst>
            <pc:docMk/>
            <pc:sldMk cId="3459002713" sldId="552"/>
            <ac:spMk id="5" creationId="{62A4C25A-084F-F2B0-0B58-6835AFE2D0C2}"/>
          </ac:spMkLst>
        </pc:spChg>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ldChg>
      <pc:sldChg chg="modSp mod ord">
        <pc:chgData name="Steven M Christey" userId="f24da668-4c1f-41c0-850e-113e2bdf78cf" providerId="ADAL" clId="{93063133-3906-4F30-A148-99717A6DC68B}" dt="2025-01-17T16:41:49.979" v="919" actId="20577"/>
        <pc:sldMkLst>
          <pc:docMk/>
          <pc:sldMk cId="674283638" sldId="534"/>
        </pc:sldMkLst>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ldLayoutChg>
      </pc:sldMaster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pChg chg="mod">
          <ac:chgData name="Steven M Christey" userId="f24da668-4c1f-41c0-850e-113e2bdf78cf" providerId="ADAL" clId="{4EF4B88D-6678-4032-9751-422794F92589}" dt="2025-03-28T14:54:48.642" v="335" actId="207"/>
          <ac:spMkLst>
            <pc:docMk/>
            <pc:sldMk cId="4197602607" sldId="488"/>
            <ac:spMk id="3" creationId="{91BBE544-B07D-A22E-1C50-A45E8F9C0351}"/>
          </ac:spMkLst>
        </pc:spChg>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pChg chg="mod">
          <ac:chgData name="Steven M Christey" userId="f24da668-4c1f-41c0-850e-113e2bdf78cf" providerId="ADAL" clId="{4EF4B88D-6678-4032-9751-422794F92589}" dt="2025-03-28T14:53:42.048" v="324" actId="207"/>
          <ac:spMkLst>
            <pc:docMk/>
            <pc:sldMk cId="1870174279" sldId="493"/>
            <ac:spMk id="3" creationId="{91BBE544-B07D-A22E-1C50-A45E8F9C0351}"/>
          </ac:spMkLst>
        </pc:spChg>
      </pc:sldChg>
      <pc:sldChg chg="modSp mod">
        <pc:chgData name="Steven M Christey" userId="f24da668-4c1f-41c0-850e-113e2bdf78cf" providerId="ADAL" clId="{4EF4B88D-6678-4032-9751-422794F92589}" dt="2025-03-28T15:44:29.002" v="778" actId="20577"/>
        <pc:sldMkLst>
          <pc:docMk/>
          <pc:sldMk cId="250821381" sldId="494"/>
        </pc:sldMkLst>
        <pc:spChg chg="mod">
          <ac:chgData name="Steven M Christey" userId="f24da668-4c1f-41c0-850e-113e2bdf78cf" providerId="ADAL" clId="{4EF4B88D-6678-4032-9751-422794F92589}" dt="2025-03-28T15:44:29.002" v="778" actId="20577"/>
          <ac:spMkLst>
            <pc:docMk/>
            <pc:sldMk cId="250821381" sldId="494"/>
            <ac:spMk id="3" creationId="{91BBE544-B07D-A22E-1C50-A45E8F9C0351}"/>
          </ac:spMkLst>
        </pc:spChg>
      </pc:sldChg>
      <pc:sldChg chg="modSp mod">
        <pc:chgData name="Steven M Christey" userId="f24da668-4c1f-41c0-850e-113e2bdf78cf" providerId="ADAL" clId="{4EF4B88D-6678-4032-9751-422794F92589}" dt="2025-03-28T15:41:33.689" v="687" actId="20577"/>
        <pc:sldMkLst>
          <pc:docMk/>
          <pc:sldMk cId="3398638979" sldId="496"/>
        </pc:sldMkLst>
        <pc:spChg chg="mod">
          <ac:chgData name="Steven M Christey" userId="f24da668-4c1f-41c0-850e-113e2bdf78cf" providerId="ADAL" clId="{4EF4B88D-6678-4032-9751-422794F92589}" dt="2025-03-28T15:41:33.689" v="687" actId="20577"/>
          <ac:spMkLst>
            <pc:docMk/>
            <pc:sldMk cId="3398638979" sldId="496"/>
            <ac:spMk id="3" creationId="{91BBE544-B07D-A22E-1C50-A45E8F9C0351}"/>
          </ac:spMkLst>
        </pc:spChg>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pChg chg="mod">
          <ac:chgData name="Steven M Christey" userId="f24da668-4c1f-41c0-850e-113e2bdf78cf" providerId="ADAL" clId="{4EF4B88D-6678-4032-9751-422794F92589}" dt="2025-03-28T15:28:28.892" v="479" actId="207"/>
          <ac:spMkLst>
            <pc:docMk/>
            <pc:sldMk cId="2746674832" sldId="501"/>
            <ac:spMk id="3" creationId="{51E8636F-B33F-D3B0-AADD-CB9D0B1156A6}"/>
          </ac:spMkLst>
        </pc:spChg>
      </pc:sldChg>
      <pc:sldChg chg="modSp mod">
        <pc:chgData name="Steven M Christey" userId="f24da668-4c1f-41c0-850e-113e2bdf78cf" providerId="ADAL" clId="{4EF4B88D-6678-4032-9751-422794F92589}" dt="2025-03-28T14:50:26.509" v="274" actId="207"/>
        <pc:sldMkLst>
          <pc:docMk/>
          <pc:sldMk cId="1027931571" sldId="502"/>
        </pc:sldMkLst>
        <pc:spChg chg="mod">
          <ac:chgData name="Steven M Christey" userId="f24da668-4c1f-41c0-850e-113e2bdf78cf" providerId="ADAL" clId="{4EF4B88D-6678-4032-9751-422794F92589}" dt="2025-03-28T14:50:26.509" v="274" actId="207"/>
          <ac:spMkLst>
            <pc:docMk/>
            <pc:sldMk cId="1027931571" sldId="502"/>
            <ac:spMk id="3" creationId="{93F9826D-B9D1-997D-1F9C-2B9AC119BAA4}"/>
          </ac:spMkLst>
        </pc:spChg>
      </pc:sldChg>
      <pc:sldChg chg="modSp mod">
        <pc:chgData name="Steven M Christey" userId="f24da668-4c1f-41c0-850e-113e2bdf78cf" providerId="ADAL" clId="{4EF4B88D-6678-4032-9751-422794F92589}" dt="2025-03-28T15:48:45.934" v="899" actId="20577"/>
        <pc:sldMkLst>
          <pc:docMk/>
          <pc:sldMk cId="3197665598" sldId="503"/>
        </pc:sldMkLst>
        <pc:spChg chg="mod">
          <ac:chgData name="Steven M Christey" userId="f24da668-4c1f-41c0-850e-113e2bdf78cf" providerId="ADAL" clId="{4EF4B88D-6678-4032-9751-422794F92589}" dt="2025-03-28T15:48:45.934" v="899" actId="20577"/>
          <ac:spMkLst>
            <pc:docMk/>
            <pc:sldMk cId="3197665598" sldId="503"/>
            <ac:spMk id="3" creationId="{18903628-5E0D-0F02-4B7C-9332FE4C3448}"/>
          </ac:spMkLst>
        </pc:spChg>
      </pc:sldChg>
      <pc:sldChg chg="modSp mod">
        <pc:chgData name="Steven M Christey" userId="f24da668-4c1f-41c0-850e-113e2bdf78cf" providerId="ADAL" clId="{4EF4B88D-6678-4032-9751-422794F92589}" dt="2025-03-28T15:37:39.383" v="661"/>
        <pc:sldMkLst>
          <pc:docMk/>
          <pc:sldMk cId="875236698" sldId="505"/>
        </pc:sldMkLst>
        <pc:spChg chg="mod">
          <ac:chgData name="Steven M Christey" userId="f24da668-4c1f-41c0-850e-113e2bdf78cf" providerId="ADAL" clId="{4EF4B88D-6678-4032-9751-422794F92589}" dt="2025-03-28T15:37:39.383" v="661"/>
          <ac:spMkLst>
            <pc:docMk/>
            <pc:sldMk cId="875236698" sldId="505"/>
            <ac:spMk id="3" creationId="{60F09E05-5C5B-B252-2D8C-81D9597607D7}"/>
          </ac:spMkLst>
        </pc:spChg>
      </pc:sldChg>
      <pc:sldChg chg="modSp mod">
        <pc:chgData name="Steven M Christey" userId="f24da668-4c1f-41c0-850e-113e2bdf78cf" providerId="ADAL" clId="{4EF4B88D-6678-4032-9751-422794F92589}" dt="2025-03-28T14:42:39.935" v="101" actId="20577"/>
        <pc:sldMkLst>
          <pc:docMk/>
          <pc:sldMk cId="2730253842" sldId="542"/>
        </pc:sldMkLst>
        <pc:spChg chg="mod">
          <ac:chgData name="Steven M Christey" userId="f24da668-4c1f-41c0-850e-113e2bdf78cf" providerId="ADAL" clId="{4EF4B88D-6678-4032-9751-422794F92589}" dt="2025-03-28T14:42:20.944" v="80" actId="20577"/>
          <ac:spMkLst>
            <pc:docMk/>
            <pc:sldMk cId="2730253842" sldId="542"/>
            <ac:spMk id="2" creationId="{91D802BE-518D-D6E6-531C-A2E587BDF05C}"/>
          </ac:spMkLst>
        </pc:spChg>
        <pc:spChg chg="mod">
          <ac:chgData name="Steven M Christey" userId="f24da668-4c1f-41c0-850e-113e2bdf78cf" providerId="ADAL" clId="{4EF4B88D-6678-4032-9751-422794F92589}" dt="2025-03-28T14:42:39.935" v="101" actId="20577"/>
          <ac:spMkLst>
            <pc:docMk/>
            <pc:sldMk cId="2730253842" sldId="542"/>
            <ac:spMk id="3" creationId="{CF8600D0-E349-74FD-4214-23DC700A0F91}"/>
          </ac:spMkLst>
        </pc:spChg>
      </pc:sldChg>
      <pc:sldChg chg="addSp delSp modSp mod">
        <pc:chgData name="Steven M Christey" userId="f24da668-4c1f-41c0-850e-113e2bdf78cf" providerId="ADAL" clId="{4EF4B88D-6678-4032-9751-422794F92589}" dt="2025-03-28T14:59:59.752" v="438" actId="403"/>
        <pc:sldMkLst>
          <pc:docMk/>
          <pc:sldMk cId="3459002713" sldId="552"/>
        </pc:sldMkLst>
        <pc:spChg chg="mod">
          <ac:chgData name="Steven M Christey" userId="f24da668-4c1f-41c0-850e-113e2bdf78cf" providerId="ADAL" clId="{4EF4B88D-6678-4032-9751-422794F92589}" dt="2025-03-28T14:48:02.953" v="247" actId="20577"/>
          <ac:spMkLst>
            <pc:docMk/>
            <pc:sldMk cId="3459002713" sldId="552"/>
            <ac:spMk id="2" creationId="{08991F8D-568A-826F-4A6D-A8A7779941F9}"/>
          </ac:spMkLst>
        </pc:spChg>
        <pc:spChg chg="mod">
          <ac:chgData name="Steven M Christey" userId="f24da668-4c1f-41c0-850e-113e2bdf78cf" providerId="ADAL" clId="{4EF4B88D-6678-4032-9751-422794F92589}" dt="2025-03-28T14:47:56.080" v="240" actId="1076"/>
          <ac:spMkLst>
            <pc:docMk/>
            <pc:sldMk cId="3459002713" sldId="552"/>
            <ac:spMk id="5" creationId="{62A4C25A-084F-F2B0-0B58-6835AFE2D0C2}"/>
          </ac:spMkLst>
        </pc:spChg>
        <pc:spChg chg="add mod">
          <ac:chgData name="Steven M Christey" userId="f24da668-4c1f-41c0-850e-113e2bdf78cf" providerId="ADAL" clId="{4EF4B88D-6678-4032-9751-422794F92589}" dt="2025-03-28T14:48:33.326" v="250" actId="115"/>
          <ac:spMkLst>
            <pc:docMk/>
            <pc:sldMk cId="3459002713" sldId="552"/>
            <ac:spMk id="8" creationId="{C4B54ECF-A9AA-CA85-AA8D-702D0649EFC9}"/>
          </ac:spMkLst>
        </pc:spChg>
        <pc:spChg chg="add mod">
          <ac:chgData name="Steven M Christey" userId="f24da668-4c1f-41c0-850e-113e2bdf78cf" providerId="ADAL" clId="{4EF4B88D-6678-4032-9751-422794F92589}" dt="2025-03-28T14:59:59.752" v="438" actId="403"/>
          <ac:spMkLst>
            <pc:docMk/>
            <pc:sldMk cId="3459002713" sldId="552"/>
            <ac:spMk id="9" creationId="{9E3A903E-5FA1-1226-0FE2-9210E3C13BE2}"/>
          </ac:spMkLst>
        </pc:spChg>
      </pc:sldChg>
      <pc:sldChg chg="modSp del mod">
        <pc:chgData name="Steven M Christey" userId="f24da668-4c1f-41c0-850e-113e2bdf78cf" providerId="ADAL" clId="{4EF4B88D-6678-4032-9751-422794F92589}" dt="2025-03-28T14:57:20.361" v="362" actId="47"/>
        <pc:sldMkLst>
          <pc:docMk/>
          <pc:sldMk cId="3362485947" sldId="560"/>
        </pc:sldMkLst>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pChg chg="mod">
          <ac:chgData name="Steven M Christey" userId="f24da668-4c1f-41c0-850e-113e2bdf78cf" providerId="ADAL" clId="{4EF4B88D-6678-4032-9751-422794F92589}" dt="2025-03-28T14:42:55.326" v="127" actId="6549"/>
          <ac:spMkLst>
            <pc:docMk/>
            <pc:sldMk cId="1477368885" sldId="581"/>
            <ac:spMk id="2" creationId="{155C14C6-4CB9-2146-E92A-0EE8671F32CD}"/>
          </ac:spMkLst>
        </pc:spChg>
        <pc:spChg chg="add mod">
          <ac:chgData name="Steven M Christey" userId="f24da668-4c1f-41c0-850e-113e2bdf78cf" providerId="ADAL" clId="{4EF4B88D-6678-4032-9751-422794F92589}" dt="2025-03-28T14:43:00.765" v="128" actId="478"/>
          <ac:spMkLst>
            <pc:docMk/>
            <pc:sldMk cId="1477368885" sldId="581"/>
            <ac:spMk id="6" creationId="{E7EC792B-BCD0-F7FA-F6CF-1E02310B7838}"/>
          </ac:spMkLst>
        </pc:spChg>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ldChg>
      <pc:sldChg chg="modSp add mod">
        <pc:chgData name="Steven M Christey" userId="f24da668-4c1f-41c0-850e-113e2bdf78cf" providerId="ADAL" clId="{4EF4B88D-6678-4032-9751-422794F92589}" dt="2025-03-28T15:53:17.401" v="904" actId="20577"/>
        <pc:sldMkLst>
          <pc:docMk/>
          <pc:sldMk cId="4229668411" sldId="584"/>
        </pc:sldMkLst>
        <pc:spChg chg="mod">
          <ac:chgData name="Steven M Christey" userId="f24da668-4c1f-41c0-850e-113e2bdf78cf" providerId="ADAL" clId="{4EF4B88D-6678-4032-9751-422794F92589}" dt="2025-03-28T15:53:17.401" v="904" actId="20577"/>
          <ac:spMkLst>
            <pc:docMk/>
            <pc:sldMk cId="4229668411" sldId="584"/>
            <ac:spMk id="3" creationId="{1FCCB05C-7E32-73E1-2F09-27776A9F4221}"/>
          </ac:spMkLst>
        </pc:spChg>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pChg chg="mod">
          <ac:chgData name="Steven M Christey" userId="f24da668-4c1f-41c0-850e-113e2bdf78cf" providerId="ADAL" clId="{485CED49-FB28-49A7-BAC4-3D6DBACBD0F5}" dt="2025-03-14T14:24:48.637" v="23" actId="20577"/>
          <ac:spMkLst>
            <pc:docMk/>
            <pc:sldMk cId="1454278300" sldId="459"/>
            <ac:spMk id="2" creationId="{33307706-4E65-00EA-9416-F4DD36CAAD0A}"/>
          </ac:spMkLst>
        </pc:spChg>
        <pc:spChg chg="mod">
          <ac:chgData name="Steven M Christey" userId="f24da668-4c1f-41c0-850e-113e2bdf78cf" providerId="ADAL" clId="{485CED49-FB28-49A7-BAC4-3D6DBACBD0F5}" dt="2025-03-14T14:24:56.090" v="42" actId="20577"/>
          <ac:spMkLst>
            <pc:docMk/>
            <pc:sldMk cId="1454278300" sldId="459"/>
            <ac:spMk id="3" creationId="{0992DF88-AC24-0FBF-1177-62DD9110498B}"/>
          </ac:spMkLst>
        </pc:spChg>
      </pc:sldChg>
      <pc:sldChg chg="modSp mod">
        <pc:chgData name="Steven M Christey" userId="f24da668-4c1f-41c0-850e-113e2bdf78cf" providerId="ADAL" clId="{485CED49-FB28-49A7-BAC4-3D6DBACBD0F5}" dt="2025-03-14T14:56:52.518" v="1997" actId="20577"/>
        <pc:sldMkLst>
          <pc:docMk/>
          <pc:sldMk cId="1259113184" sldId="475"/>
        </pc:sldMkLst>
        <pc:spChg chg="mod">
          <ac:chgData name="Steven M Christey" userId="f24da668-4c1f-41c0-850e-113e2bdf78cf" providerId="ADAL" clId="{485CED49-FB28-49A7-BAC4-3D6DBACBD0F5}" dt="2025-03-14T14:56:52.518" v="1997" actId="20577"/>
          <ac:spMkLst>
            <pc:docMk/>
            <pc:sldMk cId="1259113184" sldId="475"/>
            <ac:spMk id="3" creationId="{32062DF9-CFF1-0BEE-15FF-59D403B018ED}"/>
          </ac:spMkLst>
        </pc:spChg>
      </pc:sldChg>
      <pc:sldChg chg="modSp mod">
        <pc:chgData name="Steven M Christey" userId="f24da668-4c1f-41c0-850e-113e2bdf78cf" providerId="ADAL" clId="{485CED49-FB28-49A7-BAC4-3D6DBACBD0F5}" dt="2025-03-14T14:56:22.294" v="1976" actId="20577"/>
        <pc:sldMkLst>
          <pc:docMk/>
          <pc:sldMk cId="915149386" sldId="514"/>
        </pc:sldMkLst>
        <pc:spChg chg="mod">
          <ac:chgData name="Steven M Christey" userId="f24da668-4c1f-41c0-850e-113e2bdf78cf" providerId="ADAL" clId="{485CED49-FB28-49A7-BAC4-3D6DBACBD0F5}" dt="2025-03-14T14:40:34.748" v="1010" actId="20577"/>
          <ac:spMkLst>
            <pc:docMk/>
            <pc:sldMk cId="915149386" sldId="514"/>
            <ac:spMk id="2" creationId="{C4152329-D360-1F27-97A6-6DA95C552EBD}"/>
          </ac:spMkLst>
        </pc:spChg>
        <pc:spChg chg="mod">
          <ac:chgData name="Steven M Christey" userId="f24da668-4c1f-41c0-850e-113e2bdf78cf" providerId="ADAL" clId="{485CED49-FB28-49A7-BAC4-3D6DBACBD0F5}" dt="2025-03-14T14:56:22.294" v="1976" actId="20577"/>
          <ac:spMkLst>
            <pc:docMk/>
            <pc:sldMk cId="915149386" sldId="514"/>
            <ac:spMk id="3" creationId="{D4348C02-DFCE-A2E4-D523-D69A254A7D49}"/>
          </ac:spMkLst>
        </pc:spChg>
      </pc:sldChg>
      <pc:sldChg chg="modSp mod">
        <pc:chgData name="Steven M Christey" userId="f24da668-4c1f-41c0-850e-113e2bdf78cf" providerId="ADAL" clId="{485CED49-FB28-49A7-BAC4-3D6DBACBD0F5}" dt="2025-03-14T14:57:07.414" v="1998" actId="1076"/>
        <pc:sldMkLst>
          <pc:docMk/>
          <pc:sldMk cId="150708501" sldId="533"/>
        </pc:sldMkLst>
        <pc:spChg chg="mod">
          <ac:chgData name="Steven M Christey" userId="f24da668-4c1f-41c0-850e-113e2bdf78cf" providerId="ADAL" clId="{485CED49-FB28-49A7-BAC4-3D6DBACBD0F5}" dt="2025-03-14T14:56:08.344" v="1960" actId="20577"/>
          <ac:spMkLst>
            <pc:docMk/>
            <pc:sldMk cId="150708501" sldId="533"/>
            <ac:spMk id="3" creationId="{D56FF49E-E3F8-8E2A-2DB7-2E9585AD88B0}"/>
          </ac:spMkLst>
        </pc:spChg>
        <pc:spChg chg="mod">
          <ac:chgData name="Steven M Christey" userId="f24da668-4c1f-41c0-850e-113e2bdf78cf" providerId="ADAL" clId="{485CED49-FB28-49A7-BAC4-3D6DBACBD0F5}" dt="2025-03-14T14:57:07.414" v="1998" actId="1076"/>
          <ac:spMkLst>
            <pc:docMk/>
            <pc:sldMk cId="150708501" sldId="533"/>
            <ac:spMk id="5" creationId="{F150325F-23B4-2959-C512-1363416E3D5B}"/>
          </ac:spMkLst>
        </pc:spChg>
      </pc:sldChg>
      <pc:sldChg chg="modSp mod">
        <pc:chgData name="Steven M Christey" userId="f24da668-4c1f-41c0-850e-113e2bdf78cf" providerId="ADAL" clId="{485CED49-FB28-49A7-BAC4-3D6DBACBD0F5}" dt="2025-03-14T14:32:18.277" v="567"/>
        <pc:sldMkLst>
          <pc:docMk/>
          <pc:sldMk cId="2730253842" sldId="542"/>
        </pc:sldMkLst>
        <pc:spChg chg="mod">
          <ac:chgData name="Steven M Christey" userId="f24da668-4c1f-41c0-850e-113e2bdf78cf" providerId="ADAL" clId="{485CED49-FB28-49A7-BAC4-3D6DBACBD0F5}" dt="2025-03-14T14:30:11.710" v="438" actId="20577"/>
          <ac:spMkLst>
            <pc:docMk/>
            <pc:sldMk cId="2730253842" sldId="542"/>
            <ac:spMk id="2" creationId="{91D802BE-518D-D6E6-531C-A2E587BDF05C}"/>
          </ac:spMkLst>
        </pc:spChg>
        <pc:spChg chg="mod">
          <ac:chgData name="Steven M Christey" userId="f24da668-4c1f-41c0-850e-113e2bdf78cf" providerId="ADAL" clId="{485CED49-FB28-49A7-BAC4-3D6DBACBD0F5}" dt="2025-03-14T14:32:18.277" v="567"/>
          <ac:spMkLst>
            <pc:docMk/>
            <pc:sldMk cId="2730253842" sldId="542"/>
            <ac:spMk id="3" creationId="{CF8600D0-E349-74FD-4214-23DC700A0F91}"/>
          </ac:spMkLst>
        </pc:spChg>
      </pc:sldChg>
      <pc:sldChg chg="modSp mod">
        <pc:chgData name="Steven M Christey" userId="f24da668-4c1f-41c0-850e-113e2bdf78cf" providerId="ADAL" clId="{485CED49-FB28-49A7-BAC4-3D6DBACBD0F5}" dt="2025-03-14T14:27:54.042" v="165"/>
        <pc:sldMkLst>
          <pc:docMk/>
          <pc:sldMk cId="1565146543" sldId="548"/>
        </pc:sldMkLst>
        <pc:spChg chg="mod">
          <ac:chgData name="Steven M Christey" userId="f24da668-4c1f-41c0-850e-113e2bdf78cf" providerId="ADAL" clId="{485CED49-FB28-49A7-BAC4-3D6DBACBD0F5}" dt="2025-03-14T14:27:54.042" v="165"/>
          <ac:spMkLst>
            <pc:docMk/>
            <pc:sldMk cId="1565146543" sldId="548"/>
            <ac:spMk id="2" creationId="{D261E447-4F51-57E1-6CB2-D304F03BBD21}"/>
          </ac:spMkLst>
        </pc:spChg>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pChg chg="mod">
          <ac:chgData name="Steven M Christey" userId="f24da668-4c1f-41c0-850e-113e2bdf78cf" providerId="ADAL" clId="{485CED49-FB28-49A7-BAC4-3D6DBACBD0F5}" dt="2025-03-14T14:41:19.393" v="1024"/>
          <ac:spMkLst>
            <pc:docMk/>
            <pc:sldMk cId="1477368885" sldId="581"/>
            <ac:spMk id="2" creationId="{155C14C6-4CB9-2146-E92A-0EE8671F32CD}"/>
          </ac:spMkLst>
        </pc:spChg>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pChg chg="mod">
          <ac:chgData name="Marissa R Dotter" userId="S::mdotter@mitre.org::19f597a0-23d7-4527-8145-567b323b2b00" providerId="AD" clId="Web-{A3CB14AF-BF02-E3F9-E198-B3F4BC4A8267}" dt="2025-04-09T18:42:17.901" v="2" actId="20577"/>
          <ac:spMkLst>
            <pc:docMk/>
            <pc:sldMk cId="3459002713" sldId="552"/>
            <ac:spMk id="8" creationId="{C4B54ECF-A9AA-CA85-AA8D-702D0649EFC9}"/>
          </ac:spMkLst>
        </pc:spChg>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ldChg>
    </pc:docChg>
  </pc:docChgLst>
  <pc:docChgLst>
    <pc:chgData name="Steven M Christey" userId="f24da668-4c1f-41c0-850e-113e2bdf78cf" providerId="ADAL" clId="{60AD052C-9CA9-449F-859E-4D7001090B75}"/>
    <pc:docChg chg="undo custSel addSld delSld modSld">
      <pc:chgData name="Steven M Christey" userId="f24da668-4c1f-41c0-850e-113e2bdf78cf" providerId="ADAL" clId="{60AD052C-9CA9-449F-859E-4D7001090B75}" dt="2025-05-09T15:54:50.740" v="3436" actId="6549"/>
      <pc:docMkLst>
        <pc:docMk/>
      </pc:docMkLst>
      <pc:sldChg chg="modSp mod">
        <pc:chgData name="Steven M Christey" userId="f24da668-4c1f-41c0-850e-113e2bdf78cf" providerId="ADAL" clId="{60AD052C-9CA9-449F-859E-4D7001090B75}" dt="2025-05-09T14:33:55.781" v="12" actId="20577"/>
        <pc:sldMkLst>
          <pc:docMk/>
          <pc:sldMk cId="1454278300" sldId="459"/>
        </pc:sldMkLst>
        <pc:spChg chg="mod">
          <ac:chgData name="Steven M Christey" userId="f24da668-4c1f-41c0-850e-113e2bdf78cf" providerId="ADAL" clId="{60AD052C-9CA9-449F-859E-4D7001090B75}" dt="2025-05-09T14:33:55.781" v="12" actId="20577"/>
          <ac:spMkLst>
            <pc:docMk/>
            <pc:sldMk cId="1454278300" sldId="459"/>
            <ac:spMk id="2" creationId="{33307706-4E65-00EA-9416-F4DD36CAAD0A}"/>
          </ac:spMkLst>
        </pc:spChg>
      </pc:sldChg>
      <pc:sldChg chg="modSp mod">
        <pc:chgData name="Steven M Christey" userId="f24da668-4c1f-41c0-850e-113e2bdf78cf" providerId="ADAL" clId="{60AD052C-9CA9-449F-859E-4D7001090B75}" dt="2025-05-09T14:34:29.032" v="84" actId="20577"/>
        <pc:sldMkLst>
          <pc:docMk/>
          <pc:sldMk cId="1259113184" sldId="475"/>
        </pc:sldMkLst>
        <pc:spChg chg="mod">
          <ac:chgData name="Steven M Christey" userId="f24da668-4c1f-41c0-850e-113e2bdf78cf" providerId="ADAL" clId="{60AD052C-9CA9-449F-859E-4D7001090B75}" dt="2025-05-09T14:34:29.032" v="84" actId="20577"/>
          <ac:spMkLst>
            <pc:docMk/>
            <pc:sldMk cId="1259113184" sldId="475"/>
            <ac:spMk id="3" creationId="{32062DF9-CFF1-0BEE-15FF-59D403B018ED}"/>
          </ac:spMkLst>
        </pc:spChg>
      </pc:sldChg>
      <pc:sldChg chg="modSp mod">
        <pc:chgData name="Steven M Christey" userId="f24da668-4c1f-41c0-850e-113e2bdf78cf" providerId="ADAL" clId="{60AD052C-9CA9-449F-859E-4D7001090B75}" dt="2025-05-09T15:10:19.852" v="2191" actId="20577"/>
        <pc:sldMkLst>
          <pc:docMk/>
          <pc:sldMk cId="915149386" sldId="514"/>
        </pc:sldMkLst>
        <pc:spChg chg="mod">
          <ac:chgData name="Steven M Christey" userId="f24da668-4c1f-41c0-850e-113e2bdf78cf" providerId="ADAL" clId="{60AD052C-9CA9-449F-859E-4D7001090B75}" dt="2025-05-09T15:10:19.852" v="2191" actId="20577"/>
          <ac:spMkLst>
            <pc:docMk/>
            <pc:sldMk cId="915149386" sldId="514"/>
            <ac:spMk id="3" creationId="{D4348C02-DFCE-A2E4-D523-D69A254A7D49}"/>
          </ac:spMkLst>
        </pc:spChg>
      </pc:sldChg>
      <pc:sldChg chg="add">
        <pc:chgData name="Steven M Christey" userId="f24da668-4c1f-41c0-850e-113e2bdf78cf" providerId="ADAL" clId="{60AD052C-9CA9-449F-859E-4D7001090B75}" dt="2025-05-09T14:42:44.576" v="86"/>
        <pc:sldMkLst>
          <pc:docMk/>
          <pc:sldMk cId="1062366465" sldId="586"/>
        </pc:sldMkLst>
      </pc:sldChg>
      <pc:sldChg chg="del">
        <pc:chgData name="Steven M Christey" userId="f24da668-4c1f-41c0-850e-113e2bdf78cf" providerId="ADAL" clId="{60AD052C-9CA9-449F-859E-4D7001090B75}" dt="2025-05-09T14:42:36.892" v="85" actId="2696"/>
        <pc:sldMkLst>
          <pc:docMk/>
          <pc:sldMk cId="1721949927" sldId="586"/>
        </pc:sldMkLst>
      </pc:sldChg>
      <pc:sldChg chg="modSp new mod">
        <pc:chgData name="Steven M Christey" userId="f24da668-4c1f-41c0-850e-113e2bdf78cf" providerId="ADAL" clId="{60AD052C-9CA9-449F-859E-4D7001090B75}" dt="2025-05-09T15:11:30.662" v="2206" actId="20577"/>
        <pc:sldMkLst>
          <pc:docMk/>
          <pc:sldMk cId="1700506989" sldId="587"/>
        </pc:sldMkLst>
        <pc:spChg chg="mod">
          <ac:chgData name="Steven M Christey" userId="f24da668-4c1f-41c0-850e-113e2bdf78cf" providerId="ADAL" clId="{60AD052C-9CA9-449F-859E-4D7001090B75}" dt="2025-05-09T14:43:04.884" v="153" actId="20577"/>
          <ac:spMkLst>
            <pc:docMk/>
            <pc:sldMk cId="1700506989" sldId="587"/>
            <ac:spMk id="2" creationId="{34525669-F833-970A-1992-544784B7D974}"/>
          </ac:spMkLst>
        </pc:spChg>
        <pc:spChg chg="mod">
          <ac:chgData name="Steven M Christey" userId="f24da668-4c1f-41c0-850e-113e2bdf78cf" providerId="ADAL" clId="{60AD052C-9CA9-449F-859E-4D7001090B75}" dt="2025-05-09T15:11:30.662" v="2206" actId="20577"/>
          <ac:spMkLst>
            <pc:docMk/>
            <pc:sldMk cId="1700506989" sldId="587"/>
            <ac:spMk id="3" creationId="{7EFAFBE8-5E16-E04A-7DAB-45787517A39B}"/>
          </ac:spMkLst>
        </pc:spChg>
      </pc:sldChg>
      <pc:sldChg chg="modSp new mod">
        <pc:chgData name="Steven M Christey" userId="f24da668-4c1f-41c0-850e-113e2bdf78cf" providerId="ADAL" clId="{60AD052C-9CA9-449F-859E-4D7001090B75}" dt="2025-05-09T14:50:26.690" v="1019" actId="20577"/>
        <pc:sldMkLst>
          <pc:docMk/>
          <pc:sldMk cId="1173346967" sldId="588"/>
        </pc:sldMkLst>
        <pc:spChg chg="mod">
          <ac:chgData name="Steven M Christey" userId="f24da668-4c1f-41c0-850e-113e2bdf78cf" providerId="ADAL" clId="{60AD052C-9CA9-449F-859E-4D7001090B75}" dt="2025-05-09T14:46:38.411" v="592" actId="20577"/>
          <ac:spMkLst>
            <pc:docMk/>
            <pc:sldMk cId="1173346967" sldId="588"/>
            <ac:spMk id="2" creationId="{B8D60102-363E-AC4D-4485-4FE896DE2933}"/>
          </ac:spMkLst>
        </pc:spChg>
        <pc:spChg chg="mod">
          <ac:chgData name="Steven M Christey" userId="f24da668-4c1f-41c0-850e-113e2bdf78cf" providerId="ADAL" clId="{60AD052C-9CA9-449F-859E-4D7001090B75}" dt="2025-05-09T14:50:26.690" v="1019" actId="20577"/>
          <ac:spMkLst>
            <pc:docMk/>
            <pc:sldMk cId="1173346967" sldId="588"/>
            <ac:spMk id="3" creationId="{F411DD74-4E7B-F870-E54F-D57535ABCAB2}"/>
          </ac:spMkLst>
        </pc:spChg>
      </pc:sldChg>
      <pc:sldChg chg="modSp new mod">
        <pc:chgData name="Steven M Christey" userId="f24da668-4c1f-41c0-850e-113e2bdf78cf" providerId="ADAL" clId="{60AD052C-9CA9-449F-859E-4D7001090B75}" dt="2025-05-09T15:14:15.823" v="2312" actId="20577"/>
        <pc:sldMkLst>
          <pc:docMk/>
          <pc:sldMk cId="3566183092" sldId="589"/>
        </pc:sldMkLst>
        <pc:spChg chg="mod">
          <ac:chgData name="Steven M Christey" userId="f24da668-4c1f-41c0-850e-113e2bdf78cf" providerId="ADAL" clId="{60AD052C-9CA9-449F-859E-4D7001090B75}" dt="2025-05-09T14:48:47.625" v="989" actId="20577"/>
          <ac:spMkLst>
            <pc:docMk/>
            <pc:sldMk cId="3566183092" sldId="589"/>
            <ac:spMk id="2" creationId="{C05BC0CA-6763-4400-FCCA-3F2157F96EB7}"/>
          </ac:spMkLst>
        </pc:spChg>
        <pc:spChg chg="mod">
          <ac:chgData name="Steven M Christey" userId="f24da668-4c1f-41c0-850e-113e2bdf78cf" providerId="ADAL" clId="{60AD052C-9CA9-449F-859E-4D7001090B75}" dt="2025-05-09T15:14:15.823" v="2312" actId="20577"/>
          <ac:spMkLst>
            <pc:docMk/>
            <pc:sldMk cId="3566183092" sldId="589"/>
            <ac:spMk id="3" creationId="{4A033DD5-32AD-7AE1-9DFB-65D4DE1C2C70}"/>
          </ac:spMkLst>
        </pc:spChg>
      </pc:sldChg>
      <pc:sldChg chg="modSp new mod">
        <pc:chgData name="Steven M Christey" userId="f24da668-4c1f-41c0-850e-113e2bdf78cf" providerId="ADAL" clId="{60AD052C-9CA9-449F-859E-4D7001090B75}" dt="2025-05-09T15:34:43.340" v="2683" actId="404"/>
        <pc:sldMkLst>
          <pc:docMk/>
          <pc:sldMk cId="2866401371" sldId="590"/>
        </pc:sldMkLst>
        <pc:spChg chg="mod">
          <ac:chgData name="Steven M Christey" userId="f24da668-4c1f-41c0-850e-113e2bdf78cf" providerId="ADAL" clId="{60AD052C-9CA9-449F-859E-4D7001090B75}" dt="2025-05-09T14:50:43.882" v="1049" actId="20577"/>
          <ac:spMkLst>
            <pc:docMk/>
            <pc:sldMk cId="2866401371" sldId="590"/>
            <ac:spMk id="2" creationId="{4E11374B-E102-0B89-DDC9-963A7E0B8082}"/>
          </ac:spMkLst>
        </pc:spChg>
        <pc:spChg chg="mod">
          <ac:chgData name="Steven M Christey" userId="f24da668-4c1f-41c0-850e-113e2bdf78cf" providerId="ADAL" clId="{60AD052C-9CA9-449F-859E-4D7001090B75}" dt="2025-05-09T15:34:43.340" v="2683" actId="404"/>
          <ac:spMkLst>
            <pc:docMk/>
            <pc:sldMk cId="2866401371" sldId="590"/>
            <ac:spMk id="3" creationId="{06B667B9-DD36-BB17-870B-FF0BFBE328F5}"/>
          </ac:spMkLst>
        </pc:spChg>
      </pc:sldChg>
      <pc:sldChg chg="modSp add mod">
        <pc:chgData name="Steven M Christey" userId="f24da668-4c1f-41c0-850e-113e2bdf78cf" providerId="ADAL" clId="{60AD052C-9CA9-449F-859E-4D7001090B75}" dt="2025-05-09T15:51:26.597" v="3157" actId="20577"/>
        <pc:sldMkLst>
          <pc:docMk/>
          <pc:sldMk cId="2634053308" sldId="591"/>
        </pc:sldMkLst>
        <pc:spChg chg="mod">
          <ac:chgData name="Steven M Christey" userId="f24da668-4c1f-41c0-850e-113e2bdf78cf" providerId="ADAL" clId="{60AD052C-9CA9-449F-859E-4D7001090B75}" dt="2025-05-09T14:52:12.819" v="1252" actId="20577"/>
          <ac:spMkLst>
            <pc:docMk/>
            <pc:sldMk cId="2634053308" sldId="591"/>
            <ac:spMk id="2" creationId="{8925CFAA-BDEE-F107-6B4E-BA25EFBB9056}"/>
          </ac:spMkLst>
        </pc:spChg>
        <pc:spChg chg="mod">
          <ac:chgData name="Steven M Christey" userId="f24da668-4c1f-41c0-850e-113e2bdf78cf" providerId="ADAL" clId="{60AD052C-9CA9-449F-859E-4D7001090B75}" dt="2025-05-09T15:51:26.597" v="3157" actId="20577"/>
          <ac:spMkLst>
            <pc:docMk/>
            <pc:sldMk cId="2634053308" sldId="591"/>
            <ac:spMk id="3" creationId="{3D12BCC4-D733-3132-B1C9-9FACDE9BF720}"/>
          </ac:spMkLst>
        </pc:spChg>
      </pc:sldChg>
      <pc:sldChg chg="modSp new mod">
        <pc:chgData name="Steven M Christey" userId="f24da668-4c1f-41c0-850e-113e2bdf78cf" providerId="ADAL" clId="{60AD052C-9CA9-449F-859E-4D7001090B75}" dt="2025-05-09T14:58:07.441" v="1600" actId="14"/>
        <pc:sldMkLst>
          <pc:docMk/>
          <pc:sldMk cId="1810802926" sldId="592"/>
        </pc:sldMkLst>
        <pc:spChg chg="mod">
          <ac:chgData name="Steven M Christey" userId="f24da668-4c1f-41c0-850e-113e2bdf78cf" providerId="ADAL" clId="{60AD052C-9CA9-449F-859E-4D7001090B75}" dt="2025-05-09T14:57:08.559" v="1514" actId="20577"/>
          <ac:spMkLst>
            <pc:docMk/>
            <pc:sldMk cId="1810802926" sldId="592"/>
            <ac:spMk id="2" creationId="{7988B45C-8B7F-809E-36C4-F44086F1DCD7}"/>
          </ac:spMkLst>
        </pc:spChg>
        <pc:spChg chg="mod">
          <ac:chgData name="Steven M Christey" userId="f24da668-4c1f-41c0-850e-113e2bdf78cf" providerId="ADAL" clId="{60AD052C-9CA9-449F-859E-4D7001090B75}" dt="2025-05-09T14:58:07.441" v="1600" actId="14"/>
          <ac:spMkLst>
            <pc:docMk/>
            <pc:sldMk cId="1810802926" sldId="592"/>
            <ac:spMk id="3" creationId="{11CF7618-078F-E22E-D337-0DA0B2D6AB85}"/>
          </ac:spMkLst>
        </pc:spChg>
      </pc:sldChg>
      <pc:sldChg chg="modSp new mod">
        <pc:chgData name="Steven M Christey" userId="f24da668-4c1f-41c0-850e-113e2bdf78cf" providerId="ADAL" clId="{60AD052C-9CA9-449F-859E-4D7001090B75}" dt="2025-05-09T15:54:50.740" v="3436" actId="6549"/>
        <pc:sldMkLst>
          <pc:docMk/>
          <pc:sldMk cId="3671365640" sldId="593"/>
        </pc:sldMkLst>
        <pc:spChg chg="mod">
          <ac:chgData name="Steven M Christey" userId="f24da668-4c1f-41c0-850e-113e2bdf78cf" providerId="ADAL" clId="{60AD052C-9CA9-449F-859E-4D7001090B75}" dt="2025-05-09T14:58:23.573" v="1632" actId="20577"/>
          <ac:spMkLst>
            <pc:docMk/>
            <pc:sldMk cId="3671365640" sldId="593"/>
            <ac:spMk id="2" creationId="{CE362BAB-9D2C-48B6-6211-1DBBA012B95C}"/>
          </ac:spMkLst>
        </pc:spChg>
        <pc:spChg chg="mod">
          <ac:chgData name="Steven M Christey" userId="f24da668-4c1f-41c0-850e-113e2bdf78cf" providerId="ADAL" clId="{60AD052C-9CA9-449F-859E-4D7001090B75}" dt="2025-05-09T15:54:50.740" v="3436" actId="6549"/>
          <ac:spMkLst>
            <pc:docMk/>
            <pc:sldMk cId="3671365640" sldId="593"/>
            <ac:spMk id="3" creationId="{E6C71981-487C-57E6-8812-5FA29F8007D4}"/>
          </ac:spMkLst>
        </pc:spChg>
      </pc:sldChg>
      <pc:sldChg chg="modSp new mod">
        <pc:chgData name="Steven M Christey" userId="f24da668-4c1f-41c0-850e-113e2bdf78cf" providerId="ADAL" clId="{60AD052C-9CA9-449F-859E-4D7001090B75}" dt="2025-05-09T15:53:13.451" v="3377" actId="14"/>
        <pc:sldMkLst>
          <pc:docMk/>
          <pc:sldMk cId="3060175460" sldId="594"/>
        </pc:sldMkLst>
        <pc:spChg chg="mod">
          <ac:chgData name="Steven M Christey" userId="f24da668-4c1f-41c0-850e-113e2bdf78cf" providerId="ADAL" clId="{60AD052C-9CA9-449F-859E-4D7001090B75}" dt="2025-05-09T15:52:03.700" v="3256" actId="20577"/>
          <ac:spMkLst>
            <pc:docMk/>
            <pc:sldMk cId="3060175460" sldId="594"/>
            <ac:spMk id="2" creationId="{C3EBF2BB-D1D3-7458-9F48-439EF2FE3483}"/>
          </ac:spMkLst>
        </pc:spChg>
        <pc:spChg chg="mod">
          <ac:chgData name="Steven M Christey" userId="f24da668-4c1f-41c0-850e-113e2bdf78cf" providerId="ADAL" clId="{60AD052C-9CA9-449F-859E-4D7001090B75}" dt="2025-05-09T15:53:13.451" v="3377" actId="14"/>
          <ac:spMkLst>
            <pc:docMk/>
            <pc:sldMk cId="3060175460" sldId="594"/>
            <ac:spMk id="3" creationId="{BBCBA22B-D692-268F-86DD-891216B01686}"/>
          </ac:spMkLst>
        </pc:spChg>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ldChg>
      <pc:sldChg chg="modSp mod">
        <pc:chgData name="Steven M Christey" userId="f24da668-4c1f-41c0-850e-113e2bdf78cf" providerId="ADAL" clId="{19F25D5F-252C-424D-A52E-D5D089ECF2C6}" dt="2025-01-31T15:18:35.244" v="8"/>
        <pc:sldMkLst>
          <pc:docMk/>
          <pc:sldMk cId="1259113184" sldId="475"/>
        </pc:sldMkLst>
      </pc:sldChg>
      <pc:sldChg chg="modSp mod ord">
        <pc:chgData name="Steven M Christey" userId="f24da668-4c1f-41c0-850e-113e2bdf78cf" providerId="ADAL" clId="{19F25D5F-252C-424D-A52E-D5D089ECF2C6}" dt="2025-01-31T16:09:38.056" v="1614" actId="20577"/>
        <pc:sldMkLst>
          <pc:docMk/>
          <pc:sldMk cId="915149386" sldId="514"/>
        </pc:sldMkLst>
      </pc:sldChg>
      <pc:sldChg chg="modSp mod ord">
        <pc:chgData name="Steven M Christey" userId="f24da668-4c1f-41c0-850e-113e2bdf78cf" providerId="ADAL" clId="{19F25D5F-252C-424D-A52E-D5D089ECF2C6}" dt="2025-01-31T16:25:30.993" v="1631" actId="114"/>
        <pc:sldMkLst>
          <pc:docMk/>
          <pc:sldMk cId="150708501" sldId="533"/>
        </pc:sldMkLst>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ldChg>
      <pc:sldChg chg="modSp new mod">
        <pc:chgData name="Steven M Christey" userId="f24da668-4c1f-41c0-850e-113e2bdf78cf" providerId="ADAL" clId="{19F25D5F-252C-424D-A52E-D5D089ECF2C6}" dt="2025-01-31T15:45:41.243" v="1293" actId="14"/>
        <pc:sldMkLst>
          <pc:docMk/>
          <pc:sldMk cId="2730253842" sldId="542"/>
        </pc:sldMkLst>
      </pc:sldChg>
      <pc:sldChg chg="modSp new mod">
        <pc:chgData name="Steven M Christey" userId="f24da668-4c1f-41c0-850e-113e2bdf78cf" providerId="ADAL" clId="{19F25D5F-252C-424D-A52E-D5D089ECF2C6}" dt="2025-01-31T15:49:39.485" v="1472" actId="20577"/>
        <pc:sldMkLst>
          <pc:docMk/>
          <pc:sldMk cId="373026186" sldId="543"/>
        </pc:sldMkLst>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5/9/2025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5/9/2025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May 9, 2025</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was made public with CWE 4.17 release</a:t>
            </a:r>
          </a:p>
          <a:p>
            <a:pPr marL="685922" lvl="1" indent="-307975"/>
            <a:r>
              <a:rPr lang="en-US" dirty="0">
                <a:latin typeface="Tahoma"/>
                <a:ea typeface="Tahoma"/>
                <a:cs typeface="Tahoma"/>
              </a:rPr>
              <a:t>registration no longer required</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Next CWE release: targeting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685287" lvl="1" indent="-303530"/>
            <a:r>
              <a:rPr lang="en-US" dirty="0"/>
              <a:t>Erick, Steve, Alec to follow up with volunteers</a:t>
            </a:r>
          </a:p>
          <a:p>
            <a:pPr marL="685287" lvl="1" indent="-303530"/>
            <a:r>
              <a:rPr lang="en-US" dirty="0"/>
              <a:t>Target: end of May</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dirty="0"/>
              <a:t>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dirty="0"/>
              <a:t>Situation</a:t>
            </a:r>
          </a:p>
          <a:p>
            <a:pPr lvl="1"/>
            <a:r>
              <a:rPr lang="en-US" dirty="0"/>
              <a:t>In CWE 4.17, only 5 general CWEs are tagged as affecting AI/ML</a:t>
            </a:r>
          </a:p>
          <a:p>
            <a:pPr lvl="1"/>
            <a:r>
              <a:rPr lang="en-US" dirty="0"/>
              <a:t>Since AI/ML is software, it could be subject to nearly all 900+ weaknesses</a:t>
            </a:r>
          </a:p>
          <a:p>
            <a:r>
              <a:rPr lang="en-US" dirty="0"/>
              <a:t>Goal: determine other general CWEs that seem to appear frequently in AI/ML components</a:t>
            </a:r>
          </a:p>
          <a:p>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endParaRPr lang="en-US" dirty="0"/>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 identify AI/ML as commonly affected, and include the “best” CVEs (most easily understandable with good details)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600" dirty="0"/>
              <a:t>Which types of “products” should be in scope of our investigation?</a:t>
            </a:r>
          </a:p>
          <a:p>
            <a:r>
              <a:rPr lang="en-US" sz="1600" dirty="0"/>
              <a:t>Doesn’t appear to be any well-defined categories of products?</a:t>
            </a:r>
          </a:p>
          <a:p>
            <a:r>
              <a:rPr lang="en-US" sz="1600" dirty="0"/>
              <a:t>ML Platforms</a:t>
            </a:r>
          </a:p>
          <a:p>
            <a:pPr lvl="1"/>
            <a:r>
              <a:rPr lang="en-US" sz="1600" dirty="0"/>
              <a:t>TensorFlow (400+ CVEs)</a:t>
            </a:r>
          </a:p>
          <a:p>
            <a:pPr lvl="1"/>
            <a:r>
              <a:rPr lang="en-US" sz="1600" dirty="0"/>
              <a:t>H20</a:t>
            </a:r>
          </a:p>
          <a:p>
            <a:pPr lvl="1"/>
            <a:r>
              <a:rPr lang="en-US" sz="1600" dirty="0"/>
              <a:t>Others? </a:t>
            </a:r>
            <a:r>
              <a:rPr lang="en-US" sz="1600" dirty="0" err="1"/>
              <a:t>PyTorch</a:t>
            </a:r>
            <a:r>
              <a:rPr lang="en-US" sz="1600" dirty="0"/>
              <a:t>, JAX</a:t>
            </a:r>
          </a:p>
          <a:p>
            <a:r>
              <a:rPr lang="en-US" sz="1600" dirty="0"/>
              <a:t>(other examples during meeting)</a:t>
            </a:r>
          </a:p>
          <a:p>
            <a:pPr lvl="1"/>
            <a:r>
              <a:rPr lang="en-US" sz="1600" dirty="0" err="1"/>
              <a:t>HuggingFace</a:t>
            </a:r>
            <a:r>
              <a:rPr lang="en-US" sz="1600" dirty="0"/>
              <a:t> – “friendly” API/SDK similar to GitHub; one example of a “model provider”. (Also Nemo)</a:t>
            </a:r>
          </a:p>
          <a:p>
            <a:pPr lvl="1"/>
            <a:r>
              <a:rPr lang="en-US" sz="1600" dirty="0" err="1"/>
              <a:t>vLLM</a:t>
            </a:r>
            <a:r>
              <a:rPr lang="en-US" sz="1600" dirty="0"/>
              <a:t>, TRT-LLM (</a:t>
            </a:r>
            <a:r>
              <a:rPr lang="en-US" sz="1600" dirty="0" err="1"/>
              <a:t>TensorRT</a:t>
            </a:r>
            <a:r>
              <a:rPr lang="en-US" sz="1600" dirty="0"/>
              <a:t>-LLM) – “model-serving frameworks” – servers that handle distribution, load balancing, etc., and provide APIs</a:t>
            </a:r>
          </a:p>
          <a:p>
            <a:pPr lvl="1"/>
            <a:r>
              <a:rPr lang="en-US" sz="1600" dirty="0" err="1"/>
              <a:t>MLFlow</a:t>
            </a:r>
            <a:endParaRPr lang="en-US" sz="1600" dirty="0"/>
          </a:p>
          <a:p>
            <a:r>
              <a:rPr lang="en-US" sz="1600" dirty="0"/>
              <a:t>Libraries / SDKs</a:t>
            </a:r>
          </a:p>
          <a:p>
            <a:pPr lvl="1"/>
            <a:r>
              <a:rPr lang="en-US" sz="1600" dirty="0" err="1"/>
              <a:t>Gradio</a:t>
            </a:r>
            <a:r>
              <a:rPr lang="en-US" sz="1600" dirty="0"/>
              <a:t>, </a:t>
            </a:r>
            <a:r>
              <a:rPr lang="en-US" sz="1600" dirty="0" err="1"/>
              <a:t>ZenML</a:t>
            </a:r>
            <a:r>
              <a:rPr lang="en-US" sz="1600" dirty="0"/>
              <a:t>, </a:t>
            </a:r>
            <a:r>
              <a:rPr lang="en-US" sz="1600" dirty="0" err="1"/>
              <a:t>Taipy</a:t>
            </a:r>
            <a:r>
              <a:rPr lang="en-US" sz="1600" dirty="0"/>
              <a:t>, ACON</a:t>
            </a:r>
          </a:p>
          <a:p>
            <a:r>
              <a:rPr lang="en-US" sz="1600" dirty="0"/>
              <a:t>Frameworks</a:t>
            </a:r>
          </a:p>
          <a:p>
            <a:pPr lvl="1"/>
            <a:r>
              <a:rPr lang="en-US" sz="1600" dirty="0"/>
              <a:t>Rasa</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a:t>
            </a:r>
          </a:p>
          <a:p>
            <a:r>
              <a:rPr lang="en-US" sz="1200" dirty="0"/>
              <a:t>Plugins</a:t>
            </a:r>
          </a:p>
          <a:p>
            <a:pPr lvl="1"/>
            <a:r>
              <a:rPr lang="en-US" sz="1200" dirty="0"/>
              <a:t>When using ChatGPT, you can select plugins (e.g. Leonardo) to help with generation</a:t>
            </a:r>
          </a:p>
          <a:p>
            <a:pPr lvl="1"/>
            <a:r>
              <a:rPr lang="en-US" sz="1200" dirty="0"/>
              <a:t>Agents</a:t>
            </a:r>
          </a:p>
          <a:p>
            <a:pPr lvl="1"/>
            <a:r>
              <a:rPr lang="en-US" sz="1200" dirty="0"/>
              <a:t>Drupal / </a:t>
            </a:r>
            <a:r>
              <a:rPr lang="en-US" sz="1200" dirty="0" err="1"/>
              <a:t>Wordpress</a:t>
            </a:r>
            <a:r>
              <a:rPr lang="en-US" sz="1200" dirty="0"/>
              <a:t> plugins/components</a:t>
            </a:r>
          </a:p>
          <a:p>
            <a:pPr lvl="1"/>
            <a:r>
              <a:rPr lang="en-US" sz="1200" dirty="0"/>
              <a:t>Browser extensions</a:t>
            </a:r>
          </a:p>
          <a:p>
            <a:r>
              <a:rPr lang="en-US" sz="1200" dirty="0"/>
              <a:t>Interfaces to foundational models</a:t>
            </a:r>
          </a:p>
          <a:p>
            <a:pPr lvl="1"/>
            <a:r>
              <a:rPr lang="en-US" sz="1200" dirty="0"/>
              <a:t>ChatGPT: 41 CVEs</a:t>
            </a:r>
          </a:p>
          <a:p>
            <a:pPr lvl="1"/>
            <a:r>
              <a:rPr lang="en-US" sz="1200" dirty="0"/>
              <a:t>Gemini: maybe 10?</a:t>
            </a:r>
          </a:p>
          <a:p>
            <a:pPr lvl="1"/>
            <a:r>
              <a:rPr lang="en-US" sz="1200" dirty="0"/>
              <a:t>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101 CVEs</a:t>
            </a:r>
          </a:p>
          <a:p>
            <a:pPr lvl="1"/>
            <a:r>
              <a:rPr lang="en-US" sz="1200" dirty="0"/>
              <a:t>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Patterns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a:t>
            </a:r>
            <a:r>
              <a:rPr lang="en-US" dirty="0" err="1"/>
              <a:t>authZ</a:t>
            </a:r>
            <a:r>
              <a:rPr lang="en-US" dirty="0"/>
              <a:t>/</a:t>
            </a:r>
            <a:r>
              <a:rPr lang="en-US" dirty="0" err="1"/>
              <a:t>authN</a:t>
            </a:r>
            <a:endParaRPr lang="en-US" dirty="0"/>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dirty="0"/>
              <a:t>How should we communicate – mailing list? CDR?</a:t>
            </a:r>
          </a:p>
          <a:p>
            <a:pPr lvl="1"/>
            <a:r>
              <a:rPr lang="en-US" dirty="0"/>
              <a:t>Start with email; could </a:t>
            </a:r>
            <a:r>
              <a:rPr lang="en-US"/>
              <a:t>put prelim </a:t>
            </a:r>
            <a:r>
              <a:rPr lang="en-US" dirty="0"/>
              <a:t>findings into CDR</a:t>
            </a:r>
          </a:p>
          <a:p>
            <a:r>
              <a:rPr lang="en-US" dirty="0"/>
              <a:t>Any academic research like analysis against many products?</a:t>
            </a:r>
          </a:p>
          <a:p>
            <a:endParaRPr lang="en-US" dirty="0"/>
          </a:p>
          <a:p>
            <a:r>
              <a:rPr lang="en-US" dirty="0"/>
              <a:t>CVE-driven</a:t>
            </a:r>
          </a:p>
          <a:p>
            <a:pPr lvl="1"/>
            <a:r>
              <a:rPr lang="en-US" dirty="0"/>
              <a:t>Identify “classes” / groups of products to look at</a:t>
            </a:r>
          </a:p>
          <a:p>
            <a:pPr lvl="1"/>
            <a:r>
              <a:rPr lang="en-US" dirty="0"/>
              <a:t>Identify specific product names</a:t>
            </a:r>
          </a:p>
          <a:p>
            <a:pPr lvl="1"/>
            <a:r>
              <a:rPr lang="en-US" dirty="0"/>
              <a:t>Obtain the CVE “target list”</a:t>
            </a:r>
          </a:p>
          <a:p>
            <a:pPr lvl="1"/>
            <a:r>
              <a:rPr lang="en-US" dirty="0"/>
              <a:t>Extract CWEs</a:t>
            </a:r>
          </a:p>
          <a:p>
            <a:pPr lvl="1"/>
            <a:r>
              <a:rPr lang="en-US" dirty="0"/>
              <a:t>Data review</a:t>
            </a:r>
          </a:p>
          <a:p>
            <a:pPr lvl="1"/>
            <a:r>
              <a:rPr lang="en-US" dirty="0"/>
              <a:t>Prioritize CWEs to update</a:t>
            </a:r>
          </a:p>
          <a:p>
            <a:endParaRPr lang="en-US"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May 23 – new entry subgroup</a:t>
            </a:r>
          </a:p>
          <a:p>
            <a:pPr lvl="1"/>
            <a:r>
              <a:rPr lang="en-US" dirty="0"/>
              <a:t>June 6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b5a44311-ed64-4a72-909f-c9dc6973bde2"/>
    <ds:schemaRef ds:uri="http://schemas.microsoft.com/office/2006/metadata/properties"/>
    <ds:schemaRef ds:uri="http://www.w3.org/XML/1998/namespace"/>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purl.org/dc/terms/"/>
    <ds:schemaRef ds:uri="f3e578be-7961-41e8-91c9-b742ecb60a74"/>
    <ds:schemaRef ds:uri="aff8eeb6-53bf-44bf-a224-fac977cd228b"/>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95</TotalTime>
  <Words>4314</Words>
  <Application>Microsoft Office PowerPoint</Application>
  <PresentationFormat>Widescreen</PresentationFormat>
  <Paragraphs>500</Paragraphs>
  <Slides>51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Identifying Observed / Demonstrative Examples for “General” CWEs</vt:lpstr>
      <vt:lpstr>Basic Process</vt:lpstr>
      <vt:lpstr>Initial Investigation</vt:lpstr>
      <vt:lpstr>“Classes” of AI/ML Products</vt:lpstr>
      <vt:lpstr>“Classes” of AI/ML Products (2)</vt:lpstr>
      <vt:lpstr>Anecdotal Patterns</vt:lpstr>
      <vt:lpstr>Collaboration on Data Gathering</vt:lpstr>
      <vt:lpstr>Next Steps</vt:lpstr>
      <vt:lpstr>Other / Older Slides</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2025-05-09T15:54:51Z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