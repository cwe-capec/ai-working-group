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63"/>
  </p:notesMasterIdLst>
  <p:handoutMasterIdLst>
    <p:handoutMasterId r:id="rId64"/>
  </p:handoutMasterIdLst>
  <p:sldIdLst>
    <p:sldId id="459" r:id="rId5"/>
    <p:sldId id="475" r:id="rId6"/>
    <p:sldId id="514" r:id="rId7"/>
    <p:sldId id="533" r:id="rId8"/>
    <p:sldId id="583" r:id="rId9"/>
    <p:sldId id="585" r:id="rId10"/>
    <p:sldId id="495" r:id="rId11"/>
    <p:sldId id="591" r:id="rId12"/>
    <p:sldId id="587" r:id="rId13"/>
    <p:sldId id="590" r:id="rId14"/>
    <p:sldId id="589" r:id="rId15"/>
    <p:sldId id="588" r:id="rId16"/>
    <p:sldId id="593" r:id="rId17"/>
    <p:sldId id="503" r:id="rId18"/>
    <p:sldId id="504" r:id="rId19"/>
    <p:sldId id="551" r:id="rId20"/>
    <p:sldId id="586" r:id="rId21"/>
    <p:sldId id="505" r:id="rId22"/>
    <p:sldId id="496" r:id="rId23"/>
    <p:sldId id="494" r:id="rId24"/>
    <p:sldId id="497" r:id="rId25"/>
    <p:sldId id="560" r:id="rId26"/>
    <p:sldId id="552" r:id="rId27"/>
    <p:sldId id="575" r:id="rId28"/>
    <p:sldId id="502" r:id="rId29"/>
    <p:sldId id="501" r:id="rId30"/>
    <p:sldId id="576" r:id="rId31"/>
    <p:sldId id="493" r:id="rId32"/>
    <p:sldId id="488" r:id="rId33"/>
    <p:sldId id="547" r:id="rId34"/>
    <p:sldId id="539" r:id="rId35"/>
    <p:sldId id="592" r:id="rId36"/>
    <p:sldId id="541" r:id="rId37"/>
    <p:sldId id="543" r:id="rId38"/>
    <p:sldId id="548" r:id="rId39"/>
    <p:sldId id="542" r:id="rId40"/>
    <p:sldId id="581" r:id="rId41"/>
    <p:sldId id="582" r:id="rId42"/>
    <p:sldId id="579" r:id="rId43"/>
    <p:sldId id="580" r:id="rId44"/>
    <p:sldId id="584" r:id="rId45"/>
    <p:sldId id="554"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45" r:id="rId61"/>
    <p:sldId id="53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B1D6EE-8801-498C-A083-A25B7AE7E3A5}" v="17" dt="2025-07-18T15:44:53.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3" autoAdjust="0"/>
    <p:restoredTop sz="94660"/>
  </p:normalViewPr>
  <p:slideViewPr>
    <p:cSldViewPr snapToGrid="0">
      <p:cViewPr varScale="1">
        <p:scale>
          <a:sx n="60" d="100"/>
          <a:sy n="60" d="100"/>
        </p:scale>
        <p:origin x="619"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AEB1D6EE-8801-498C-A083-A25B7AE7E3A5}"/>
    <pc:docChg chg="undo custSel addSld modSld sldOrd">
      <pc:chgData name="Steven M Christey" userId="f24da668-4c1f-41c0-850e-113e2bdf78cf" providerId="ADAL" clId="{AEB1D6EE-8801-498C-A083-A25B7AE7E3A5}" dt="2025-07-18T15:56:08.886" v="4256" actId="20577"/>
      <pc:docMkLst>
        <pc:docMk/>
      </pc:docMkLst>
      <pc:sldChg chg="modSp mod">
        <pc:chgData name="Steven M Christey" userId="f24da668-4c1f-41c0-850e-113e2bdf78cf" providerId="ADAL" clId="{AEB1D6EE-8801-498C-A083-A25B7AE7E3A5}" dt="2025-07-18T14:23:59.930" v="9" actId="20577"/>
        <pc:sldMkLst>
          <pc:docMk/>
          <pc:sldMk cId="1454278300" sldId="459"/>
        </pc:sldMkLst>
        <pc:spChg chg="mod">
          <ac:chgData name="Steven M Christey" userId="f24da668-4c1f-41c0-850e-113e2bdf78cf" providerId="ADAL" clId="{AEB1D6EE-8801-498C-A083-A25B7AE7E3A5}" dt="2025-07-18T14:23:59.930" v="9" actId="20577"/>
          <ac:spMkLst>
            <pc:docMk/>
            <pc:sldMk cId="1454278300" sldId="459"/>
            <ac:spMk id="3" creationId="{0992DF88-AC24-0FBF-1177-62DD9110498B}"/>
          </ac:spMkLst>
        </pc:spChg>
      </pc:sldChg>
      <pc:sldChg chg="modSp mod">
        <pc:chgData name="Steven M Christey" userId="f24da668-4c1f-41c0-850e-113e2bdf78cf" providerId="ADAL" clId="{AEB1D6EE-8801-498C-A083-A25B7AE7E3A5}" dt="2025-07-18T14:24:25.378" v="52" actId="20577"/>
        <pc:sldMkLst>
          <pc:docMk/>
          <pc:sldMk cId="1259113184" sldId="475"/>
        </pc:sldMkLst>
        <pc:spChg chg="mod">
          <ac:chgData name="Steven M Christey" userId="f24da668-4c1f-41c0-850e-113e2bdf78cf" providerId="ADAL" clId="{AEB1D6EE-8801-498C-A083-A25B7AE7E3A5}" dt="2025-07-18T14:24:25.378" v="52" actId="20577"/>
          <ac:spMkLst>
            <pc:docMk/>
            <pc:sldMk cId="1259113184" sldId="475"/>
            <ac:spMk id="3" creationId="{32062DF9-CFF1-0BEE-15FF-59D403B018ED}"/>
          </ac:spMkLst>
        </pc:spChg>
      </pc:sldChg>
      <pc:sldChg chg="modSp mod ord">
        <pc:chgData name="Steven M Christey" userId="f24da668-4c1f-41c0-850e-113e2bdf78cf" providerId="ADAL" clId="{AEB1D6EE-8801-498C-A083-A25B7AE7E3A5}" dt="2025-07-18T14:39:08.937" v="556"/>
        <pc:sldMkLst>
          <pc:docMk/>
          <pc:sldMk cId="2266223281" sldId="539"/>
        </pc:sldMkLst>
        <pc:spChg chg="mod">
          <ac:chgData name="Steven M Christey" userId="f24da668-4c1f-41c0-850e-113e2bdf78cf" providerId="ADAL" clId="{AEB1D6EE-8801-498C-A083-A25B7AE7E3A5}" dt="2025-07-18T14:38:24.749" v="554"/>
          <ac:spMkLst>
            <pc:docMk/>
            <pc:sldMk cId="2266223281" sldId="539"/>
            <ac:spMk id="3" creationId="{9915B450-3AB3-4605-EAE8-C84785DE6064}"/>
          </ac:spMkLst>
        </pc:spChg>
      </pc:sldChg>
      <pc:sldChg chg="modSp mod">
        <pc:chgData name="Steven M Christey" userId="f24da668-4c1f-41c0-850e-113e2bdf78cf" providerId="ADAL" clId="{AEB1D6EE-8801-498C-A083-A25B7AE7E3A5}" dt="2025-07-18T15:55:49.682" v="4217" actId="207"/>
        <pc:sldMkLst>
          <pc:docMk/>
          <pc:sldMk cId="1570532610" sldId="585"/>
        </pc:sldMkLst>
        <pc:spChg chg="mod">
          <ac:chgData name="Steven M Christey" userId="f24da668-4c1f-41c0-850e-113e2bdf78cf" providerId="ADAL" clId="{AEB1D6EE-8801-498C-A083-A25B7AE7E3A5}" dt="2025-07-18T15:55:49.682" v="4217" actId="207"/>
          <ac:spMkLst>
            <pc:docMk/>
            <pc:sldMk cId="1570532610" sldId="585"/>
            <ac:spMk id="3" creationId="{5F34ED3C-1922-1677-B432-4CE04C52EF75}"/>
          </ac:spMkLst>
        </pc:spChg>
      </pc:sldChg>
      <pc:sldChg chg="modSp mod ord">
        <pc:chgData name="Steven M Christey" userId="f24da668-4c1f-41c0-850e-113e2bdf78cf" providerId="ADAL" clId="{AEB1D6EE-8801-498C-A083-A25B7AE7E3A5}" dt="2025-07-18T15:34:43.857" v="3175" actId="20577"/>
        <pc:sldMkLst>
          <pc:docMk/>
          <pc:sldMk cId="3428824971" sldId="587"/>
        </pc:sldMkLst>
        <pc:spChg chg="mod">
          <ac:chgData name="Steven M Christey" userId="f24da668-4c1f-41c0-850e-113e2bdf78cf" providerId="ADAL" clId="{AEB1D6EE-8801-498C-A083-A25B7AE7E3A5}" dt="2025-07-18T14:42:55.074" v="1057" actId="20577"/>
          <ac:spMkLst>
            <pc:docMk/>
            <pc:sldMk cId="3428824971" sldId="587"/>
            <ac:spMk id="2" creationId="{9BE18D72-E9BB-62A2-AEA7-4DB8092CE81E}"/>
          </ac:spMkLst>
        </pc:spChg>
        <pc:spChg chg="mod">
          <ac:chgData name="Steven M Christey" userId="f24da668-4c1f-41c0-850e-113e2bdf78cf" providerId="ADAL" clId="{AEB1D6EE-8801-498C-A083-A25B7AE7E3A5}" dt="2025-07-18T15:34:43.857" v="3175" actId="20577"/>
          <ac:spMkLst>
            <pc:docMk/>
            <pc:sldMk cId="3428824971" sldId="587"/>
            <ac:spMk id="3" creationId="{ED01B37D-F7F7-0CB9-CC8B-17C1ED88F0E5}"/>
          </ac:spMkLst>
        </pc:spChg>
      </pc:sldChg>
      <pc:sldChg chg="modSp mod ord">
        <pc:chgData name="Steven M Christey" userId="f24da668-4c1f-41c0-850e-113e2bdf78cf" providerId="ADAL" clId="{AEB1D6EE-8801-498C-A083-A25B7AE7E3A5}" dt="2025-07-18T15:44:59.693" v="3462" actId="20577"/>
        <pc:sldMkLst>
          <pc:docMk/>
          <pc:sldMk cId="2203204905" sldId="588"/>
        </pc:sldMkLst>
        <pc:spChg chg="mod">
          <ac:chgData name="Steven M Christey" userId="f24da668-4c1f-41c0-850e-113e2bdf78cf" providerId="ADAL" clId="{AEB1D6EE-8801-498C-A083-A25B7AE7E3A5}" dt="2025-07-18T14:29:04.285" v="116" actId="20577"/>
          <ac:spMkLst>
            <pc:docMk/>
            <pc:sldMk cId="2203204905" sldId="588"/>
            <ac:spMk id="2" creationId="{498C22BD-61AB-0585-A6A0-C03ACEDA66EF}"/>
          </ac:spMkLst>
        </pc:spChg>
        <pc:spChg chg="mod">
          <ac:chgData name="Steven M Christey" userId="f24da668-4c1f-41c0-850e-113e2bdf78cf" providerId="ADAL" clId="{AEB1D6EE-8801-498C-A083-A25B7AE7E3A5}" dt="2025-07-18T15:44:59.693" v="3462" actId="20577"/>
          <ac:spMkLst>
            <pc:docMk/>
            <pc:sldMk cId="2203204905" sldId="588"/>
            <ac:spMk id="3" creationId="{A331AA16-2369-4B43-DF38-B7BAB8CD25AB}"/>
          </ac:spMkLst>
        </pc:spChg>
      </pc:sldChg>
      <pc:sldChg chg="modSp add mod ord">
        <pc:chgData name="Steven M Christey" userId="f24da668-4c1f-41c0-850e-113e2bdf78cf" providerId="ADAL" clId="{AEB1D6EE-8801-498C-A083-A25B7AE7E3A5}" dt="2025-07-18T15:40:53.369" v="3306" actId="20577"/>
        <pc:sldMkLst>
          <pc:docMk/>
          <pc:sldMk cId="84884298" sldId="589"/>
        </pc:sldMkLst>
        <pc:spChg chg="mod">
          <ac:chgData name="Steven M Christey" userId="f24da668-4c1f-41c0-850e-113e2bdf78cf" providerId="ADAL" clId="{AEB1D6EE-8801-498C-A083-A25B7AE7E3A5}" dt="2025-07-18T14:32:22.374" v="447" actId="20577"/>
          <ac:spMkLst>
            <pc:docMk/>
            <pc:sldMk cId="84884298" sldId="589"/>
            <ac:spMk id="2" creationId="{23137560-AFC4-8912-6624-754909019889}"/>
          </ac:spMkLst>
        </pc:spChg>
        <pc:spChg chg="mod">
          <ac:chgData name="Steven M Christey" userId="f24da668-4c1f-41c0-850e-113e2bdf78cf" providerId="ADAL" clId="{AEB1D6EE-8801-498C-A083-A25B7AE7E3A5}" dt="2025-07-18T15:40:53.369" v="3306" actId="20577"/>
          <ac:spMkLst>
            <pc:docMk/>
            <pc:sldMk cId="84884298" sldId="589"/>
            <ac:spMk id="3" creationId="{3559ACA0-5CE0-32AD-2881-59D00B85BE1C}"/>
          </ac:spMkLst>
        </pc:spChg>
      </pc:sldChg>
      <pc:sldChg chg="modSp add mod">
        <pc:chgData name="Steven M Christey" userId="f24da668-4c1f-41c0-850e-113e2bdf78cf" providerId="ADAL" clId="{AEB1D6EE-8801-498C-A083-A25B7AE7E3A5}" dt="2025-07-18T15:39:40.960" v="3305" actId="6549"/>
        <pc:sldMkLst>
          <pc:docMk/>
          <pc:sldMk cId="3258265038" sldId="590"/>
        </pc:sldMkLst>
        <pc:spChg chg="mod">
          <ac:chgData name="Steven M Christey" userId="f24da668-4c1f-41c0-850e-113e2bdf78cf" providerId="ADAL" clId="{AEB1D6EE-8801-498C-A083-A25B7AE7E3A5}" dt="2025-07-18T14:44:44.569" v="1081" actId="20577"/>
          <ac:spMkLst>
            <pc:docMk/>
            <pc:sldMk cId="3258265038" sldId="590"/>
            <ac:spMk id="2" creationId="{F06BDFCD-99C7-1277-36DA-8944BA76BA2C}"/>
          </ac:spMkLst>
        </pc:spChg>
        <pc:spChg chg="mod">
          <ac:chgData name="Steven M Christey" userId="f24da668-4c1f-41c0-850e-113e2bdf78cf" providerId="ADAL" clId="{AEB1D6EE-8801-498C-A083-A25B7AE7E3A5}" dt="2025-07-18T15:39:40.960" v="3305" actId="6549"/>
          <ac:spMkLst>
            <pc:docMk/>
            <pc:sldMk cId="3258265038" sldId="590"/>
            <ac:spMk id="3" creationId="{CA36D1BF-7D3D-6447-3619-3E65D5097E81}"/>
          </ac:spMkLst>
        </pc:spChg>
      </pc:sldChg>
      <pc:sldChg chg="modSp add mod">
        <pc:chgData name="Steven M Christey" userId="f24da668-4c1f-41c0-850e-113e2bdf78cf" providerId="ADAL" clId="{AEB1D6EE-8801-498C-A083-A25B7AE7E3A5}" dt="2025-07-18T14:42:41.049" v="1053" actId="20577"/>
        <pc:sldMkLst>
          <pc:docMk/>
          <pc:sldMk cId="4074219294" sldId="591"/>
        </pc:sldMkLst>
        <pc:spChg chg="mod">
          <ac:chgData name="Steven M Christey" userId="f24da668-4c1f-41c0-850e-113e2bdf78cf" providerId="ADAL" clId="{AEB1D6EE-8801-498C-A083-A25B7AE7E3A5}" dt="2025-07-18T14:33:20.318" v="472" actId="20577"/>
          <ac:spMkLst>
            <pc:docMk/>
            <pc:sldMk cId="4074219294" sldId="591"/>
            <ac:spMk id="2" creationId="{7E297EAA-66E6-0893-6F5F-C6B593E2C768}"/>
          </ac:spMkLst>
        </pc:spChg>
        <pc:spChg chg="mod">
          <ac:chgData name="Steven M Christey" userId="f24da668-4c1f-41c0-850e-113e2bdf78cf" providerId="ADAL" clId="{AEB1D6EE-8801-498C-A083-A25B7AE7E3A5}" dt="2025-07-18T14:42:41.049" v="1053" actId="20577"/>
          <ac:spMkLst>
            <pc:docMk/>
            <pc:sldMk cId="4074219294" sldId="591"/>
            <ac:spMk id="3" creationId="{50B90FC3-D31F-12FA-11F4-4BFCB61C5AB4}"/>
          </ac:spMkLst>
        </pc:spChg>
      </pc:sldChg>
      <pc:sldChg chg="modSp new mod">
        <pc:chgData name="Steven M Christey" userId="f24da668-4c1f-41c0-850e-113e2bdf78cf" providerId="ADAL" clId="{AEB1D6EE-8801-498C-A083-A25B7AE7E3A5}" dt="2025-07-18T14:37:59.583" v="552" actId="20577"/>
        <pc:sldMkLst>
          <pc:docMk/>
          <pc:sldMk cId="2965866587" sldId="592"/>
        </pc:sldMkLst>
        <pc:spChg chg="mod">
          <ac:chgData name="Steven M Christey" userId="f24da668-4c1f-41c0-850e-113e2bdf78cf" providerId="ADAL" clId="{AEB1D6EE-8801-498C-A083-A25B7AE7E3A5}" dt="2025-07-18T14:35:20.124" v="500" actId="20577"/>
          <ac:spMkLst>
            <pc:docMk/>
            <pc:sldMk cId="2965866587" sldId="592"/>
            <ac:spMk id="2" creationId="{30ABAED3-64B9-9F4A-E07C-98DD48B94568}"/>
          </ac:spMkLst>
        </pc:spChg>
        <pc:spChg chg="mod">
          <ac:chgData name="Steven M Christey" userId="f24da668-4c1f-41c0-850e-113e2bdf78cf" providerId="ADAL" clId="{AEB1D6EE-8801-498C-A083-A25B7AE7E3A5}" dt="2025-07-18T14:37:59.583" v="552" actId="20577"/>
          <ac:spMkLst>
            <pc:docMk/>
            <pc:sldMk cId="2965866587" sldId="592"/>
            <ac:spMk id="3" creationId="{9CA0F585-8488-AE38-3828-8BF5511D450B}"/>
          </ac:spMkLst>
        </pc:spChg>
      </pc:sldChg>
      <pc:sldChg chg="modSp add mod">
        <pc:chgData name="Steven M Christey" userId="f24da668-4c1f-41c0-850e-113e2bdf78cf" providerId="ADAL" clId="{AEB1D6EE-8801-498C-A083-A25B7AE7E3A5}" dt="2025-07-18T15:56:08.886" v="4256" actId="20577"/>
        <pc:sldMkLst>
          <pc:docMk/>
          <pc:sldMk cId="656038621" sldId="593"/>
        </pc:sldMkLst>
        <pc:spChg chg="mod">
          <ac:chgData name="Steven M Christey" userId="f24da668-4c1f-41c0-850e-113e2bdf78cf" providerId="ADAL" clId="{AEB1D6EE-8801-498C-A083-A25B7AE7E3A5}" dt="2025-07-18T14:52:31.746" v="1777" actId="20577"/>
          <ac:spMkLst>
            <pc:docMk/>
            <pc:sldMk cId="656038621" sldId="593"/>
            <ac:spMk id="2" creationId="{9B5C5DF9-6863-31CC-E3D8-05E2E3E59376}"/>
          </ac:spMkLst>
        </pc:spChg>
        <pc:spChg chg="mod">
          <ac:chgData name="Steven M Christey" userId="f24da668-4c1f-41c0-850e-113e2bdf78cf" providerId="ADAL" clId="{AEB1D6EE-8801-498C-A083-A25B7AE7E3A5}" dt="2025-07-18T15:56:08.886" v="4256" actId="20577"/>
          <ac:spMkLst>
            <pc:docMk/>
            <pc:sldMk cId="656038621" sldId="593"/>
            <ac:spMk id="3" creationId="{4863668D-5D39-52DE-0C00-6BEDEA7DF7A0}"/>
          </ac:spMkLst>
        </pc:spChg>
      </pc:sldChg>
    </pc:docChg>
  </pc:docChgLst>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pChg chg="mod">
          <ac:chgData name="Steven M Christey" userId="f24da668-4c1f-41c0-850e-113e2bdf78cf" providerId="ADAL" clId="{C2F18F40-825E-4AB2-AAE5-04A45408A365}" dt="2025-06-06T14:35:02.444" v="8" actId="20577"/>
          <ac:spMkLst>
            <pc:docMk/>
            <pc:sldMk cId="1454278300" sldId="459"/>
            <ac:spMk id="2" creationId="{33307706-4E65-00EA-9416-F4DD36CAAD0A}"/>
          </ac:spMkLst>
        </pc:spChg>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pChg chg="mod">
          <ac:chgData name="Steven M Christey" userId="f24da668-4c1f-41c0-850e-113e2bdf78cf" providerId="ADAL" clId="{71105D66-9E5B-49CD-8B52-70669F4EA7AE}" dt="2025-06-20T14:27:22.836" v="12" actId="20577"/>
          <ac:spMkLst>
            <pc:docMk/>
            <pc:sldMk cId="1454278300" sldId="459"/>
            <ac:spMk id="3" creationId="{0992DF88-AC24-0FBF-1177-62DD9110498B}"/>
          </ac:spMkLst>
        </pc:spChg>
      </pc:sldChg>
      <pc:sldChg chg="modSp mod">
        <pc:chgData name="Steven M Christey" userId="f24da668-4c1f-41c0-850e-113e2bdf78cf" providerId="ADAL" clId="{71105D66-9E5B-49CD-8B52-70669F4EA7AE}" dt="2025-06-20T15:02:16.733" v="397" actId="20577"/>
        <pc:sldMkLst>
          <pc:docMk/>
          <pc:sldMk cId="1259113184" sldId="475"/>
        </pc:sldMkLst>
        <pc:spChg chg="mod">
          <ac:chgData name="Steven M Christey" userId="f24da668-4c1f-41c0-850e-113e2bdf78cf" providerId="ADAL" clId="{71105D66-9E5B-49CD-8B52-70669F4EA7AE}" dt="2025-06-20T15:02:16.733" v="397" actId="20577"/>
          <ac:spMkLst>
            <pc:docMk/>
            <pc:sldMk cId="1259113184" sldId="475"/>
            <ac:spMk id="3" creationId="{32062DF9-CFF1-0BEE-15FF-59D403B018ED}"/>
          </ac:spMkLst>
        </pc:spChg>
      </pc:sldChg>
      <pc:sldChg chg="modSp mod ord">
        <pc:chgData name="Steven M Christey" userId="f24da668-4c1f-41c0-850e-113e2bdf78cf" providerId="ADAL" clId="{71105D66-9E5B-49CD-8B52-70669F4EA7AE}" dt="2025-06-20T14:31:46.741" v="357" actId="6549"/>
        <pc:sldMkLst>
          <pc:docMk/>
          <pc:sldMk cId="625922019" sldId="495"/>
        </pc:sldMkLst>
        <pc:spChg chg="mod">
          <ac:chgData name="Steven M Christey" userId="f24da668-4c1f-41c0-850e-113e2bdf78cf" providerId="ADAL" clId="{71105D66-9E5B-49CD-8B52-70669F4EA7AE}" dt="2025-06-20T14:30:23.612" v="265" actId="20577"/>
          <ac:spMkLst>
            <pc:docMk/>
            <pc:sldMk cId="625922019" sldId="495"/>
            <ac:spMk id="2" creationId="{788A2079-E990-5D60-84B3-E19FEC2C60D5}"/>
          </ac:spMkLst>
        </pc:spChg>
        <pc:spChg chg="mod">
          <ac:chgData name="Steven M Christey" userId="f24da668-4c1f-41c0-850e-113e2bdf78cf" providerId="ADAL" clId="{71105D66-9E5B-49CD-8B52-70669F4EA7AE}" dt="2025-06-20T14:31:46.741" v="357" actId="6549"/>
          <ac:spMkLst>
            <pc:docMk/>
            <pc:sldMk cId="625922019" sldId="495"/>
            <ac:spMk id="3" creationId="{91BBE544-B07D-A22E-1C50-A45E8F9C0351}"/>
          </ac:spMkLst>
        </pc:spChg>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pChg chg="mod">
          <ac:chgData name="Steven M Christey" userId="f24da668-4c1f-41c0-850e-113e2bdf78cf" providerId="ADAL" clId="{71105D66-9E5B-49CD-8B52-70669F4EA7AE}" dt="2025-06-20T14:30:11.999" v="248" actId="20577"/>
          <ac:spMkLst>
            <pc:docMk/>
            <pc:sldMk cId="1570532610" sldId="585"/>
            <ac:spMk id="2" creationId="{B5AF5A9D-CA78-EE9B-F409-CD4F59410820}"/>
          </ac:spMkLst>
        </pc:spChg>
        <pc:spChg chg="mod">
          <ac:chgData name="Steven M Christey" userId="f24da668-4c1f-41c0-850e-113e2bdf78cf" providerId="ADAL" clId="{71105D66-9E5B-49CD-8B52-70669F4EA7AE}" dt="2025-06-20T14:30:04.852" v="241" actId="20577"/>
          <ac:spMkLst>
            <pc:docMk/>
            <pc:sldMk cId="1570532610" sldId="585"/>
            <ac:spMk id="3" creationId="{5F34ED3C-1922-1677-B432-4CE04C52EF75}"/>
          </ac:spMkLst>
        </pc:spChg>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pChg chg="mod">
          <ac:chgData name="Steven M Christey" userId="f24da668-4c1f-41c0-850e-113e2bdf78cf" providerId="ADAL" clId="{71105D66-9E5B-49CD-8B52-70669F4EA7AE}" dt="2025-06-20T15:55:25.534" v="1439"/>
          <ac:spMkLst>
            <pc:docMk/>
            <pc:sldMk cId="3428824971" sldId="587"/>
            <ac:spMk id="3" creationId="{ED01B37D-F7F7-0CB9-CC8B-17C1ED88F0E5}"/>
          </ac:spMkLst>
        </pc:spChg>
      </pc:sldChg>
      <pc:sldChg chg="modSp add mod">
        <pc:chgData name="Steven M Christey" userId="f24da668-4c1f-41c0-850e-113e2bdf78cf" providerId="ADAL" clId="{71105D66-9E5B-49CD-8B52-70669F4EA7AE}" dt="2025-06-20T15:59:29.421" v="1756" actId="20577"/>
        <pc:sldMkLst>
          <pc:docMk/>
          <pc:sldMk cId="2203204905" sldId="588"/>
        </pc:sldMkLst>
        <pc:spChg chg="mod">
          <ac:chgData name="Steven M Christey" userId="f24da668-4c1f-41c0-850e-113e2bdf78cf" providerId="ADAL" clId="{71105D66-9E5B-49CD-8B52-70669F4EA7AE}" dt="2025-06-20T15:59:29.421" v="1756" actId="20577"/>
          <ac:spMkLst>
            <pc:docMk/>
            <pc:sldMk cId="2203204905" sldId="588"/>
            <ac:spMk id="3" creationId="{A331AA16-2369-4B43-DF38-B7BAB8CD25A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7/18/2025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7/18/2025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New Entry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July 18,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Hyperparameter submission development</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is now fully public</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version 4.18,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New Entry Development:</a:t>
            </a:r>
            <a:br>
              <a:rPr lang="en-US" dirty="0"/>
            </a:br>
            <a:r>
              <a:rPr lang="en-US" dirty="0"/>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9528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dirty="0"/>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dirty="0"/>
              <a:t>Status</a:t>
            </a:r>
          </a:p>
          <a:p>
            <a:pPr lvl="1"/>
            <a:r>
              <a:rPr lang="en-US" dirty="0"/>
              <a:t>(ASAP – MITRE) Need to enter all data from previous meetings into raw submission file</a:t>
            </a:r>
          </a:p>
          <a:p>
            <a:pPr lvl="1"/>
            <a:r>
              <a:rPr lang="en-US" dirty="0"/>
              <a:t>(Today) Finish developing a demonstrative example</a:t>
            </a:r>
          </a:p>
          <a:p>
            <a:pPr lvl="1"/>
            <a:r>
              <a:rPr lang="en-US" dirty="0"/>
              <a:t>(Next meeting) Final review by WG members</a:t>
            </a:r>
          </a:p>
          <a:p>
            <a:r>
              <a:rPr lang="en-US" dirty="0"/>
              <a:t>NAME: Insecure Setting of Generative AI/ML Model Inference Parameters</a:t>
            </a:r>
          </a:p>
          <a:p>
            <a:r>
              <a:rPr lang="en-US" dirty="0"/>
              <a:t>SUMMARY:</a:t>
            </a:r>
          </a:p>
          <a:p>
            <a:pPr lvl="1"/>
            <a:r>
              <a:rPr lang="en-US" dirty="0">
                <a:solidFill>
                  <a:srgbClr val="FF0000"/>
                </a:solidFill>
              </a:rPr>
              <a:t>** Add the notion that this cannot be avoided – there’s always a chance; the weakness is then the chance is higher than the intended “risk tolerance” **</a:t>
            </a:r>
          </a:p>
          <a:p>
            <a:pPr lvl="1"/>
            <a:r>
              <a:rPr lang="en-US" dirty="0"/>
              <a:t>The product has a component that relies on a generative AI/ML model, but the model is configured with incorrect inference parameters that produce excessive erroneous or unexpected outputs that violate the intended security policy.</a:t>
            </a:r>
          </a:p>
          <a:p>
            <a:endParaRPr lang="en-US" dirty="0"/>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05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dirty="0"/>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a:p>
            <a:r>
              <a:rPr lang="en-US" dirty="0"/>
              <a:t>3 scenarios so far:</a:t>
            </a:r>
          </a:p>
          <a:p>
            <a:pPr lvl="1"/>
            <a:r>
              <a:rPr lang="en-US" dirty="0"/>
              <a:t>robotic/drone control using an LLM</a:t>
            </a:r>
          </a:p>
          <a:p>
            <a:pPr lvl="1"/>
            <a:r>
              <a:rPr lang="en-US" dirty="0" err="1"/>
              <a:t>json</a:t>
            </a:r>
            <a:r>
              <a:rPr lang="en-US" dirty="0"/>
              <a:t> formatting not being correct</a:t>
            </a:r>
          </a:p>
          <a:p>
            <a:pPr lvl="1"/>
            <a:r>
              <a:rPr lang="en-US" dirty="0"/>
              <a:t>package hallucination example</a:t>
            </a:r>
          </a:p>
          <a:p>
            <a:r>
              <a:rPr lang="en-US" dirty="0"/>
              <a:t>How can we show clear security implications?</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25922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dirty="0"/>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dirty="0"/>
              <a:t>Introductory text – basic free-form text describing what the developer is trying to do</a:t>
            </a:r>
            <a:endParaRPr lang="en-US" dirty="0">
              <a:solidFill>
                <a:srgbClr val="FF0000"/>
              </a:solidFill>
            </a:endParaRPr>
          </a:p>
          <a:p>
            <a:endParaRPr lang="en-US" dirty="0">
              <a:solidFill>
                <a:srgbClr val="FF0000"/>
              </a:solidFill>
            </a:endParaRPr>
          </a:p>
          <a:p>
            <a:r>
              <a:rPr lang="en-US" dirty="0"/>
              <a:t>“Bad” code – design or code that contains the target weakness</a:t>
            </a:r>
          </a:p>
          <a:p>
            <a:endParaRPr lang="en-US" dirty="0">
              <a:solidFill>
                <a:srgbClr val="FF0000"/>
              </a:solidFill>
            </a:endParaRPr>
          </a:p>
          <a:p>
            <a:r>
              <a:rPr lang="en-US" dirty="0"/>
              <a:t>Explanation of the weakness – free-form text to explain to the reader where the weakness is located and why it’s important</a:t>
            </a:r>
            <a:endParaRPr lang="en-US" dirty="0">
              <a:solidFill>
                <a:srgbClr val="FF0000"/>
              </a:solidFill>
            </a:endParaRPr>
          </a:p>
          <a:p>
            <a:endParaRPr lang="en-US" dirty="0">
              <a:solidFill>
                <a:srgbClr val="FF0000"/>
              </a:solidFill>
            </a:endParaRPr>
          </a:p>
          <a:p>
            <a:r>
              <a:rPr lang="en-US" dirty="0"/>
              <a:t>(optional) how the weakness is attacked/exploited – provides one or more specific attack examples, e.g. the attack string, and how the weakness is exploited</a:t>
            </a:r>
            <a:endParaRPr lang="en-US" dirty="0">
              <a:solidFill>
                <a:srgbClr val="FF0000"/>
              </a:solidFill>
            </a:endParaRPr>
          </a:p>
          <a:p>
            <a:endParaRPr lang="en-US" dirty="0">
              <a:solidFill>
                <a:srgbClr val="FF0000"/>
              </a:solidFill>
            </a:endParaRPr>
          </a:p>
          <a:p>
            <a:r>
              <a:rPr lang="en-US" dirty="0"/>
              <a:t>“Good” code – changes to the “Bad” code/design that fix the weakness</a:t>
            </a:r>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74219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dirty="0"/>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800" dirty="0"/>
              <a:t>Introductory text: The product provides an AI assistant to help users to write code. The product has Windsurf/Cursor with an IDE integrated. Assume the model has been trained correctly.</a:t>
            </a:r>
          </a:p>
          <a:p>
            <a:pPr lvl="1"/>
            <a:r>
              <a:rPr lang="en-US" sz="1800" dirty="0"/>
              <a:t>Should we use a generic term for Windsurf/Cursor?</a:t>
            </a:r>
          </a:p>
          <a:p>
            <a:pPr lvl="2"/>
            <a:r>
              <a:rPr lang="en-US" sz="1800" dirty="0"/>
              <a:t>“uses an AI-assisted Integrated Development Environment (IDE)”</a:t>
            </a:r>
          </a:p>
          <a:p>
            <a:pPr lvl="2"/>
            <a:r>
              <a:rPr lang="en-US" sz="1800" dirty="0"/>
              <a:t>“AI coding assistant”</a:t>
            </a:r>
          </a:p>
          <a:p>
            <a:pPr lvl="1"/>
            <a:r>
              <a:rPr lang="en-US" sz="1800" dirty="0"/>
              <a:t>What would “trained correctly” mean? (“behaves normally under its default temperature” – also see chat for many other recommendations)</a:t>
            </a:r>
          </a:p>
          <a:p>
            <a:r>
              <a:rPr lang="en-US" sz="1800" dirty="0"/>
              <a:t>What’s the activity to support?</a:t>
            </a:r>
          </a:p>
          <a:p>
            <a:pPr lvl="1"/>
            <a:r>
              <a:rPr lang="en-US" sz="1800" dirty="0"/>
              <a:t>Having it write code that interacts with a product (should be caught during basic debugging/test)</a:t>
            </a:r>
          </a:p>
          <a:p>
            <a:pPr lvl="1"/>
            <a:r>
              <a:rPr lang="en-US" sz="1800" b="1" dirty="0"/>
              <a:t>Or as you’re writing code, it makes suggestions for libraries to import</a:t>
            </a:r>
            <a:r>
              <a:rPr lang="en-US" sz="1800" dirty="0"/>
              <a:t>. E.g., if importing pandas, auto-suggestions of </a:t>
            </a:r>
            <a:r>
              <a:rPr lang="en-US" sz="1800" dirty="0" err="1"/>
              <a:t>numPy</a:t>
            </a:r>
            <a:endParaRPr lang="en-US" sz="1800" dirty="0"/>
          </a:p>
          <a:p>
            <a:r>
              <a:rPr lang="en-US" sz="1800" dirty="0"/>
              <a:t>For simplicity, maybe assume a particular programming language?</a:t>
            </a:r>
          </a:p>
          <a:p>
            <a:pPr lvl="1"/>
            <a:r>
              <a:rPr lang="en-US" sz="1800" dirty="0"/>
              <a:t>Language should be understandable to many users (i.e. popular)</a:t>
            </a:r>
          </a:p>
          <a:p>
            <a:pPr lvl="1"/>
            <a:r>
              <a:rPr lang="en-US" sz="1800" dirty="0"/>
              <a:t>Should have well-known package-management frameworks / ecosystems</a:t>
            </a:r>
          </a:p>
          <a:p>
            <a:pPr lvl="2"/>
            <a:r>
              <a:rPr lang="en-US" sz="1800" dirty="0"/>
              <a:t>Python example – centralized repositories where people can introduce their own packages</a:t>
            </a:r>
          </a:p>
          <a:p>
            <a:endParaRPr lang="en-US" sz="1800" dirty="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28824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dirty="0"/>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dirty="0"/>
              <a:t>(background: package hallucination)</a:t>
            </a:r>
          </a:p>
          <a:p>
            <a:pPr lvl="1"/>
            <a:r>
              <a:rPr lang="en-US" sz="1800" dirty="0"/>
              <a:t>Making example more realistic: might hallucinate most when dealing with uncommon data sources / APIs that aren’t part of the training data.</a:t>
            </a:r>
          </a:p>
          <a:p>
            <a:r>
              <a:rPr lang="en-US" sz="1800" dirty="0"/>
              <a:t>&lt;sample config file&gt;</a:t>
            </a:r>
          </a:p>
          <a:p>
            <a:pPr lvl="1"/>
            <a:r>
              <a:rPr lang="en-US" sz="1800" dirty="0"/>
              <a:t>Can we generically specify a particular model?</a:t>
            </a:r>
          </a:p>
          <a:p>
            <a:pPr lvl="2"/>
            <a:r>
              <a:rPr lang="en-US" sz="1800" dirty="0"/>
              <a:t>(use </a:t>
            </a:r>
            <a:r>
              <a:rPr lang="en-US" sz="1800" dirty="0" err="1"/>
              <a:t>openai</a:t>
            </a:r>
            <a:r>
              <a:rPr lang="en-US" sz="1800" dirty="0"/>
              <a:t> spec that can work with a variety of model types)</a:t>
            </a:r>
          </a:p>
          <a:p>
            <a:pPr lvl="2"/>
            <a:r>
              <a:rPr lang="en-US" sz="1800" dirty="0"/>
              <a:t>Genericize model name e.g. “your-model-here”</a:t>
            </a:r>
          </a:p>
          <a:p>
            <a:pPr lvl="1"/>
            <a:r>
              <a:rPr lang="en-US" sz="1800" u="sng" dirty="0"/>
              <a:t>Temperature is set too high</a:t>
            </a:r>
          </a:p>
          <a:p>
            <a:pPr lvl="2"/>
            <a:r>
              <a:rPr lang="en-US" sz="1800" dirty="0"/>
              <a:t>(if we rely on </a:t>
            </a:r>
            <a:r>
              <a:rPr lang="en-US" sz="1800" dirty="0" err="1"/>
              <a:t>openai</a:t>
            </a:r>
            <a:r>
              <a:rPr lang="en-US" sz="1800" dirty="0"/>
              <a:t> spec, the max temperature is 2, and default for most is 1 – setting to 1.8 might be useful)</a:t>
            </a:r>
          </a:p>
          <a:p>
            <a:pPr lvl="1"/>
            <a:r>
              <a:rPr lang="en-US" sz="1800" dirty="0"/>
              <a:t>Is temperature always required to be specified?</a:t>
            </a:r>
          </a:p>
          <a:p>
            <a:pPr lvl="2"/>
            <a:r>
              <a:rPr lang="en-US" sz="1800" dirty="0"/>
              <a:t>If not: might be helpful to have a higher-than-hoped default temperature</a:t>
            </a:r>
          </a:p>
          <a:p>
            <a:r>
              <a:rPr lang="en-US" sz="1800" dirty="0"/>
              <a:t>Show short code snippets performing the suggestion</a:t>
            </a:r>
            <a:endParaRPr lang="en-US" sz="1800" dirty="0">
              <a:solidFill>
                <a:srgbClr val="FF0000"/>
              </a:solidFill>
            </a:endParaRPr>
          </a:p>
          <a:p>
            <a:r>
              <a:rPr lang="en-US" sz="1800" dirty="0"/>
              <a:t>Garak example: - </a:t>
            </a:r>
            <a:r>
              <a:rPr lang="en-US" sz="1800" b="0" dirty="0">
                <a:solidFill>
                  <a:srgbClr val="FF0000"/>
                </a:solidFill>
              </a:rPr>
              <a:t>Erick can pull some inputs and outputs from previous Garak run, e.g. import of an SDO package that doesn’t exist </a:t>
            </a:r>
            <a:r>
              <a:rPr lang="en-US" sz="1800" dirty="0"/>
              <a:t>https://github.com/NVIDIA/garak/blob/main/garak/probes/packagehallucination.py </a:t>
            </a:r>
          </a:p>
          <a:p>
            <a:endParaRPr lang="en-US" sz="1800" dirty="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826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dirty="0"/>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dirty="0"/>
              <a:t>Consider avoiding cases of referencing real packages found in training data but highly unlikely</a:t>
            </a:r>
          </a:p>
          <a:p>
            <a:r>
              <a:rPr lang="en-US" sz="2000" dirty="0"/>
              <a:t>Hallucination here may be “suggesting a package that it did not see at training time because it didn’t exist”</a:t>
            </a:r>
          </a:p>
          <a:p>
            <a:r>
              <a:rPr lang="en-US" sz="2000" dirty="0"/>
              <a:t>Note: the training directly influences the inference</a:t>
            </a:r>
          </a:p>
          <a:p>
            <a:r>
              <a:rPr lang="en-US" sz="2000" dirty="0"/>
              <a:t>In some languages, there can be assumptions of “crossover” across languages – e.g. writing Ruby code that resembles packages from </a:t>
            </a:r>
            <a:r>
              <a:rPr lang="en-US" sz="2000" dirty="0" err="1"/>
              <a:t>PyPy</a:t>
            </a:r>
            <a:r>
              <a:rPr lang="en-US" sz="2000" dirty="0"/>
              <a:t> that don’t exist in </a:t>
            </a:r>
            <a:r>
              <a:rPr lang="en-US" sz="2000" dirty="0" err="1"/>
              <a:t>RubyGems</a:t>
            </a:r>
            <a:r>
              <a:rPr lang="en-US" sz="2000" dirty="0"/>
              <a:t>.</a:t>
            </a:r>
          </a:p>
          <a:p>
            <a:r>
              <a:rPr lang="en-US" sz="2000" dirty="0"/>
              <a:t>Considering abandoned libraries – not a hallucination</a:t>
            </a:r>
          </a:p>
          <a:p>
            <a:endParaRPr lang="en-US" sz="2000" dirty="0"/>
          </a:p>
          <a:p>
            <a:r>
              <a:rPr lang="en-US" sz="2000" dirty="0"/>
              <a:t>"use of disallowed/vulnerable packages" could be an example of CWE-1426 (chain)</a:t>
            </a:r>
          </a:p>
          <a:p>
            <a:endParaRPr lang="en-US" sz="2000" dirty="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4884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dirty="0"/>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dirty="0"/>
              <a:t>Explanation of the weakness</a:t>
            </a:r>
          </a:p>
          <a:p>
            <a:pPr lvl="1"/>
            <a:r>
              <a:rPr lang="en-US" dirty="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dirty="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dirty="0" err="1"/>
              <a:t>typosquatting</a:t>
            </a:r>
            <a:r>
              <a:rPr lang="en-US" dirty="0"/>
              <a:t>.”</a:t>
            </a:r>
          </a:p>
          <a:p>
            <a:endParaRPr lang="en-US" dirty="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3204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dirty="0"/>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dirty="0"/>
              <a:t>“Good” code – code changes that fix the weakness</a:t>
            </a:r>
          </a:p>
          <a:p>
            <a:r>
              <a:rPr lang="en-US" sz="2000" dirty="0"/>
              <a:t>Show an updated config that changes the inference parameter</a:t>
            </a:r>
          </a:p>
          <a:p>
            <a:pPr lvl="1"/>
            <a:r>
              <a:rPr lang="en-US" sz="2000" dirty="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dirty="0"/>
              <a:t>Could use 0.8 as an example</a:t>
            </a:r>
          </a:p>
          <a:p>
            <a:pPr lvl="1"/>
            <a:r>
              <a:rPr lang="en-US" sz="2000" dirty="0"/>
              <a:t>Annotate the config to state that 1.0 is the default for this model</a:t>
            </a:r>
          </a:p>
          <a:p>
            <a:r>
              <a:rPr lang="en-US" sz="2000" dirty="0"/>
              <a:t>Also, describe guardrails that test for the presence and age of the package, and if it can be trusted</a:t>
            </a:r>
          </a:p>
          <a:p>
            <a:pPr lvl="1"/>
            <a:r>
              <a:rPr lang="en-US" sz="2000" dirty="0"/>
              <a:t>(some models have a knowledge date cutoff)</a:t>
            </a:r>
          </a:p>
          <a:p>
            <a:r>
              <a:rPr lang="en-US" sz="2000" dirty="0"/>
              <a:t>Include disclaimer that this doesn’t eliminate risk of package hallucination</a:t>
            </a:r>
          </a:p>
          <a:p>
            <a:pPr lvl="1"/>
            <a:r>
              <a:rPr lang="en-US" sz="2000" dirty="0">
                <a:solidFill>
                  <a:srgbClr val="FF0000"/>
                </a:solidFill>
              </a:rPr>
              <a:t>Also consider extended </a:t>
            </a:r>
            <a:r>
              <a:rPr lang="en-US" sz="2000">
                <a:solidFill>
                  <a:srgbClr val="FF0000"/>
                </a:solidFill>
              </a:rPr>
              <a:t>desc update</a:t>
            </a:r>
            <a:endParaRPr lang="en-US" sz="2000" dirty="0">
              <a:solidFill>
                <a:srgbClr val="FF0000"/>
              </a:solidFill>
            </a:endParaRP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56038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&lt;robotic / drone control using an LLM&gt;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257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dirty="0"/>
              <a:t>Introductory text – </a:t>
            </a:r>
            <a:r>
              <a:rPr lang="en-US" dirty="0">
                <a:solidFill>
                  <a:srgbClr val="FF0000"/>
                </a:solidFill>
              </a:rPr>
              <a:t>&lt;</a:t>
            </a:r>
            <a:r>
              <a:rPr lang="en-US" dirty="0" err="1">
                <a:solidFill>
                  <a:srgbClr val="FF0000"/>
                </a:solidFill>
              </a:rPr>
              <a:t>json</a:t>
            </a:r>
            <a:r>
              <a:rPr lang="en-US" dirty="0">
                <a:solidFill>
                  <a:srgbClr val="FF0000"/>
                </a:solidFill>
              </a:rPr>
              <a:t> formatting not being correct&gt;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78047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908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dirty="0"/>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0328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&lt;automated and manual dynamic analysis&gt;</a:t>
            </a:r>
          </a:p>
          <a:p>
            <a:pPr lvl="1"/>
            <a:r>
              <a:rPr lang="en-US" sz="1800" dirty="0"/>
              <a:t>Desc:</a:t>
            </a:r>
            <a:r>
              <a:rPr lang="en-US" sz="1800" dirty="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dirty="0"/>
              <a:t>Detection Method 2</a:t>
            </a:r>
          </a:p>
          <a:p>
            <a:pPr lvl="1"/>
            <a:r>
              <a:rPr lang="en-US" sz="1800" dirty="0"/>
              <a:t>Method: </a:t>
            </a:r>
            <a:r>
              <a:rPr lang="en-US" sz="1800" dirty="0">
                <a:solidFill>
                  <a:srgbClr val="FF0000"/>
                </a:solidFill>
              </a:rPr>
              <a:t>&lt;&gt;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0156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&lt;package hallucination&gt;</a:t>
            </a:r>
            <a:endParaRPr lang="en-US" sz="1600" dirty="0"/>
          </a:p>
          <a:p>
            <a:pPr lvl="1"/>
            <a:r>
              <a:rPr lang="en-US" sz="1600" dirty="0"/>
              <a:t>URL: </a:t>
            </a:r>
            <a:r>
              <a:rPr lang="en-US" sz="1600" dirty="0">
                <a:solidFill>
                  <a:srgbClr val="FF0000"/>
                </a:solidFill>
              </a:rPr>
              <a:t>&lt;https://arxiv.org/abs/2406.10279&gt;</a:t>
            </a:r>
            <a:endParaRPr lang="en-US" sz="1600" dirty="0"/>
          </a:p>
          <a:p>
            <a:r>
              <a:rPr lang="en-US" sz="1600" dirty="0"/>
              <a:t>Reference 2</a:t>
            </a:r>
          </a:p>
          <a:p>
            <a:pPr lvl="1"/>
            <a:r>
              <a:rPr lang="en-US" sz="1600" dirty="0"/>
              <a:t>Title: </a:t>
            </a:r>
            <a:r>
              <a:rPr lang="en-US" sz="1600" dirty="0">
                <a:solidFill>
                  <a:srgbClr val="FF0000"/>
                </a:solidFill>
              </a:rPr>
              <a:t>&lt;Garak issue&gt; </a:t>
            </a:r>
          </a:p>
          <a:p>
            <a:pPr lvl="1"/>
            <a:r>
              <a:rPr lang="en-US" sz="1600" dirty="0"/>
              <a:t>URL: </a:t>
            </a:r>
            <a:r>
              <a:rPr lang="en-US" sz="1600" dirty="0">
                <a:solidFill>
                  <a:srgbClr val="FF0000"/>
                </a:solidFill>
              </a:rPr>
              <a:t>&lt;https://github.com/NVIDIA/garak/issues/1233&gt;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85828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a:solidFill>
                  <a:srgbClr val="FF0000"/>
                </a:solidFill>
                <a:highlight>
                  <a:srgbClr val="FFFF00"/>
                </a:highlight>
              </a:rPr>
              <a:t>Why no obvious </a:t>
            </a:r>
            <a:r>
              <a:rPr lang="en-US" sz="1600" dirty="0" err="1">
                <a:solidFill>
                  <a:srgbClr val="FF0000"/>
                </a:solidFill>
                <a:highlight>
                  <a:srgbClr val="FFFF00"/>
                </a:highlight>
              </a:rPr>
              <a:t>obex</a:t>
            </a:r>
            <a:r>
              <a:rPr lang="en-US" sz="1600" dirty="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dirty="0">
                <a:highlight>
                  <a:srgbClr val="FFFF00"/>
                </a:highlight>
              </a:rPr>
              <a:t>Maybe this is often associated with other weaknesses (can help exploitation of other weaknesses)</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1328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91636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378741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1946407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41856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model training, when hyperparameters are set without adequate validation or understanding of their impact.&gt;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pPr lvl="1"/>
            <a:r>
              <a:rPr lang="en-US" sz="2000" dirty="0"/>
              <a:t>New: “Improper Neutralization of Configurations Used for MCP Client” (</a:t>
            </a:r>
            <a:r>
              <a:rPr lang="en-US" sz="2000" dirty="0" err="1"/>
              <a:t>Xinpeng</a:t>
            </a:r>
            <a:r>
              <a:rPr lang="en-US" sz="2000" dirty="0"/>
              <a:t> Liu) ES2506-e3c78a2a </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dirty="0"/>
              <a:t>New: “Improper Neutralization of Configurations Used for MCP Client” (</a:t>
            </a:r>
            <a:r>
              <a:rPr lang="en-US" dirty="0" err="1"/>
              <a:t>Xinpeng</a:t>
            </a:r>
            <a:r>
              <a:rPr lang="en-US" dirty="0"/>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dirty="0"/>
              <a:t>Name: Improper Neutralization of Configurations Used for MCP Client</a:t>
            </a:r>
          </a:p>
          <a:p>
            <a:r>
              <a:rPr lang="en-US" dirty="0"/>
              <a:t>Description:</a:t>
            </a:r>
          </a:p>
          <a:p>
            <a:pPr lvl="1"/>
            <a:r>
              <a:rPr lang="en-US" dirty="0"/>
              <a:t>The product utilizes an AI Agent to generate or modify configuration files within the MCP Client, based on input provided by the MCP Server or prompt that has not been strictly reviewed by the user (e.g. a GitHub repo link or technical blog link containing the modified "vibe-coding" guidance). However, the MCP Client does not properly neutralize special elements when executing the server start command in configuration files, which allows attackers to inject malicious operating system commands. These commands are executed by the system when an arbitrary MCP Server is started, without disrupting the normal server connection, thereby remaining imperceptible to the user.</a:t>
            </a:r>
          </a:p>
          <a:p>
            <a:pPr lvl="1"/>
            <a:endParaRPr lang="en-US" dirty="0"/>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65866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50FCDD-08B1-48D8-BB50-7A17E590A5EE}">
  <ds:schemaRefs>
    <ds:schemaRef ds:uri="http://schemas.microsoft.com/office/2006/documentManagement/types"/>
    <ds:schemaRef ds:uri="f3e578be-7961-41e8-91c9-b742ecb60a74"/>
    <ds:schemaRef ds:uri="http://www.w3.org/XML/1998/namespac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b5a44311-ed64-4a72-909f-c9dc6973bde2"/>
    <ds:schemaRef ds:uri="aff8eeb6-53bf-44bf-a224-fac977cd228b"/>
    <ds:schemaRef ds:uri="http://purl.org/dc/dcmitype/"/>
    <ds:schemaRef ds:uri="http://purl.org/dc/terms/"/>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6E964937-EBFE-4FBE-8B80-50F4DF12EB09}"/>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614</TotalTime>
  <Words>5748</Words>
  <Application>Microsoft Office PowerPoint</Application>
  <PresentationFormat>Widescreen</PresentationFormat>
  <Paragraphs>594</Paragraphs>
  <Slides>58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New Entry Development: ES2406-9e5fcf10: Insecure Setting of Generative AI/ML Model Inference Parameters </vt:lpstr>
      <vt:lpstr>ES2406-9e5fcf10 Status</vt:lpstr>
      <vt:lpstr>Demonstrative Examples</vt:lpstr>
      <vt:lpstr>Reminder: Demonstrative example structure</vt:lpstr>
      <vt:lpstr>Demonstrative Example 3 – Introductory Text</vt:lpstr>
      <vt:lpstr>Demonstrative Example 3 – “Bad” Code</vt:lpstr>
      <vt:lpstr>Demonstrative example – 3 - Notes</vt:lpstr>
      <vt:lpstr>Demonstrative example – 3 – Weakness Explanation</vt:lpstr>
      <vt:lpstr>Demonstrative example – 3 – “Good” Code</vt:lpstr>
      <vt:lpstr>Demonstrative example - 1</vt:lpstr>
      <vt:lpstr>Demonstrative example - 2</vt:lpstr>
      <vt:lpstr>References on improper tuning</vt:lpstr>
      <vt:lpstr>Already-Filled Elements</vt:lpstr>
      <vt:lpstr>Detection Methods Worksheet</vt:lpstr>
      <vt:lpstr>References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Modes of Introduction Worksheet</vt:lpstr>
      <vt:lpstr>Potential Mitigations Worksheet</vt:lpstr>
      <vt:lpstr>Future Content Work</vt:lpstr>
      <vt:lpstr>Other Work Items - New Entry Submissions</vt:lpstr>
      <vt:lpstr>New: “Improper Neutralization of Configurations Used for MCP Client” (Xinpeng Liu) ES2506-e3c78a2a </vt:lpstr>
      <vt:lpstr>Delayed: “Bias in AI Models” (Kurt Seifried) - ES2402-38e20ce6 </vt:lpstr>
      <vt:lpstr>Delayed: Insufficient Input Validation in Generative AI Applications (Steve / AI WG) ES2405-84711fc4</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19</cp:revision>
  <dcterms:created xsi:type="dcterms:W3CDTF">2019-02-26T16:06:40Z</dcterms:created>
  <dcterms:modified xsi:type="dcterms:W3CDTF">2025-07-18T15:56:09Z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