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25"/>
  </p:notesMasterIdLst>
  <p:handoutMasterIdLst>
    <p:handoutMasterId r:id="rId26"/>
  </p:handoutMasterIdLst>
  <p:sldIdLst>
    <p:sldId id="459" r:id="rId5"/>
    <p:sldId id="475" r:id="rId6"/>
    <p:sldId id="514" r:id="rId7"/>
    <p:sldId id="533" r:id="rId8"/>
    <p:sldId id="538" r:id="rId9"/>
    <p:sldId id="554" r:id="rId10"/>
    <p:sldId id="548" r:id="rId11"/>
    <p:sldId id="539" r:id="rId12"/>
    <p:sldId id="542" r:id="rId13"/>
    <p:sldId id="552" r:id="rId14"/>
    <p:sldId id="551" r:id="rId15"/>
    <p:sldId id="553" r:id="rId16"/>
    <p:sldId id="549" r:id="rId17"/>
    <p:sldId id="540" r:id="rId18"/>
    <p:sldId id="550" r:id="rId19"/>
    <p:sldId id="547" r:id="rId20"/>
    <p:sldId id="541" r:id="rId21"/>
    <p:sldId id="543" r:id="rId22"/>
    <p:sldId id="545" r:id="rId23"/>
    <p:sldId id="53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3A276B-9F4E-465D-99C8-DD66489E7D77}" v="2" dt="2025-02-14T15:48:29.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775" autoAdjust="0"/>
    <p:restoredTop sz="94660"/>
  </p:normalViewPr>
  <p:slideViewPr>
    <p:cSldViewPr snapToGrid="0">
      <p:cViewPr varScale="1">
        <p:scale>
          <a:sx n="56" d="100"/>
          <a:sy n="56" d="100"/>
        </p:scale>
        <p:origin x="874" y="4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delSp modSp mod">
        <pc:chgData name="Alec J Summers" userId="d9c4246f-ffa8-4c52-a253-9dc5efe19efc" providerId="ADAL" clId="{AED219C3-DB5D-EB4F-A262-F8BE05B0867F}" dt="2024-11-15T16:00:25.692" v="100" actId="478"/>
        <pc:sldMkLst>
          <pc:docMk/>
          <pc:sldMk cId="1259113184" sldId="475"/>
        </pc:sldMkLst>
      </pc:sldChg>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6:02:11.506" v="1807" actId="20577"/>
        <pc:sldMkLst>
          <pc:docMk/>
          <pc:sldMk cId="1454278300" sldId="459"/>
        </pc:sldMkLst>
        <pc:spChg chg="mod">
          <ac:chgData name="Steven M Christey" userId="f24da668-4c1f-41c0-850e-113e2bdf78cf" providerId="ADAL" clId="{A43A276B-9F4E-465D-99C8-DD66489E7D77}" dt="2025-02-14T16:02:11.506" v="1807" actId="20577"/>
          <ac:spMkLst>
            <pc:docMk/>
            <pc:sldMk cId="1454278300" sldId="459"/>
            <ac:spMk id="2" creationId="{33307706-4E65-00EA-9416-F4DD36CAAD0A}"/>
          </ac:spMkLst>
        </pc:spChg>
        <pc:spChg chg="mod">
          <ac:chgData name="Steven M Christey" userId="f24da668-4c1f-41c0-850e-113e2bdf78cf" providerId="ADAL" clId="{A43A276B-9F4E-465D-99C8-DD66489E7D77}" dt="2025-02-14T15:07:35.977" v="20" actId="20577"/>
          <ac:spMkLst>
            <pc:docMk/>
            <pc:sldMk cId="1454278300" sldId="459"/>
            <ac:spMk id="3" creationId="{0992DF88-AC24-0FBF-1177-62DD9110498B}"/>
          </ac:spMkLst>
        </pc:spChg>
      </pc:sldChg>
      <pc:sldChg chg="modSp mod">
        <pc:chgData name="Steven M Christey" userId="f24da668-4c1f-41c0-850e-113e2bdf78cf" providerId="ADAL" clId="{A43A276B-9F4E-465D-99C8-DD66489E7D77}" dt="2025-02-14T15:42:06.315" v="736" actId="207"/>
        <pc:sldMkLst>
          <pc:docMk/>
          <pc:sldMk cId="1259113184" sldId="475"/>
        </pc:sldMkLst>
        <pc:spChg chg="mod">
          <ac:chgData name="Steven M Christey" userId="f24da668-4c1f-41c0-850e-113e2bdf78cf" providerId="ADAL" clId="{A43A276B-9F4E-465D-99C8-DD66489E7D77}" dt="2025-02-14T15:41:17.644" v="664" actId="20577"/>
          <ac:spMkLst>
            <pc:docMk/>
            <pc:sldMk cId="1259113184" sldId="475"/>
            <ac:spMk id="3" creationId="{32062DF9-CFF1-0BEE-15FF-59D403B018ED}"/>
          </ac:spMkLst>
        </pc:spChg>
        <pc:spChg chg="mod">
          <ac:chgData name="Steven M Christey" userId="f24da668-4c1f-41c0-850e-113e2bdf78cf" providerId="ADAL" clId="{A43A276B-9F4E-465D-99C8-DD66489E7D77}" dt="2025-02-14T15:42:06.315" v="736" actId="207"/>
          <ac:spMkLst>
            <pc:docMk/>
            <pc:sldMk cId="1259113184" sldId="475"/>
            <ac:spMk id="6" creationId="{D630B379-7569-7A91-432B-E79677CEB874}"/>
          </ac:spMkLst>
        </pc:spChg>
      </pc:sldChg>
      <pc:sldChg chg="modSp mod">
        <pc:chgData name="Steven M Christey" userId="f24da668-4c1f-41c0-850e-113e2bdf78cf" providerId="ADAL" clId="{A43A276B-9F4E-465D-99C8-DD66489E7D77}" dt="2025-02-14T15:12:16.138" v="280" actId="20577"/>
        <pc:sldMkLst>
          <pc:docMk/>
          <pc:sldMk cId="150708501" sldId="533"/>
        </pc:sldMkLst>
        <pc:spChg chg="mod">
          <ac:chgData name="Steven M Christey" userId="f24da668-4c1f-41c0-850e-113e2bdf78cf" providerId="ADAL" clId="{A43A276B-9F4E-465D-99C8-DD66489E7D77}" dt="2025-02-14T15:12:16.138" v="280" actId="20577"/>
          <ac:spMkLst>
            <pc:docMk/>
            <pc:sldMk cId="150708501" sldId="533"/>
            <ac:spMk id="3" creationId="{D56FF49E-E3F8-8E2A-2DB7-2E9585AD88B0}"/>
          </ac:spMkLst>
        </pc:spChg>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pChg chg="mod">
          <ac:chgData name="Steven M Christey" userId="f24da668-4c1f-41c0-850e-113e2bdf78cf" providerId="ADAL" clId="{A43A276B-9F4E-465D-99C8-DD66489E7D77}" dt="2025-02-14T15:42:54.933" v="767" actId="20577"/>
          <ac:spMkLst>
            <pc:docMk/>
            <pc:sldMk cId="2266223281" sldId="539"/>
            <ac:spMk id="3" creationId="{9915B450-3AB3-4605-EAE8-C84785DE6064}"/>
          </ac:spMkLst>
        </pc:spChg>
      </pc:sldChg>
      <pc:sldChg chg="modSp mod ord">
        <pc:chgData name="Steven M Christey" userId="f24da668-4c1f-41c0-850e-113e2bdf78cf" providerId="ADAL" clId="{A43A276B-9F4E-465D-99C8-DD66489E7D77}" dt="2025-02-14T15:23:03.689" v="588" actId="15"/>
        <pc:sldMkLst>
          <pc:docMk/>
          <pc:sldMk cId="717686086" sldId="540"/>
        </pc:sldMkLst>
        <pc:spChg chg="mod">
          <ac:chgData name="Steven M Christey" userId="f24da668-4c1f-41c0-850e-113e2bdf78cf" providerId="ADAL" clId="{A43A276B-9F4E-465D-99C8-DD66489E7D77}" dt="2025-02-14T15:23:03.689" v="588" actId="15"/>
          <ac:spMkLst>
            <pc:docMk/>
            <pc:sldMk cId="717686086" sldId="540"/>
            <ac:spMk id="3" creationId="{A70EFAB1-8EA6-E0E5-45EF-CB9EF8D49F3A}"/>
          </ac:spMkLst>
        </pc:spChg>
      </pc:sldChg>
      <pc:sldChg chg="modSp mod">
        <pc:chgData name="Steven M Christey" userId="f24da668-4c1f-41c0-850e-113e2bdf78cf" providerId="ADAL" clId="{A43A276B-9F4E-465D-99C8-DD66489E7D77}" dt="2025-02-14T15:12:35.714" v="289" actId="20577"/>
        <pc:sldMkLst>
          <pc:docMk/>
          <pc:sldMk cId="1502259985" sldId="541"/>
        </pc:sldMkLst>
        <pc:spChg chg="mod">
          <ac:chgData name="Steven M Christey" userId="f24da668-4c1f-41c0-850e-113e2bdf78cf" providerId="ADAL" clId="{A43A276B-9F4E-465D-99C8-DD66489E7D77}" dt="2025-02-14T15:12:35.714" v="289" actId="20577"/>
          <ac:spMkLst>
            <pc:docMk/>
            <pc:sldMk cId="1502259985" sldId="541"/>
            <ac:spMk id="2" creationId="{FE27698D-BC9A-28D2-4336-B8478BD9DE4F}"/>
          </ac:spMkLst>
        </pc:spChg>
      </pc:sldChg>
      <pc:sldChg chg="modSp mod ord">
        <pc:chgData name="Steven M Christey" userId="f24da668-4c1f-41c0-850e-113e2bdf78cf" providerId="ADAL" clId="{A43A276B-9F4E-465D-99C8-DD66489E7D77}" dt="2025-02-14T15:44:47.195" v="872" actId="20577"/>
        <pc:sldMkLst>
          <pc:docMk/>
          <pc:sldMk cId="2730253842" sldId="542"/>
        </pc:sldMkLst>
        <pc:spChg chg="mod">
          <ac:chgData name="Steven M Christey" userId="f24da668-4c1f-41c0-850e-113e2bdf78cf" providerId="ADAL" clId="{A43A276B-9F4E-465D-99C8-DD66489E7D77}" dt="2025-02-14T15:44:47.195" v="872" actId="20577"/>
          <ac:spMkLst>
            <pc:docMk/>
            <pc:sldMk cId="2730253842" sldId="542"/>
            <ac:spMk id="3" creationId="{CF8600D0-E349-74FD-4214-23DC700A0F91}"/>
          </ac:spMkLst>
        </pc:spChg>
      </pc:sldChg>
      <pc:sldChg chg="modSp mod">
        <pc:chgData name="Steven M Christey" userId="f24da668-4c1f-41c0-850e-113e2bdf78cf" providerId="ADAL" clId="{A43A276B-9F4E-465D-99C8-DD66489E7D77}" dt="2025-02-14T15:15:44.321" v="340" actId="20577"/>
        <pc:sldMkLst>
          <pc:docMk/>
          <pc:sldMk cId="373026186" sldId="543"/>
        </pc:sldMkLst>
        <pc:spChg chg="mod">
          <ac:chgData name="Steven M Christey" userId="f24da668-4c1f-41c0-850e-113e2bdf78cf" providerId="ADAL" clId="{A43A276B-9F4E-465D-99C8-DD66489E7D77}" dt="2025-02-14T15:15:44.321" v="340" actId="20577"/>
          <ac:spMkLst>
            <pc:docMk/>
            <pc:sldMk cId="373026186" sldId="543"/>
            <ac:spMk id="2" creationId="{0AF37094-A533-79D5-3374-777789798775}"/>
          </ac:spMkLst>
        </pc:spChg>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pChg chg="mod">
          <ac:chgData name="Steven M Christey" userId="f24da668-4c1f-41c0-850e-113e2bdf78cf" providerId="ADAL" clId="{A43A276B-9F4E-465D-99C8-DD66489E7D77}" dt="2025-02-14T15:08:28.085" v="43" actId="20577"/>
          <ac:spMkLst>
            <pc:docMk/>
            <pc:sldMk cId="3700112731" sldId="545"/>
            <ac:spMk id="2" creationId="{BE17553B-65F7-479D-4DA0-BF468708828B}"/>
          </ac:spMkLst>
        </pc:spChg>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pChg chg="mod">
          <ac:chgData name="Steven M Christey" userId="f24da668-4c1f-41c0-850e-113e2bdf78cf" providerId="ADAL" clId="{A43A276B-9F4E-465D-99C8-DD66489E7D77}" dt="2025-02-14T15:14:20.304" v="312" actId="20577"/>
          <ac:spMkLst>
            <pc:docMk/>
            <pc:sldMk cId="853201468" sldId="547"/>
            <ac:spMk id="2" creationId="{40F73B08-2967-AAF3-53F0-447CEF4E99B5}"/>
          </ac:spMkLst>
        </pc:spChg>
      </pc:sldChg>
      <pc:sldChg chg="modSp new mod">
        <pc:chgData name="Steven M Christey" userId="f24da668-4c1f-41c0-850e-113e2bdf78cf" providerId="ADAL" clId="{A43A276B-9F4E-465D-99C8-DD66489E7D77}" dt="2025-02-14T15:16:31.376" v="416" actId="20577"/>
        <pc:sldMkLst>
          <pc:docMk/>
          <pc:sldMk cId="1565146543" sldId="548"/>
        </pc:sldMkLst>
        <pc:spChg chg="mod">
          <ac:chgData name="Steven M Christey" userId="f24da668-4c1f-41c0-850e-113e2bdf78cf" providerId="ADAL" clId="{A43A276B-9F4E-465D-99C8-DD66489E7D77}" dt="2025-02-14T15:16:31.376" v="416" actId="20577"/>
          <ac:spMkLst>
            <pc:docMk/>
            <pc:sldMk cId="1565146543" sldId="548"/>
            <ac:spMk id="2" creationId="{D261E447-4F51-57E1-6CB2-D304F03BBD21}"/>
          </ac:spMkLst>
        </pc:spChg>
      </pc:sldChg>
      <pc:sldChg chg="modSp add mod">
        <pc:chgData name="Steven M Christey" userId="f24da668-4c1f-41c0-850e-113e2bdf78cf" providerId="ADAL" clId="{A43A276B-9F4E-465D-99C8-DD66489E7D77}" dt="2025-02-14T15:16:15.121" v="378" actId="20577"/>
        <pc:sldMkLst>
          <pc:docMk/>
          <pc:sldMk cId="2999669056" sldId="549"/>
        </pc:sldMkLst>
        <pc:spChg chg="mod">
          <ac:chgData name="Steven M Christey" userId="f24da668-4c1f-41c0-850e-113e2bdf78cf" providerId="ADAL" clId="{A43A276B-9F4E-465D-99C8-DD66489E7D77}" dt="2025-02-14T15:16:15.121" v="378" actId="20577"/>
          <ac:spMkLst>
            <pc:docMk/>
            <pc:sldMk cId="2999669056" sldId="549"/>
            <ac:spMk id="2" creationId="{EFFDD368-B158-8E2A-4B03-DC7CA88FEC20}"/>
          </ac:spMkLst>
        </pc:spChg>
      </pc:sldChg>
      <pc:sldChg chg="modSp new mod">
        <pc:chgData name="Steven M Christey" userId="f24da668-4c1f-41c0-850e-113e2bdf78cf" providerId="ADAL" clId="{A43A276B-9F4E-465D-99C8-DD66489E7D77}" dt="2025-02-14T15:23:30.404" v="600" actId="20577"/>
        <pc:sldMkLst>
          <pc:docMk/>
          <pc:sldMk cId="338058371" sldId="550"/>
        </pc:sldMkLst>
        <pc:spChg chg="mod">
          <ac:chgData name="Steven M Christey" userId="f24da668-4c1f-41c0-850e-113e2bdf78cf" providerId="ADAL" clId="{A43A276B-9F4E-465D-99C8-DD66489E7D77}" dt="2025-02-14T15:23:30.404" v="600" actId="20577"/>
          <ac:spMkLst>
            <pc:docMk/>
            <pc:sldMk cId="338058371" sldId="550"/>
            <ac:spMk id="2" creationId="{40B95228-924A-1D7D-3419-EC2E5D65E6C5}"/>
          </ac:spMkLst>
        </pc:spChg>
        <pc:spChg chg="mod">
          <ac:chgData name="Steven M Christey" userId="f24da668-4c1f-41c0-850e-113e2bdf78cf" providerId="ADAL" clId="{A43A276B-9F4E-465D-99C8-DD66489E7D77}" dt="2025-02-14T15:18:37.030" v="511" actId="20577"/>
          <ac:spMkLst>
            <pc:docMk/>
            <pc:sldMk cId="338058371" sldId="550"/>
            <ac:spMk id="3" creationId="{D77DABEE-CC7B-F201-6EAF-4F7C39C67CA7}"/>
          </ac:spMkLst>
        </pc:spChg>
      </pc:sldChg>
      <pc:sldChg chg="modSp new mod">
        <pc:chgData name="Steven M Christey" userId="f24da668-4c1f-41c0-850e-113e2bdf78cf" providerId="ADAL" clId="{A43A276B-9F4E-465D-99C8-DD66489E7D77}" dt="2025-02-14T15:44:36.672" v="871" actId="6549"/>
        <pc:sldMkLst>
          <pc:docMk/>
          <pc:sldMk cId="2070058361" sldId="551"/>
        </pc:sldMkLst>
        <pc:spChg chg="mod">
          <ac:chgData name="Steven M Christey" userId="f24da668-4c1f-41c0-850e-113e2bdf78cf" providerId="ADAL" clId="{A43A276B-9F4E-465D-99C8-DD66489E7D77}" dt="2025-02-14T15:44:11.895" v="806" actId="20577"/>
          <ac:spMkLst>
            <pc:docMk/>
            <pc:sldMk cId="2070058361" sldId="551"/>
            <ac:spMk id="2" creationId="{3ED4C4EE-AD34-158A-0473-8FD64EB6CC77}"/>
          </ac:spMkLst>
        </pc:spChg>
        <pc:spChg chg="mod">
          <ac:chgData name="Steven M Christey" userId="f24da668-4c1f-41c0-850e-113e2bdf78cf" providerId="ADAL" clId="{A43A276B-9F4E-465D-99C8-DD66489E7D77}" dt="2025-02-14T15:44:36.672" v="871" actId="6549"/>
          <ac:spMkLst>
            <pc:docMk/>
            <pc:sldMk cId="2070058361" sldId="551"/>
            <ac:spMk id="3" creationId="{8BA7C391-82D3-70E1-6585-7590DC9E29A5}"/>
          </ac:spMkLst>
        </pc:spChg>
      </pc:sldChg>
      <pc:sldChg chg="addSp modSp new mod ord">
        <pc:chgData name="Steven M Christey" userId="f24da668-4c1f-41c0-850e-113e2bdf78cf" providerId="ADAL" clId="{A43A276B-9F4E-465D-99C8-DD66489E7D77}" dt="2025-02-14T15:52:54.632" v="1796" actId="20577"/>
        <pc:sldMkLst>
          <pc:docMk/>
          <pc:sldMk cId="3459002713" sldId="552"/>
        </pc:sldMkLst>
        <pc:spChg chg="mod">
          <ac:chgData name="Steven M Christey" userId="f24da668-4c1f-41c0-850e-113e2bdf78cf" providerId="ADAL" clId="{A43A276B-9F4E-465D-99C8-DD66489E7D77}" dt="2025-02-14T15:48:14.511" v="1410" actId="20577"/>
          <ac:spMkLst>
            <pc:docMk/>
            <pc:sldMk cId="3459002713" sldId="552"/>
            <ac:spMk id="2" creationId="{08991F8D-568A-826F-4A6D-A8A7779941F9}"/>
          </ac:spMkLst>
        </pc:spChg>
        <pc:spChg chg="mod">
          <ac:chgData name="Steven M Christey" userId="f24da668-4c1f-41c0-850e-113e2bdf78cf" providerId="ADAL" clId="{A43A276B-9F4E-465D-99C8-DD66489E7D77}" dt="2025-02-14T15:52:54.632" v="1796" actId="20577"/>
          <ac:spMkLst>
            <pc:docMk/>
            <pc:sldMk cId="3459002713" sldId="552"/>
            <ac:spMk id="3" creationId="{4369DD20-7DC5-577B-4E0D-723FC8A8FB49}"/>
          </ac:spMkLst>
        </pc:spChg>
        <pc:spChg chg="add mod">
          <ac:chgData name="Steven M Christey" userId="f24da668-4c1f-41c0-850e-113e2bdf78cf" providerId="ADAL" clId="{A43A276B-9F4E-465D-99C8-DD66489E7D77}" dt="2025-02-14T15:49:18.162" v="1423" actId="692"/>
          <ac:spMkLst>
            <pc:docMk/>
            <pc:sldMk cId="3459002713" sldId="552"/>
            <ac:spMk id="5" creationId="{62A4C25A-084F-F2B0-0B58-6835AFE2D0C2}"/>
          </ac:spMkLst>
        </pc:spChg>
      </pc:sldChg>
      <pc:sldChg chg="modSp new mod">
        <pc:chgData name="Steven M Christey" userId="f24da668-4c1f-41c0-850e-113e2bdf78cf" providerId="ADAL" clId="{A43A276B-9F4E-465D-99C8-DD66489E7D77}" dt="2025-02-14T15:47:44.513" v="1383" actId="20577"/>
        <pc:sldMkLst>
          <pc:docMk/>
          <pc:sldMk cId="2226148948" sldId="553"/>
        </pc:sldMkLst>
        <pc:spChg chg="mod">
          <ac:chgData name="Steven M Christey" userId="f24da668-4c1f-41c0-850e-113e2bdf78cf" providerId="ADAL" clId="{A43A276B-9F4E-465D-99C8-DD66489E7D77}" dt="2025-02-14T15:47:34.577" v="1359" actId="20577"/>
          <ac:spMkLst>
            <pc:docMk/>
            <pc:sldMk cId="2226148948" sldId="553"/>
            <ac:spMk id="2" creationId="{A8CFB0D7-2D69-F4F5-4D73-73F692A2EC2C}"/>
          </ac:spMkLst>
        </pc:spChg>
        <pc:spChg chg="mod">
          <ac:chgData name="Steven M Christey" userId="f24da668-4c1f-41c0-850e-113e2bdf78cf" providerId="ADAL" clId="{A43A276B-9F4E-465D-99C8-DD66489E7D77}" dt="2025-02-14T15:47:44.513" v="1383" actId="20577"/>
          <ac:spMkLst>
            <pc:docMk/>
            <pc:sldMk cId="2226148948" sldId="553"/>
            <ac:spMk id="3" creationId="{177E1492-50D7-873F-131D-E51D204AEE3D}"/>
          </ac:spMkLst>
        </pc:spChg>
      </pc:sldChg>
      <pc:sldChg chg="modSp new mod">
        <pc:chgData name="Steven M Christey" userId="f24da668-4c1f-41c0-850e-113e2bdf78cf" providerId="ADAL" clId="{A43A276B-9F4E-465D-99C8-DD66489E7D77}" dt="2025-02-14T16:12:17.449" v="1834" actId="20577"/>
        <pc:sldMkLst>
          <pc:docMk/>
          <pc:sldMk cId="1463485990" sldId="554"/>
        </pc:sldMkLst>
        <pc:spChg chg="mod">
          <ac:chgData name="Steven M Christey" userId="f24da668-4c1f-41c0-850e-113e2bdf78cf" providerId="ADAL" clId="{A43A276B-9F4E-465D-99C8-DD66489E7D77}" dt="2025-02-14T16:12:17.449" v="1834" actId="20577"/>
          <ac:spMkLst>
            <pc:docMk/>
            <pc:sldMk cId="1463485990" sldId="554"/>
            <ac:spMk id="2" creationId="{FD5E478C-F579-570A-7FF5-DF5F74DF9F85}"/>
          </ac:spMkLst>
        </pc:spChg>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pChg chg="mod">
          <ac:chgData name="Steven M Christey" userId="f24da668-4c1f-41c0-850e-113e2bdf78cf" providerId="ADAL" clId="{004DF47B-EA38-450F-A79E-40B5A7500405}" dt="2024-12-20T15:11:15.893" v="83" actId="20577"/>
          <ac:spMkLst>
            <pc:docMk/>
            <pc:sldMk cId="1454278300" sldId="459"/>
            <ac:spMk id="3" creationId="{0992DF88-AC24-0FBF-1177-62DD9110498B}"/>
          </ac:spMkLst>
        </pc:spChg>
      </pc:sldChg>
      <pc:sldChg chg="modSp mod">
        <pc:chgData name="Steven M Christey" userId="f24da668-4c1f-41c0-850e-113e2bdf78cf" providerId="ADAL" clId="{004DF47B-EA38-450F-A79E-40B5A7500405}" dt="2024-12-20T15:39:53.083" v="1130" actId="20577"/>
        <pc:sldMkLst>
          <pc:docMk/>
          <pc:sldMk cId="1259113184" sldId="475"/>
        </pc:sldMkLst>
        <pc:spChg chg="mod">
          <ac:chgData name="Steven M Christey" userId="f24da668-4c1f-41c0-850e-113e2bdf78cf" providerId="ADAL" clId="{004DF47B-EA38-450F-A79E-40B5A7500405}" dt="2024-12-20T15:39:53.083" v="1130" actId="20577"/>
          <ac:spMkLst>
            <pc:docMk/>
            <pc:sldMk cId="1259113184" sldId="475"/>
            <ac:spMk id="3" creationId="{32062DF9-CFF1-0BEE-15FF-59D403B018ED}"/>
          </ac:spMkLst>
        </pc:spChg>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pChg chg="mod">
          <ac:chgData name="Steven M Christey" userId="f24da668-4c1f-41c0-850e-113e2bdf78cf" providerId="ADAL" clId="{004DF47B-EA38-450F-A79E-40B5A7500405}" dt="2024-12-20T16:00:50.690" v="1582" actId="20577"/>
          <ac:spMkLst>
            <pc:docMk/>
            <pc:sldMk cId="915149386" sldId="514"/>
            <ac:spMk id="3" creationId="{D4348C02-DFCE-A2E4-D523-D69A254A7D49}"/>
          </ac:spMkLst>
        </pc:spChg>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pChg chg="mod">
          <ac:chgData name="Steven M Christey" userId="f24da668-4c1f-41c0-850e-113e2bdf78cf" providerId="ADAL" clId="{004DF47B-EA38-450F-A79E-40B5A7500405}" dt="2024-12-20T16:55:32.699" v="1705" actId="6549"/>
          <ac:spMkLst>
            <pc:docMk/>
            <pc:sldMk cId="150708501" sldId="533"/>
            <ac:spMk id="5" creationId="{F150325F-23B4-2959-C512-1363416E3D5B}"/>
          </ac:spMkLst>
        </pc:spChg>
      </pc:sldChg>
      <pc:sldChg chg="modSp new mod">
        <pc:chgData name="Steven M Christey" userId="f24da668-4c1f-41c0-850e-113e2bdf78cf" providerId="ADAL" clId="{004DF47B-EA38-450F-A79E-40B5A7500405}" dt="2024-12-20T15:37:08.597" v="1069" actId="20577"/>
        <pc:sldMkLst>
          <pc:docMk/>
          <pc:sldMk cId="674283638" sldId="534"/>
        </pc:sldMkLst>
        <pc:spChg chg="mod">
          <ac:chgData name="Steven M Christey" userId="f24da668-4c1f-41c0-850e-113e2bdf78cf" providerId="ADAL" clId="{004DF47B-EA38-450F-A79E-40B5A7500405}" dt="2024-12-20T15:34:55.509" v="694" actId="20577"/>
          <ac:spMkLst>
            <pc:docMk/>
            <pc:sldMk cId="674283638" sldId="534"/>
            <ac:spMk id="2" creationId="{B68AAB70-A147-2E82-9984-2F1D7F40BA9E}"/>
          </ac:spMkLst>
        </pc:spChg>
        <pc:spChg chg="mod">
          <ac:chgData name="Steven M Christey" userId="f24da668-4c1f-41c0-850e-113e2bdf78cf" providerId="ADAL" clId="{004DF47B-EA38-450F-A79E-40B5A7500405}" dt="2024-12-20T15:37:08.597" v="1069" actId="20577"/>
          <ac:spMkLst>
            <pc:docMk/>
            <pc:sldMk cId="674283638" sldId="534"/>
            <ac:spMk id="3" creationId="{1A065927-5551-1053-CA96-EFA73AF6FCFB}"/>
          </ac:spMkLst>
        </pc:spChg>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pChg chg="mod">
          <ac:chgData name="Steven M Christey" userId="f24da668-4c1f-41c0-850e-113e2bdf78cf" providerId="ADAL" clId="{19F25D5F-252C-424D-A52E-D5D089ECF2C6}" dt="2025-01-31T15:18:16.636" v="3" actId="20577"/>
          <ac:spMkLst>
            <pc:docMk/>
            <pc:sldMk cId="1454278300" sldId="459"/>
            <ac:spMk id="3" creationId="{0992DF88-AC24-0FBF-1177-62DD9110498B}"/>
          </ac:spMkLst>
        </pc:spChg>
      </pc:sldChg>
      <pc:sldChg chg="modSp mod">
        <pc:chgData name="Steven M Christey" userId="f24da668-4c1f-41c0-850e-113e2bdf78cf" providerId="ADAL" clId="{19F25D5F-252C-424D-A52E-D5D089ECF2C6}" dt="2025-01-31T15:18:35.244" v="8"/>
        <pc:sldMkLst>
          <pc:docMk/>
          <pc:sldMk cId="1259113184" sldId="475"/>
        </pc:sldMkLst>
        <pc:spChg chg="mod">
          <ac:chgData name="Steven M Christey" userId="f24da668-4c1f-41c0-850e-113e2bdf78cf" providerId="ADAL" clId="{19F25D5F-252C-424D-A52E-D5D089ECF2C6}" dt="2025-01-31T15:18:35.244" v="8"/>
          <ac:spMkLst>
            <pc:docMk/>
            <pc:sldMk cId="1259113184" sldId="475"/>
            <ac:spMk id="3" creationId="{32062DF9-CFF1-0BEE-15FF-59D403B018ED}"/>
          </ac:spMkLst>
        </pc:spChg>
      </pc:sldChg>
      <pc:sldChg chg="modSp mod ord">
        <pc:chgData name="Steven M Christey" userId="f24da668-4c1f-41c0-850e-113e2bdf78cf" providerId="ADAL" clId="{19F25D5F-252C-424D-A52E-D5D089ECF2C6}" dt="2025-01-31T16:09:38.056" v="1614" actId="20577"/>
        <pc:sldMkLst>
          <pc:docMk/>
          <pc:sldMk cId="915149386" sldId="514"/>
        </pc:sldMkLst>
        <pc:spChg chg="mod">
          <ac:chgData name="Steven M Christey" userId="f24da668-4c1f-41c0-850e-113e2bdf78cf" providerId="ADAL" clId="{19F25D5F-252C-424D-A52E-D5D089ECF2C6}" dt="2025-01-31T16:09:38.056" v="1614" actId="20577"/>
          <ac:spMkLst>
            <pc:docMk/>
            <pc:sldMk cId="915149386" sldId="514"/>
            <ac:spMk id="3" creationId="{D4348C02-DFCE-A2E4-D523-D69A254A7D49}"/>
          </ac:spMkLst>
        </pc:spChg>
      </pc:sldChg>
      <pc:sldChg chg="modSp mod ord">
        <pc:chgData name="Steven M Christey" userId="f24da668-4c1f-41c0-850e-113e2bdf78cf" providerId="ADAL" clId="{19F25D5F-252C-424D-A52E-D5D089ECF2C6}" dt="2025-01-31T16:25:30.993" v="1631" actId="114"/>
        <pc:sldMkLst>
          <pc:docMk/>
          <pc:sldMk cId="150708501" sldId="533"/>
        </pc:sldMkLst>
        <pc:spChg chg="mod">
          <ac:chgData name="Steven M Christey" userId="f24da668-4c1f-41c0-850e-113e2bdf78cf" providerId="ADAL" clId="{19F25D5F-252C-424D-A52E-D5D089ECF2C6}" dt="2025-01-31T15:20:53.773" v="210" actId="27636"/>
          <ac:spMkLst>
            <pc:docMk/>
            <pc:sldMk cId="150708501" sldId="533"/>
            <ac:spMk id="3" creationId="{D56FF49E-E3F8-8E2A-2DB7-2E9585AD88B0}"/>
          </ac:spMkLst>
        </pc:spChg>
        <pc:spChg chg="mod">
          <ac:chgData name="Steven M Christey" userId="f24da668-4c1f-41c0-850e-113e2bdf78cf" providerId="ADAL" clId="{19F25D5F-252C-424D-A52E-D5D089ECF2C6}" dt="2025-01-31T16:25:30.993" v="1631" actId="114"/>
          <ac:spMkLst>
            <pc:docMk/>
            <pc:sldMk cId="150708501" sldId="533"/>
            <ac:spMk id="5" creationId="{F150325F-23B4-2959-C512-1363416E3D5B}"/>
          </ac:spMkLst>
        </pc:spChg>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pChg chg="mod">
          <ac:chgData name="Steven M Christey" userId="f24da668-4c1f-41c0-850e-113e2bdf78cf" providerId="ADAL" clId="{19F25D5F-252C-424D-A52E-D5D089ECF2C6}" dt="2025-01-31T15:24:05.286" v="287" actId="20577"/>
          <ac:spMkLst>
            <pc:docMk/>
            <pc:sldMk cId="3977709734" sldId="538"/>
            <ac:spMk id="2" creationId="{B9856F73-49B4-DE65-7062-FA7D252F1A1B}"/>
          </ac:spMkLst>
        </pc:spChg>
        <pc:spChg chg="mod">
          <ac:chgData name="Steven M Christey" userId="f24da668-4c1f-41c0-850e-113e2bdf78cf" providerId="ADAL" clId="{19F25D5F-252C-424D-A52E-D5D089ECF2C6}" dt="2025-01-31T15:25:33.973" v="479" actId="20577"/>
          <ac:spMkLst>
            <pc:docMk/>
            <pc:sldMk cId="3977709734" sldId="538"/>
            <ac:spMk id="3" creationId="{DAFD8B6A-FE6D-CE97-3F15-E0B147891914}"/>
          </ac:spMkLst>
        </pc:spChg>
      </pc:sldChg>
      <pc:sldChg chg="modSp new mod">
        <pc:chgData name="Steven M Christey" userId="f24da668-4c1f-41c0-850e-113e2bdf78cf" providerId="ADAL" clId="{19F25D5F-252C-424D-A52E-D5D089ECF2C6}" dt="2025-01-31T15:32:42.094" v="904" actId="20577"/>
        <pc:sldMkLst>
          <pc:docMk/>
          <pc:sldMk cId="2266223281" sldId="539"/>
        </pc:sldMkLst>
        <pc:spChg chg="mod">
          <ac:chgData name="Steven M Christey" userId="f24da668-4c1f-41c0-850e-113e2bdf78cf" providerId="ADAL" clId="{19F25D5F-252C-424D-A52E-D5D089ECF2C6}" dt="2025-01-31T15:27:12.267" v="522" actId="20577"/>
          <ac:spMkLst>
            <pc:docMk/>
            <pc:sldMk cId="2266223281" sldId="539"/>
            <ac:spMk id="2" creationId="{994EE636-A57B-BB7C-C698-DCB6F2A7B071}"/>
          </ac:spMkLst>
        </pc:spChg>
        <pc:spChg chg="mod">
          <ac:chgData name="Steven M Christey" userId="f24da668-4c1f-41c0-850e-113e2bdf78cf" providerId="ADAL" clId="{19F25D5F-252C-424D-A52E-D5D089ECF2C6}" dt="2025-01-31T15:32:42.094" v="904" actId="20577"/>
          <ac:spMkLst>
            <pc:docMk/>
            <pc:sldMk cId="2266223281" sldId="539"/>
            <ac:spMk id="3" creationId="{9915B450-3AB3-4605-EAE8-C84785DE6064}"/>
          </ac:spMkLst>
        </pc:spChg>
      </pc:sldChg>
      <pc:sldChg chg="modSp new mod">
        <pc:chgData name="Steven M Christey" userId="f24da668-4c1f-41c0-850e-113e2bdf78cf" providerId="ADAL" clId="{19F25D5F-252C-424D-A52E-D5D089ECF2C6}" dt="2025-01-31T15:51:52.288" v="1547" actId="20577"/>
        <pc:sldMkLst>
          <pc:docMk/>
          <pc:sldMk cId="717686086" sldId="540"/>
        </pc:sldMkLst>
        <pc:spChg chg="mod">
          <ac:chgData name="Steven M Christey" userId="f24da668-4c1f-41c0-850e-113e2bdf78cf" providerId="ADAL" clId="{19F25D5F-252C-424D-A52E-D5D089ECF2C6}" dt="2025-01-31T15:27:48.279" v="553" actId="20577"/>
          <ac:spMkLst>
            <pc:docMk/>
            <pc:sldMk cId="717686086" sldId="540"/>
            <ac:spMk id="2" creationId="{4821D9E8-D3DD-D358-F00F-339BFE0ED5F8}"/>
          </ac:spMkLst>
        </pc:spChg>
        <pc:spChg chg="mod">
          <ac:chgData name="Steven M Christey" userId="f24da668-4c1f-41c0-850e-113e2bdf78cf" providerId="ADAL" clId="{19F25D5F-252C-424D-A52E-D5D089ECF2C6}" dt="2025-01-31T15:51:52.288" v="1547" actId="20577"/>
          <ac:spMkLst>
            <pc:docMk/>
            <pc:sldMk cId="717686086" sldId="540"/>
            <ac:spMk id="3" creationId="{A70EFAB1-8EA6-E0E5-45EF-CB9EF8D49F3A}"/>
          </ac:spMkLst>
        </pc:spChg>
      </pc:sldChg>
      <pc:sldChg chg="modSp new mod">
        <pc:chgData name="Steven M Christey" userId="f24da668-4c1f-41c0-850e-113e2bdf78cf" providerId="ADAL" clId="{19F25D5F-252C-424D-A52E-D5D089ECF2C6}" dt="2025-01-31T15:41:50.169" v="1169"/>
        <pc:sldMkLst>
          <pc:docMk/>
          <pc:sldMk cId="1502259985" sldId="541"/>
        </pc:sldMkLst>
        <pc:spChg chg="mod">
          <ac:chgData name="Steven M Christey" userId="f24da668-4c1f-41c0-850e-113e2bdf78cf" providerId="ADAL" clId="{19F25D5F-252C-424D-A52E-D5D089ECF2C6}" dt="2025-01-31T15:34:42.979" v="920" actId="1076"/>
          <ac:spMkLst>
            <pc:docMk/>
            <pc:sldMk cId="1502259985" sldId="541"/>
            <ac:spMk id="2" creationId="{FE27698D-BC9A-28D2-4336-B8478BD9DE4F}"/>
          </ac:spMkLst>
        </pc:spChg>
        <pc:spChg chg="mod">
          <ac:chgData name="Steven M Christey" userId="f24da668-4c1f-41c0-850e-113e2bdf78cf" providerId="ADAL" clId="{19F25D5F-252C-424D-A52E-D5D089ECF2C6}" dt="2025-01-31T15:41:50.169" v="1169"/>
          <ac:spMkLst>
            <pc:docMk/>
            <pc:sldMk cId="1502259985" sldId="541"/>
            <ac:spMk id="3" creationId="{8E18EDAB-114A-7565-3477-1309F48B90FB}"/>
          </ac:spMkLst>
        </pc:spChg>
      </pc:sldChg>
      <pc:sldChg chg="modSp new mod">
        <pc:chgData name="Steven M Christey" userId="f24da668-4c1f-41c0-850e-113e2bdf78cf" providerId="ADAL" clId="{19F25D5F-252C-424D-A52E-D5D089ECF2C6}" dt="2025-01-31T15:45:41.243" v="1293" actId="14"/>
        <pc:sldMkLst>
          <pc:docMk/>
          <pc:sldMk cId="2730253842" sldId="542"/>
        </pc:sldMkLst>
        <pc:spChg chg="mod">
          <ac:chgData name="Steven M Christey" userId="f24da668-4c1f-41c0-850e-113e2bdf78cf" providerId="ADAL" clId="{19F25D5F-252C-424D-A52E-D5D089ECF2C6}" dt="2025-01-31T15:42:27.118" v="1186"/>
          <ac:spMkLst>
            <pc:docMk/>
            <pc:sldMk cId="2730253842" sldId="542"/>
            <ac:spMk id="2" creationId="{91D802BE-518D-D6E6-531C-A2E587BDF05C}"/>
          </ac:spMkLst>
        </pc:spChg>
        <pc:spChg chg="mod">
          <ac:chgData name="Steven M Christey" userId="f24da668-4c1f-41c0-850e-113e2bdf78cf" providerId="ADAL" clId="{19F25D5F-252C-424D-A52E-D5D089ECF2C6}" dt="2025-01-31T15:45:41.243" v="1293" actId="14"/>
          <ac:spMkLst>
            <pc:docMk/>
            <pc:sldMk cId="2730253842" sldId="542"/>
            <ac:spMk id="3" creationId="{CF8600D0-E349-74FD-4214-23DC700A0F91}"/>
          </ac:spMkLst>
        </pc:spChg>
      </pc:sldChg>
      <pc:sldChg chg="modSp new mod">
        <pc:chgData name="Steven M Christey" userId="f24da668-4c1f-41c0-850e-113e2bdf78cf" providerId="ADAL" clId="{19F25D5F-252C-424D-A52E-D5D089ECF2C6}" dt="2025-01-31T15:49:39.485" v="1472" actId="20577"/>
        <pc:sldMkLst>
          <pc:docMk/>
          <pc:sldMk cId="373026186" sldId="543"/>
        </pc:sldMkLst>
        <pc:spChg chg="mod">
          <ac:chgData name="Steven M Christey" userId="f24da668-4c1f-41c0-850e-113e2bdf78cf" providerId="ADAL" clId="{19F25D5F-252C-424D-A52E-D5D089ECF2C6}" dt="2025-01-31T15:49:19.787" v="1399" actId="20577"/>
          <ac:spMkLst>
            <pc:docMk/>
            <pc:sldMk cId="373026186" sldId="543"/>
            <ac:spMk id="2" creationId="{0AF37094-A533-79D5-3374-777789798775}"/>
          </ac:spMkLst>
        </pc:spChg>
        <pc:spChg chg="mod">
          <ac:chgData name="Steven M Christey" userId="f24da668-4c1f-41c0-850e-113e2bdf78cf" providerId="ADAL" clId="{19F25D5F-252C-424D-A52E-D5D089ECF2C6}" dt="2025-01-31T15:49:39.485" v="1472" actId="20577"/>
          <ac:spMkLst>
            <pc:docMk/>
            <pc:sldMk cId="373026186" sldId="543"/>
            <ac:spMk id="3" creationId="{4AAD0163-4D5C-07F0-AD94-0E567808EB5B}"/>
          </ac:spMkLst>
        </pc:spChg>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modSp mod ord">
        <pc:chgData name="Alec J Summers" userId="d9c4246f-ffa8-4c52-a253-9dc5efe19efc" providerId="ADAL" clId="{3FAE7DF6-7101-524C-90F5-9656D182D6EF}" dt="2024-10-18T14:22:45.454" v="284" actId="20577"/>
        <pc:sldMkLst>
          <pc:docMk/>
          <pc:sldMk cId="915149386" sldId="514"/>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pChg chg="mod">
          <ac:chgData name="Alec J Summers" userId="S::asummers@mitre.org::d9c4246f-ffa8-4c52-a253-9dc5efe19efc" providerId="AD" clId="Web-{2336B3DE-9635-423B-8B16-B0D62D7F642C}" dt="2025-01-31T15:51:14.039" v="57" actId="20577"/>
          <ac:spMkLst>
            <pc:docMk/>
            <pc:sldMk cId="915149386" sldId="514"/>
            <ac:spMk id="3" creationId="{D4348C02-DFCE-A2E4-D523-D69A254A7D49}"/>
          </ac:spMkLst>
        </pc:spChg>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3:56:53.464" v="9" actId="20577"/>
        <pc:sldMkLst>
          <pc:docMk/>
          <pc:sldMk cId="1454278300" sldId="459"/>
        </pc:sldMkLst>
      </pc:sldChg>
      <pc:sldChg chg="modSp mod">
        <pc:chgData name="Steven M Christey" userId="f24da668-4c1f-41c0-850e-113e2bdf78cf" providerId="ADAL" clId="{226DC153-8E0C-4566-9170-E041DE78683C}" dt="2024-10-18T13:57:14.636" v="22" actId="20577"/>
        <pc:sldMkLst>
          <pc:docMk/>
          <pc:sldMk cId="1259113184" sldId="475"/>
        </pc:sldMkLst>
      </pc:sldChg>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09:16.930" v="1166" actId="20577"/>
        <pc:sldMkLst>
          <pc:docMk/>
          <pc:sldMk cId="915149386" sldId="51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sldChg chg="modSp">
        <pc:chgData name="Alec J Summers" userId="S::asummers@mitre.org::d9c4246f-ffa8-4c52-a253-9dc5efe19efc" providerId="AD" clId="Web-{C723249B-3A3F-42BF-9763-B3C1AE422D4C}" dt="2024-11-15T15:56:28.554" v="13" actId="20577"/>
        <pc:sldMkLst>
          <pc:docMk/>
          <pc:sldMk cId="915149386" sldId="514"/>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pChg chg="mod">
          <ac:chgData name="Steven M Christey" userId="f24da668-4c1f-41c0-850e-113e2bdf78cf" providerId="ADAL" clId="{93063133-3906-4F30-A148-99717A6DC68B}" dt="2025-01-17T15:58:09.117" v="24" actId="20577"/>
          <ac:spMkLst>
            <pc:docMk/>
            <pc:sldMk cId="1454278300" sldId="459"/>
            <ac:spMk id="2" creationId="{33307706-4E65-00EA-9416-F4DD36CAAD0A}"/>
          </ac:spMkLst>
        </pc:spChg>
        <pc:spChg chg="mod">
          <ac:chgData name="Steven M Christey" userId="f24da668-4c1f-41c0-850e-113e2bdf78cf" providerId="ADAL" clId="{93063133-3906-4F30-A148-99717A6DC68B}" dt="2025-01-17T15:58:14.894" v="36" actId="20577"/>
          <ac:spMkLst>
            <pc:docMk/>
            <pc:sldMk cId="1454278300" sldId="459"/>
            <ac:spMk id="3" creationId="{0992DF88-AC24-0FBF-1177-62DD9110498B}"/>
          </ac:spMkLst>
        </pc:spChg>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pChg chg="mod">
          <ac:chgData name="Steven M Christey" userId="f24da668-4c1f-41c0-850e-113e2bdf78cf" providerId="ADAL" clId="{93063133-3906-4F30-A148-99717A6DC68B}" dt="2025-01-31T15:16:57.834" v="921" actId="20577"/>
          <ac:spMkLst>
            <pc:docMk/>
            <pc:sldMk cId="1259113184" sldId="475"/>
            <ac:spMk id="3" creationId="{32062DF9-CFF1-0BEE-15FF-59D403B018ED}"/>
          </ac:spMkLst>
        </pc:spChg>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pChg chg="mod">
          <ac:chgData name="Steven M Christey" userId="f24da668-4c1f-41c0-850e-113e2bdf78cf" providerId="ADAL" clId="{93063133-3906-4F30-A148-99717A6DC68B}" dt="2025-01-17T16:09:52.341" v="214" actId="20577"/>
          <ac:spMkLst>
            <pc:docMk/>
            <pc:sldMk cId="915149386" sldId="514"/>
            <ac:spMk id="3" creationId="{D4348C02-DFCE-A2E4-D523-D69A254A7D49}"/>
          </ac:spMkLst>
        </pc:spChg>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pChg chg="mod">
          <ac:chgData name="Steven M Christey" userId="f24da668-4c1f-41c0-850e-113e2bdf78cf" providerId="ADAL" clId="{93063133-3906-4F30-A148-99717A6DC68B}" dt="2025-01-17T15:58:57.423" v="95" actId="113"/>
          <ac:spMkLst>
            <pc:docMk/>
            <pc:sldMk cId="150708501" sldId="533"/>
            <ac:spMk id="3" creationId="{D56FF49E-E3F8-8E2A-2DB7-2E9585AD88B0}"/>
          </ac:spMkLst>
        </pc:spChg>
      </pc:sldChg>
      <pc:sldChg chg="modSp mod ord">
        <pc:chgData name="Steven M Christey" userId="f24da668-4c1f-41c0-850e-113e2bdf78cf" providerId="ADAL" clId="{93063133-3906-4F30-A148-99717A6DC68B}" dt="2025-01-17T16:41:49.979" v="919" actId="20577"/>
        <pc:sldMkLst>
          <pc:docMk/>
          <pc:sldMk cId="674283638" sldId="534"/>
        </pc:sldMkLst>
        <pc:spChg chg="mod">
          <ac:chgData name="Steven M Christey" userId="f24da668-4c1f-41c0-850e-113e2bdf78cf" providerId="ADAL" clId="{93063133-3906-4F30-A148-99717A6DC68B}" dt="2025-01-17T16:41:49.979" v="919" actId="20577"/>
          <ac:spMkLst>
            <pc:docMk/>
            <pc:sldMk cId="674283638" sldId="534"/>
            <ac:spMk id="3" creationId="{1A065927-5551-1053-CA96-EFA73AF6FCFB}"/>
          </ac:spMkLst>
        </pc:spChg>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pChg chg="mod">
            <ac:chgData name="Steven M Christey" userId="f24da668-4c1f-41c0-850e-113e2bdf78cf" providerId="ADAL" clId="{93063133-3906-4F30-A148-99717A6DC68B}" dt="2025-01-17T16:30:01.473" v="508" actId="20577"/>
            <ac:spMkLst>
              <pc:docMk/>
              <pc:sldMasterMk cId="571324812" sldId="2147483656"/>
              <pc:sldLayoutMk cId="827350116" sldId="2147483660"/>
              <ac:spMk id="7" creationId="{9E70A04F-8616-609D-8225-4AD857445D04}"/>
            </ac:spMkLst>
          </pc:spChg>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pChg chg="mod">
            <ac:chgData name="Steven M Christey" userId="f24da668-4c1f-41c0-850e-113e2bdf78cf" providerId="ADAL" clId="{93063133-3906-4F30-A148-99717A6DC68B}" dt="2025-01-17T16:30:10.023" v="510" actId="20577"/>
            <ac:spMkLst>
              <pc:docMk/>
              <pc:sldMasterMk cId="571324812" sldId="2147483656"/>
              <pc:sldLayoutMk cId="4160288765" sldId="2147483661"/>
              <ac:spMk id="4" creationId="{89A8502D-2927-9695-96E9-8F406706FAB8}"/>
            </ac:spMkLst>
          </pc:spChg>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pChg chg="mod">
            <ac:chgData name="Steven M Christey" userId="f24da668-4c1f-41c0-850e-113e2bdf78cf" providerId="ADAL" clId="{93063133-3906-4F30-A148-99717A6DC68B}" dt="2025-01-17T16:30:14.688" v="512" actId="20577"/>
            <ac:spMkLst>
              <pc:docMk/>
              <pc:sldMasterMk cId="571324812" sldId="2147483656"/>
              <pc:sldLayoutMk cId="838690321" sldId="2147483662"/>
              <ac:spMk id="7" creationId="{C07B8B59-72BB-402C-0548-28CBE824E528}"/>
            </ac:spMkLst>
          </pc:spChg>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pChg chg="mod">
            <ac:chgData name="Steven M Christey" userId="f24da668-4c1f-41c0-850e-113e2bdf78cf" providerId="ADAL" clId="{93063133-3906-4F30-A148-99717A6DC68B}" dt="2025-01-17T16:30:18.717" v="514" actId="20577"/>
            <ac:spMkLst>
              <pc:docMk/>
              <pc:sldMasterMk cId="571324812" sldId="2147483656"/>
              <pc:sldLayoutMk cId="4234124309" sldId="2147483663"/>
              <ac:spMk id="4" creationId="{6DE9556C-601C-A625-8E9C-D685CD0558F6}"/>
            </ac:spMkLst>
          </pc:spChg>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pChg chg="mod">
            <ac:chgData name="Steven M Christey" userId="f24da668-4c1f-41c0-850e-113e2bdf78cf" providerId="ADAL" clId="{93063133-3906-4F30-A148-99717A6DC68B}" dt="2025-01-17T16:29:56.589" v="506" actId="20577"/>
            <ac:spMkLst>
              <pc:docMk/>
              <pc:sldMasterMk cId="571324812" sldId="2147483656"/>
              <pc:sldLayoutMk cId="115249480" sldId="2147483665"/>
              <ac:spMk id="4" creationId="{0547FED3-2C30-F4E6-3048-5675580799A0}"/>
            </ac:spMkLst>
          </pc:spChg>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pChg chg="mod">
            <ac:chgData name="Steven M Christey" userId="f24da668-4c1f-41c0-850e-113e2bdf78cf" providerId="ADAL" clId="{93063133-3906-4F30-A148-99717A6DC68B}" dt="2025-01-17T16:29:50.368" v="504" actId="20577"/>
            <ac:spMkLst>
              <pc:docMk/>
              <pc:sldMasterMk cId="571324812" sldId="2147483656"/>
              <pc:sldLayoutMk cId="4126487817" sldId="2147483666"/>
              <ac:spMk id="20" creationId="{64B792E7-8D76-4EA8-9A42-E8F018734208}"/>
            </ac:spMkLst>
          </pc:spChg>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pChg chg="mod">
            <ac:chgData name="Steven M Christey" userId="f24da668-4c1f-41c0-850e-113e2bdf78cf" providerId="ADAL" clId="{93063133-3906-4F30-A148-99717A6DC68B}" dt="2025-01-17T16:29:43.659" v="502" actId="20577"/>
            <ac:spMkLst>
              <pc:docMk/>
              <pc:sldMasterMk cId="571324812" sldId="2147483656"/>
              <pc:sldLayoutMk cId="431849749" sldId="2147483667"/>
              <ac:spMk id="6" creationId="{DC740274-008C-0C73-052B-7BFB85A61250}"/>
            </ac:spMkLst>
          </pc:spChg>
        </pc:sldLayoutChg>
      </pc:sldMaster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00:10.338" v="0" actId="20577"/>
        <pc:sldMkLst>
          <pc:docMk/>
          <pc:sldMk cId="1454278300" sldId="459"/>
        </pc:sldMkLst>
      </pc:sldChg>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00:49.083" v="48" actId="20577"/>
        <pc:sldMkLst>
          <pc:docMk/>
          <pc:sldMk cId="915149386" sldId="514"/>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2/14/2025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81031"/>
              </a:lnSpc>
            </a:pPr>
            <a:r>
              <a:rPr lang="en-US" dirty="0"/>
              <a:t>CWE AI Working Group Meeting</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February 14, 2025</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Subgroup status</a:t>
            </a:r>
          </a:p>
          <a:p>
            <a:pPr marL="307975" indent="-307975"/>
            <a:r>
              <a:rPr lang="en-US" dirty="0">
                <a:latin typeface="Tahoma"/>
                <a:ea typeface="Tahoma"/>
                <a:cs typeface="Tahoma"/>
              </a:rPr>
              <a:t>Presentation: Kyle Norland (MITRE)</a:t>
            </a:r>
          </a:p>
          <a:p>
            <a:pPr marL="307975" indent="-307975"/>
            <a:r>
              <a:rPr lang="en-US" dirty="0">
                <a:latin typeface="Tahoma"/>
                <a:ea typeface="Tahoma"/>
                <a:cs typeface="Tahoma"/>
              </a:rPr>
              <a:t>Focus on new-entry submission</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WG members? Introductions</a:t>
            </a:r>
            <a:endParaRPr lang="en-US" dirty="0"/>
          </a:p>
          <a:p>
            <a:pPr marL="0" indent="0">
              <a:buNone/>
            </a:pPr>
            <a:endParaRPr lang="en-US" dirty="0">
              <a:latin typeface="Tahoma"/>
              <a:ea typeface="Tahoma"/>
              <a:cs typeface="Tahoma"/>
            </a:endParaRPr>
          </a:p>
          <a:p>
            <a:pPr marL="307975" indent="-307975"/>
            <a:r>
              <a:rPr lang="en-US" dirty="0">
                <a:latin typeface="Tahoma"/>
                <a:ea typeface="Tahoma"/>
                <a:cs typeface="Tahoma"/>
              </a:rPr>
              <a:t>Erick </a:t>
            </a:r>
            <a:r>
              <a:rPr lang="en-US" dirty="0" err="1">
                <a:latin typeface="Tahoma"/>
                <a:ea typeface="Tahoma"/>
                <a:cs typeface="Tahoma"/>
              </a:rPr>
              <a:t>Galinkin</a:t>
            </a:r>
            <a:r>
              <a:rPr lang="en-US" dirty="0">
                <a:latin typeface="Tahoma"/>
                <a:ea typeface="Tahoma"/>
                <a:cs typeface="Tahoma"/>
              </a:rPr>
              <a:t> to be the new co-chair for the AI WG</a:t>
            </a:r>
            <a:endParaRPr lang="en-US" dirty="0"/>
          </a:p>
          <a:p>
            <a:pPr marL="685800" lvl="1" indent="-303530"/>
            <a:r>
              <a:rPr lang="en-US" dirty="0">
                <a:latin typeface="Tahoma"/>
                <a:ea typeface="Tahoma"/>
                <a:cs typeface="Tahoma"/>
              </a:rPr>
              <a:t>Seeking additional co-chair</a:t>
            </a:r>
          </a:p>
          <a:p>
            <a:pPr marL="0" indent="0">
              <a:buNone/>
            </a:pPr>
            <a:endParaRPr lang="en-US" dirty="0"/>
          </a:p>
          <a:p>
            <a:pPr marL="307340" indent="-303530"/>
            <a:r>
              <a:rPr lang="en-US" sz="2400" dirty="0"/>
              <a:t>Next CWE Release: late March 2025</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a:p>
            <a:r>
              <a:rPr lang="en-US" dirty="0">
                <a:latin typeface="Tahoma"/>
                <a:ea typeface="Tahoma"/>
                <a:cs typeface="Tahoma"/>
              </a:rPr>
              <a:t>Subgroup formation hasn’t happened yet</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491253" y="342900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6F73-49B4-DE65-7062-FA7D252F1A1B}"/>
              </a:ext>
            </a:extLst>
          </p:cNvPr>
          <p:cNvSpPr>
            <a:spLocks noGrp="1"/>
          </p:cNvSpPr>
          <p:nvPr>
            <p:ph type="title"/>
          </p:nvPr>
        </p:nvSpPr>
        <p:spPr/>
        <p:txBody>
          <a:bodyPr/>
          <a:lstStyle/>
          <a:p>
            <a:r>
              <a:rPr lang="en-US" dirty="0"/>
              <a:t>Subgroup Formation - Tasks</a:t>
            </a:r>
          </a:p>
        </p:txBody>
      </p:sp>
      <p:sp>
        <p:nvSpPr>
          <p:cNvPr id="3" name="Content Placeholder 2">
            <a:extLst>
              <a:ext uri="{FF2B5EF4-FFF2-40B4-BE49-F238E27FC236}">
                <a16:creationId xmlns:a16="http://schemas.microsoft.com/office/drawing/2014/main" id="{DAFD8B6A-FE6D-CE97-3F15-E0B147891914}"/>
              </a:ext>
            </a:extLst>
          </p:cNvPr>
          <p:cNvSpPr>
            <a:spLocks noGrp="1"/>
          </p:cNvSpPr>
          <p:nvPr>
            <p:ph idx="1"/>
          </p:nvPr>
        </p:nvSpPr>
        <p:spPr/>
        <p:txBody>
          <a:bodyPr/>
          <a:lstStyle/>
          <a:p>
            <a:r>
              <a:rPr lang="en-US" dirty="0"/>
              <a:t>Find leads</a:t>
            </a:r>
          </a:p>
          <a:p>
            <a:r>
              <a:rPr lang="en-US" dirty="0"/>
              <a:t>Set up separate mailing lists</a:t>
            </a:r>
          </a:p>
          <a:p>
            <a:pPr lvl="1"/>
            <a:r>
              <a:rPr lang="en-US" dirty="0"/>
              <a:t>Primary mode of discussion</a:t>
            </a:r>
          </a:p>
          <a:p>
            <a:r>
              <a:rPr lang="en-US" dirty="0"/>
              <a:t>Change current biweekly WG meetings to sub-group meetings</a:t>
            </a:r>
          </a:p>
          <a:p>
            <a:pPr lvl="1"/>
            <a:r>
              <a:rPr lang="en-US" dirty="0"/>
              <a:t>New entry subgroup in week 2</a:t>
            </a:r>
          </a:p>
          <a:p>
            <a:pPr lvl="1"/>
            <a:r>
              <a:rPr lang="en-US" dirty="0"/>
              <a:t>Modification subgroup in week 4</a:t>
            </a:r>
          </a:p>
          <a:p>
            <a:r>
              <a:rPr lang="en-US" dirty="0"/>
              <a:t>Participants can choose one or both</a:t>
            </a:r>
          </a:p>
          <a:p>
            <a:endParaRPr lang="en-US" dirty="0"/>
          </a:p>
        </p:txBody>
      </p:sp>
      <p:sp>
        <p:nvSpPr>
          <p:cNvPr id="4" name="Slide Number Placeholder 3">
            <a:extLst>
              <a:ext uri="{FF2B5EF4-FFF2-40B4-BE49-F238E27FC236}">
                <a16:creationId xmlns:a16="http://schemas.microsoft.com/office/drawing/2014/main" id="{7B65E728-1012-028E-256C-2EF643456F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7709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478C-F579-570A-7FF5-DF5F74DF9F85}"/>
              </a:ext>
            </a:extLst>
          </p:cNvPr>
          <p:cNvSpPr>
            <a:spLocks noGrp="1"/>
          </p:cNvSpPr>
          <p:nvPr>
            <p:ph type="ctrTitle" sz="quarter"/>
          </p:nvPr>
        </p:nvSpPr>
        <p:spPr/>
        <p:txBody>
          <a:bodyPr/>
          <a:lstStyle/>
          <a:p>
            <a:r>
              <a:rPr lang="en-US" dirty="0"/>
              <a:t>Discussion: Kyle Norland</a:t>
            </a:r>
          </a:p>
        </p:txBody>
      </p:sp>
      <p:sp>
        <p:nvSpPr>
          <p:cNvPr id="3" name="Slide Number Placeholder 2">
            <a:extLst>
              <a:ext uri="{FF2B5EF4-FFF2-40B4-BE49-F238E27FC236}">
                <a16:creationId xmlns:a16="http://schemas.microsoft.com/office/drawing/2014/main" id="{266F5155-1347-60C4-068A-FC2D9C8946C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63485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Content Work - New Entries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New Entry Work Items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Ongoing submissions</a:t>
            </a:r>
          </a:p>
          <a:p>
            <a:pPr lvl="1"/>
            <a:r>
              <a:rPr lang="en-US" sz="2000" dirty="0"/>
              <a:t>Focus: “LLM Bad Practices: Improper tuning of model control parameters” (Lily Wong) - ES2406-9e5fcf10</a:t>
            </a:r>
          </a:p>
          <a:p>
            <a:pPr lvl="1"/>
            <a:r>
              <a:rPr lang="en-US" sz="2000" dirty="0"/>
              <a:t>Delayed / TBD</a:t>
            </a:r>
          </a:p>
          <a:p>
            <a:pPr lvl="2"/>
            <a:r>
              <a:rPr lang="en-US" sz="2000" dirty="0"/>
              <a:t>“Bias in AI Models” (Kurt Seifried) - ES2402-38e20ce6</a:t>
            </a:r>
          </a:p>
          <a:p>
            <a:pPr lvl="2"/>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Improper tuning of model control parameters (Lily Wong), ES2406-9e5fcf10</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Name: LLM Bad Practices: Improper tuning of model control parameters</a:t>
            </a:r>
          </a:p>
          <a:p>
            <a:r>
              <a:rPr lang="en-US" dirty="0"/>
              <a:t>Description</a:t>
            </a:r>
          </a:p>
          <a:p>
            <a:pPr lvl="1"/>
            <a:r>
              <a:rPr lang="en-US" dirty="0"/>
              <a:t>Users of applications that use Transformers text generation capabilities may encounter unusually high occurrences of repetition/hallucination due to combinations of parameter settings that control model probabilities and behavior. For example, high temperatures increase randomness in generated text and various repetition penalties can reduce the amount of output repetition.</a:t>
            </a:r>
          </a:p>
          <a:p>
            <a:r>
              <a:rPr lang="en-US" dirty="0"/>
              <a:t>https://github.com/CWE-CAPEC/CWE-Content-Development-Repository/issues/114</a:t>
            </a:r>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70027"/>
            <a:ext cx="11236720" cy="3245740"/>
          </a:xfrm>
        </p:spPr>
        <p:txBody>
          <a:bodyPr/>
          <a:lstStyle/>
          <a:p>
            <a:r>
              <a:rPr lang="en-US" sz="2000" dirty="0"/>
              <a:t>Are there other text-gen capabilities besides “transformers”? Any other modes of generation besides “text” ?</a:t>
            </a:r>
          </a:p>
          <a:p>
            <a:r>
              <a:rPr lang="en-US" sz="2000" dirty="0"/>
              <a:t>“Temperatures” and “parameter settings” do not indicate a security problem per se</a:t>
            </a:r>
          </a:p>
          <a:p>
            <a:pPr lvl="1"/>
            <a:r>
              <a:rPr lang="en-US" sz="2000" dirty="0"/>
              <a:t>What are some applications or cases in which improper tuning yields vulnerabilities?</a:t>
            </a:r>
          </a:p>
          <a:p>
            <a:pPr lvl="1"/>
            <a:r>
              <a:rPr lang="en-US" sz="2000" dirty="0"/>
              <a:t>If the model is used in a security decision (e.g., proof of identity or “allowing” a user to do some otherwise-restricted action)</a:t>
            </a:r>
          </a:p>
          <a:p>
            <a:pPr lvl="1"/>
            <a:r>
              <a:rPr lang="en-US" sz="2000" dirty="0"/>
              <a:t>If there could be a privacy leak</a:t>
            </a:r>
          </a:p>
          <a:p>
            <a:r>
              <a:rPr lang="en-US" sz="2000" dirty="0"/>
              <a:t>Need to define or explain “hallucination” and “repetition”</a:t>
            </a:r>
          </a:p>
          <a:p>
            <a:r>
              <a:rPr lang="en-US" sz="2000" dirty="0"/>
              <a:t>What are the specific mistakes that the developer/designer is making, which leads to the insecure behavior?</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364775"/>
            <a:ext cx="11088894" cy="1200329"/>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t>Users of applications that use Transformers text generation capabilities may encounter unusually high occurrences of repetition/hallucination due to combinations of parameter settings that control model probabilities and behavior. For example, high temperatures increase randomness in generated text and various repetition penalties can reduce the amount of output repetition</a:t>
            </a:r>
          </a:p>
        </p:txBody>
      </p:sp>
    </p:spTree>
    <p:extLst>
      <p:ext uri="{BB962C8B-B14F-4D97-AF65-F5344CB8AC3E}">
        <p14:creationId xmlns:p14="http://schemas.microsoft.com/office/powerpoint/2010/main" val="3459002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dirty="0"/>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dirty="0"/>
              <a:t>Documentation for Transformers text generation parameters</a:t>
            </a:r>
          </a:p>
          <a:p>
            <a:pPr lvl="1"/>
            <a:r>
              <a:rPr lang="en-US" dirty="0"/>
              <a:t>https://huggingface.co/docs/transformers/main_classes/text_generation#transformers.GenerationConfig</a:t>
            </a:r>
          </a:p>
          <a:p>
            <a:r>
              <a:rPr lang="en-US" dirty="0"/>
              <a:t>Any others that come to mind?</a:t>
            </a:r>
          </a:p>
          <a:p>
            <a:endParaRPr lang="en-US" dirty="0"/>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B0D7-2D69-F4F5-4D73-73F692A2EC2C}"/>
              </a:ext>
            </a:extLst>
          </p:cNvPr>
          <p:cNvSpPr>
            <a:spLocks noGrp="1"/>
          </p:cNvSpPr>
          <p:nvPr>
            <p:ph type="title"/>
          </p:nvPr>
        </p:nvSpPr>
        <p:spPr/>
        <p:txBody>
          <a:bodyPr/>
          <a:lstStyle/>
          <a:p>
            <a:r>
              <a:rPr lang="en-US" dirty="0"/>
              <a:t>Observed / Demonstrative Examples</a:t>
            </a:r>
          </a:p>
        </p:txBody>
      </p:sp>
      <p:sp>
        <p:nvSpPr>
          <p:cNvPr id="3" name="Content Placeholder 2">
            <a:extLst>
              <a:ext uri="{FF2B5EF4-FFF2-40B4-BE49-F238E27FC236}">
                <a16:creationId xmlns:a16="http://schemas.microsoft.com/office/drawing/2014/main" id="{177E1492-50D7-873F-131D-E51D204AEE3D}"/>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94D1C4B-0387-6CBE-943C-B9C8AAF833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26148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17A25-D6ED-7290-2358-78345CAF5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DD368-B158-8E2A-4B03-DC7CA88FEC20}"/>
              </a:ext>
            </a:extLst>
          </p:cNvPr>
          <p:cNvSpPr>
            <a:spLocks noGrp="1"/>
          </p:cNvSpPr>
          <p:nvPr>
            <p:ph type="ctrTitle" sz="quarter"/>
          </p:nvPr>
        </p:nvSpPr>
        <p:spPr/>
        <p:txBody>
          <a:bodyPr/>
          <a:lstStyle/>
          <a:p>
            <a:r>
              <a:rPr lang="en-US" dirty="0"/>
              <a:t>Content Work - Modifications</a:t>
            </a:r>
          </a:p>
        </p:txBody>
      </p:sp>
      <p:sp>
        <p:nvSpPr>
          <p:cNvPr id="3" name="Slide Number Placeholder 2">
            <a:extLst>
              <a:ext uri="{FF2B5EF4-FFF2-40B4-BE49-F238E27FC236}">
                <a16:creationId xmlns:a16="http://schemas.microsoft.com/office/drawing/2014/main" id="{8327695B-469A-CEF3-8FDE-02D3C84355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99669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1D9E8-D3DD-D358-F00F-339BFE0ED5F8}"/>
              </a:ext>
            </a:extLst>
          </p:cNvPr>
          <p:cNvSpPr>
            <a:spLocks noGrp="1"/>
          </p:cNvSpPr>
          <p:nvPr>
            <p:ph type="title"/>
          </p:nvPr>
        </p:nvSpPr>
        <p:spPr/>
        <p:txBody>
          <a:bodyPr/>
          <a:lstStyle/>
          <a:p>
            <a:r>
              <a:rPr lang="en-US" dirty="0"/>
              <a:t>Modification Work Items</a:t>
            </a:r>
          </a:p>
        </p:txBody>
      </p:sp>
      <p:sp>
        <p:nvSpPr>
          <p:cNvPr id="3" name="Content Placeholder 2">
            <a:extLst>
              <a:ext uri="{FF2B5EF4-FFF2-40B4-BE49-F238E27FC236}">
                <a16:creationId xmlns:a16="http://schemas.microsoft.com/office/drawing/2014/main" id="{A70EFAB1-8EA6-E0E5-45EF-CB9EF8D49F3A}"/>
              </a:ext>
            </a:extLst>
          </p:cNvPr>
          <p:cNvSpPr>
            <a:spLocks noGrp="1"/>
          </p:cNvSpPr>
          <p:nvPr>
            <p:ph idx="1"/>
          </p:nvPr>
        </p:nvSpPr>
        <p:spPr/>
        <p:txBody>
          <a:bodyPr/>
          <a:lstStyle/>
          <a:p>
            <a:r>
              <a:rPr lang="en-US" dirty="0"/>
              <a:t>AI-related entries</a:t>
            </a:r>
          </a:p>
          <a:p>
            <a:pPr lvl="1"/>
            <a:r>
              <a:rPr lang="en-US" dirty="0"/>
              <a:t>Fill in gaps in new CWE-1427 (prompt injection) and recent CWE-1426 (LLM output validation)</a:t>
            </a:r>
          </a:p>
          <a:p>
            <a:pPr lvl="1"/>
            <a:r>
              <a:rPr lang="en-US" dirty="0"/>
              <a:t>Update CWE-1039: Automated Recognition Mechanism with Inadequate Detection or Handling of Adversarial Input Perturbations</a:t>
            </a:r>
          </a:p>
          <a:p>
            <a:pPr lvl="2"/>
            <a:r>
              <a:rPr lang="en-US" dirty="0"/>
              <a:t>Published in 2018; no substantive updates since then; missing mitigations, demonstrative examples, etc.</a:t>
            </a:r>
          </a:p>
          <a:p>
            <a:r>
              <a:rPr lang="en-US" dirty="0"/>
              <a:t>“Usability” enhancements, e.g., diagrams at top (see CWE-89)</a:t>
            </a:r>
          </a:p>
          <a:p>
            <a:r>
              <a:rPr lang="en-US" dirty="0"/>
              <a:t>Across-the-board changes</a:t>
            </a:r>
          </a:p>
          <a:p>
            <a:pPr lvl="1"/>
            <a:r>
              <a:rPr lang="en-US" dirty="0"/>
              <a:t>Tag more weaknesses involving AI/ML (only 8 CWEs in CWE 4.16)</a:t>
            </a:r>
          </a:p>
          <a:p>
            <a:pPr lvl="1"/>
            <a:r>
              <a:rPr lang="en-US" dirty="0"/>
              <a:t>Add more examples / references</a:t>
            </a:r>
          </a:p>
          <a:p>
            <a:pPr lvl="2"/>
            <a:r>
              <a:rPr lang="en-US" dirty="0"/>
              <a:t>WG members already provided suggestions in mid-2024</a:t>
            </a:r>
          </a:p>
          <a:p>
            <a:endParaRPr lang="en-US" dirty="0"/>
          </a:p>
        </p:txBody>
      </p:sp>
      <p:sp>
        <p:nvSpPr>
          <p:cNvPr id="4" name="Slide Number Placeholder 3">
            <a:extLst>
              <a:ext uri="{FF2B5EF4-FFF2-40B4-BE49-F238E27FC236}">
                <a16:creationId xmlns:a16="http://schemas.microsoft.com/office/drawing/2014/main" id="{2619D487-83A3-4AC2-9379-FFD4E9B47B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17686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95228-924A-1D7D-3419-EC2E5D65E6C5}"/>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D77DABEE-CC7B-F201-6EAF-4F7C39C67CA7}"/>
              </a:ext>
            </a:extLst>
          </p:cNvPr>
          <p:cNvSpPr>
            <a:spLocks noGrp="1"/>
          </p:cNvSpPr>
          <p:nvPr>
            <p:ph idx="1"/>
          </p:nvPr>
        </p:nvSpPr>
        <p:spPr/>
        <p:txBody>
          <a:bodyPr/>
          <a:lstStyle/>
          <a:p>
            <a:r>
              <a:rPr lang="en-US" dirty="0"/>
              <a:t>Next meeting: February 28</a:t>
            </a:r>
          </a:p>
          <a:p>
            <a:r>
              <a:rPr lang="en-US" dirty="0"/>
              <a:t>Subgroup formation to happen “any day now”</a:t>
            </a:r>
          </a:p>
        </p:txBody>
      </p:sp>
      <p:sp>
        <p:nvSpPr>
          <p:cNvPr id="4" name="Slide Number Placeholder 3">
            <a:extLst>
              <a:ext uri="{FF2B5EF4-FFF2-40B4-BE49-F238E27FC236}">
                <a16:creationId xmlns:a16="http://schemas.microsoft.com/office/drawing/2014/main" id="{7FD658E6-5215-A39D-F72A-45B1A51A32E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8058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5450FCDD-08B1-48D8-BB50-7A17E590A5EE}">
  <ds:schemaRefs>
    <ds:schemaRef ds:uri="http://schemas.microsoft.com/office/2006/documentManagement/types"/>
    <ds:schemaRef ds:uri="aff8eeb6-53bf-44bf-a224-fac977cd228b"/>
    <ds:schemaRef ds:uri="b5a44311-ed64-4a72-909f-c9dc6973bde2"/>
    <ds:schemaRef ds:uri="http://purl.org/dc/terms/"/>
    <ds:schemaRef ds:uri="http://www.w3.org/XML/1998/namespace"/>
    <ds:schemaRef ds:uri="http://schemas.microsoft.com/office/2006/metadata/properties"/>
    <ds:schemaRef ds:uri="f3e578be-7961-41e8-91c9-b742ecb60a74"/>
    <ds:schemaRef ds:uri="http://schemas.microsoft.com/office/infopath/2007/PartnerControls"/>
    <ds:schemaRef ds:uri="http://schemas.openxmlformats.org/package/2006/metadata/core-properties"/>
    <ds:schemaRef ds:uri="http://purl.org/dc/dcmitype/"/>
    <ds:schemaRef ds:uri="http://purl.org/dc/elements/1.1/"/>
  </ds:schemaRefs>
</ds:datastoreItem>
</file>

<file path=customXml/itemProps3.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MITRE_Briefing_Template16x9</Template>
  <TotalTime>174</TotalTime>
  <Words>1229</Words>
  <Application>Microsoft Office PowerPoint</Application>
  <PresentationFormat>Widescreen</PresentationFormat>
  <Paragraphs>134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Helvetica LT Std</vt:lpstr>
      <vt:lpstr>Tahoma</vt:lpstr>
      <vt:lpstr>Verdana</vt:lpstr>
      <vt:lpstr>Wingdings</vt:lpstr>
      <vt:lpstr>mitre-2018</vt:lpstr>
      <vt:lpstr>CWE AI Working Group Meeting </vt:lpstr>
      <vt:lpstr>Agenda</vt:lpstr>
      <vt:lpstr>Status Updates</vt:lpstr>
      <vt:lpstr>Subgroups </vt:lpstr>
      <vt:lpstr>Subgroup Formation - Tasks</vt:lpstr>
      <vt:lpstr>Discussion: Kyle Norland</vt:lpstr>
      <vt:lpstr>Content Work - New Entries</vt:lpstr>
      <vt:lpstr>New Entry Work Items</vt:lpstr>
      <vt:lpstr>Improper tuning of model control parameters (Lily Wong), ES2406-9e5fcf10</vt:lpstr>
      <vt:lpstr>Discussion: Description</vt:lpstr>
      <vt:lpstr>References on improper tuning</vt:lpstr>
      <vt:lpstr>Observed / Demonstrative Examples</vt:lpstr>
      <vt:lpstr>Content Work - Modifications</vt:lpstr>
      <vt:lpstr>Modification Work Items</vt:lpstr>
      <vt:lpstr>Next Steps</vt:lpstr>
      <vt:lpstr>Future Content Work</vt:lpstr>
      <vt:lpstr>Delayed: “Bias in AI Models” (Kurt Seifried) - ES2402-38e20ce6 </vt:lpstr>
      <vt:lpstr>Delayed: Insufficient Input Validation in Generative AI Applications (Steve / AI WG) ES2405-84711fc4</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2025-02-14T16:12:19Z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