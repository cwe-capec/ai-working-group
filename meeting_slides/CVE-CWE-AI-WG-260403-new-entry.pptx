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6"/>
  </p:notesMasterIdLst>
  <p:handoutMasterIdLst>
    <p:handoutMasterId r:id="rId97"/>
  </p:handoutMasterIdLst>
  <p:sldIdLst>
    <p:sldId id="459" r:id="rId5"/>
    <p:sldId id="475" r:id="rId6"/>
    <p:sldId id="514" r:id="rId7"/>
    <p:sldId id="533" r:id="rId8"/>
    <p:sldId id="597" r:id="rId9"/>
    <p:sldId id="603" r:id="rId10"/>
    <p:sldId id="615" r:id="rId11"/>
    <p:sldId id="539" r:id="rId12"/>
    <p:sldId id="625" r:id="rId13"/>
    <p:sldId id="626" r:id="rId14"/>
    <p:sldId id="627" r:id="rId15"/>
    <p:sldId id="628" r:id="rId16"/>
    <p:sldId id="614" r:id="rId17"/>
    <p:sldId id="608" r:id="rId18"/>
    <p:sldId id="613" r:id="rId19"/>
    <p:sldId id="612" r:id="rId20"/>
    <p:sldId id="599" r:id="rId21"/>
    <p:sldId id="600" r:id="rId22"/>
    <p:sldId id="610" r:id="rId23"/>
    <p:sldId id="611" r:id="rId24"/>
    <p:sldId id="623" r:id="rId25"/>
    <p:sldId id="624" r:id="rId26"/>
    <p:sldId id="616" r:id="rId27"/>
    <p:sldId id="617" r:id="rId28"/>
    <p:sldId id="618" r:id="rId29"/>
    <p:sldId id="619" r:id="rId30"/>
    <p:sldId id="621" r:id="rId31"/>
    <p:sldId id="622" r:id="rId32"/>
    <p:sldId id="620" r:id="rId33"/>
    <p:sldId id="604" r:id="rId34"/>
    <p:sldId id="541" r:id="rId35"/>
    <p:sldId id="607" r:id="rId36"/>
    <p:sldId id="592" r:id="rId37"/>
    <p:sldId id="602" r:id="rId38"/>
    <p:sldId id="543" r:id="rId39"/>
    <p:sldId id="609" r:id="rId40"/>
    <p:sldId id="606" r:id="rId41"/>
    <p:sldId id="605" r:id="rId42"/>
    <p:sldId id="547" r:id="rId43"/>
    <p:sldId id="598" r:id="rId44"/>
    <p:sldId id="601" r:id="rId45"/>
    <p:sldId id="583" r:id="rId46"/>
    <p:sldId id="585" r:id="rId47"/>
    <p:sldId id="594" r:id="rId48"/>
    <p:sldId id="595" r:id="rId49"/>
    <p:sldId id="495" r:id="rId50"/>
    <p:sldId id="591" r:id="rId51"/>
    <p:sldId id="587" r:id="rId52"/>
    <p:sldId id="590" r:id="rId53"/>
    <p:sldId id="588" r:id="rId54"/>
    <p:sldId id="593" r:id="rId55"/>
    <p:sldId id="589" r:id="rId56"/>
    <p:sldId id="493" r:id="rId57"/>
    <p:sldId id="488" r:id="rId58"/>
    <p:sldId id="496" r:id="rId59"/>
    <p:sldId id="586" r:id="rId60"/>
    <p:sldId id="505" r:id="rId61"/>
    <p:sldId id="494" r:id="rId62"/>
    <p:sldId id="497" r:id="rId63"/>
    <p:sldId id="560" r:id="rId64"/>
    <p:sldId id="552" r:id="rId65"/>
    <p:sldId id="575" r:id="rId66"/>
    <p:sldId id="502" r:id="rId67"/>
    <p:sldId id="501" r:id="rId68"/>
    <p:sldId id="576" r:id="rId69"/>
    <p:sldId id="503" r:id="rId70"/>
    <p:sldId id="504" r:id="rId71"/>
    <p:sldId id="548" r:id="rId72"/>
    <p:sldId id="542" r:id="rId73"/>
    <p:sldId id="581" r:id="rId74"/>
    <p:sldId id="582" r:id="rId75"/>
    <p:sldId id="579" r:id="rId76"/>
    <p:sldId id="580" r:id="rId77"/>
    <p:sldId id="584" r:id="rId78"/>
    <p:sldId id="554" r:id="rId79"/>
    <p:sldId id="561" r:id="rId80"/>
    <p:sldId id="562" r:id="rId81"/>
    <p:sldId id="563" r:id="rId82"/>
    <p:sldId id="564" r:id="rId83"/>
    <p:sldId id="565" r:id="rId84"/>
    <p:sldId id="566" r:id="rId85"/>
    <p:sldId id="567" r:id="rId86"/>
    <p:sldId id="568" r:id="rId87"/>
    <p:sldId id="569" r:id="rId88"/>
    <p:sldId id="570" r:id="rId89"/>
    <p:sldId id="571" r:id="rId90"/>
    <p:sldId id="572" r:id="rId91"/>
    <p:sldId id="573" r:id="rId92"/>
    <p:sldId id="574" r:id="rId93"/>
    <p:sldId id="545" r:id="rId94"/>
    <p:sldId id="534"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7904A4-C648-4B44-8850-B835AD502E13}" v="6" dt="2026-04-03T15:07:26.3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715"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microsoft.com/office/2016/11/relationships/changesInfo" Target="changesInfos/changesInfo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handoutMaster" Target="handoutMasters/handoutMaster1.xml"/><Relationship Id="rId104"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4-03T15:54:01.514" v="6312" actId="20577"/>
      <pc:docMkLst>
        <pc:docMk/>
      </pc:docMkLst>
      <pc:sldChg chg="modSp mod">
        <pc:chgData name="Steven M Christey" userId="f24da668-4c1f-41c0-850e-113e2bdf78cf" providerId="ADAL" clId="{4664C2C3-D7E1-4188-BB25-E34F4B7B5B59}" dt="2026-04-03T15:09:24.011" v="5966" actId="20577"/>
        <pc:sldMkLst>
          <pc:docMk/>
          <pc:sldMk cId="1454278300" sldId="459"/>
        </pc:sldMkLst>
        <pc:spChg chg="mod">
          <ac:chgData name="Steven M Christey" userId="f24da668-4c1f-41c0-850e-113e2bdf78cf" providerId="ADAL" clId="{4664C2C3-D7E1-4188-BB25-E34F4B7B5B59}" dt="2026-04-03T15:09:24.011" v="5966"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4-03T15:14:34.799" v="6014" actId="20577"/>
        <pc:sldMkLst>
          <pc:docMk/>
          <pc:sldMk cId="915149386" sldId="514"/>
        </pc:sldMkLst>
        <pc:spChg chg="mod">
          <ac:chgData name="Steven M Christey" userId="f24da668-4c1f-41c0-850e-113e2bdf78cf" providerId="ADAL" clId="{4664C2C3-D7E1-4188-BB25-E34F4B7B5B59}" dt="2026-04-03T15:14:34.799" v="6014" actId="20577"/>
          <ac:spMkLst>
            <pc:docMk/>
            <pc:sldMk cId="915149386" sldId="514"/>
            <ac:spMk id="3" creationId="{D4348C02-DFCE-A2E4-D523-D69A254A7D49}"/>
          </ac:spMkLst>
        </pc:spChg>
      </pc:sldChg>
      <pc:sldChg chg="addSp delSp modSp mod ord">
        <pc:chgData name="Steven M Christey" userId="f24da668-4c1f-41c0-850e-113e2bdf78cf" providerId="ADAL" clId="{4664C2C3-D7E1-4188-BB25-E34F4B7B5B59}" dt="2026-04-03T14:56:13.294" v="5080" actId="21"/>
        <pc:sldMkLst>
          <pc:docMk/>
          <pc:sldMk cId="2266223281" sldId="539"/>
        </pc:sldMkLst>
        <pc:spChg chg="mod">
          <ac:chgData name="Steven M Christey" userId="f24da668-4c1f-41c0-850e-113e2bdf78cf" providerId="ADAL" clId="{4664C2C3-D7E1-4188-BB25-E34F4B7B5B59}" dt="2026-03-06T15:59:21.244" v="3770" actId="20577"/>
          <ac:spMkLst>
            <pc:docMk/>
            <pc:sldMk cId="2266223281" sldId="539"/>
            <ac:spMk id="2" creationId="{994EE636-A57B-BB7C-C698-DCB6F2A7B071}"/>
          </ac:spMkLst>
        </pc:spChg>
        <pc:spChg chg="mod">
          <ac:chgData name="Steven M Christey" userId="f24da668-4c1f-41c0-850e-113e2bdf78cf" providerId="ADAL" clId="{4664C2C3-D7E1-4188-BB25-E34F4B7B5B59}" dt="2026-04-03T14:56:13.294" v="5080" actId="21"/>
          <ac:spMkLst>
            <pc:docMk/>
            <pc:sldMk cId="2266223281" sldId="539"/>
            <ac:spMk id="3" creationId="{9915B450-3AB3-4605-EAE8-C84785DE6064}"/>
          </ac:spMkLst>
        </pc:spChg>
      </pc:sldChg>
      <pc:sldChg chg="modSp mod ord">
        <pc:chgData name="Steven M Christey" userId="f24da668-4c1f-41c0-850e-113e2bdf78cf" providerId="ADAL" clId="{4664C2C3-D7E1-4188-BB25-E34F4B7B5B59}" dt="2026-03-06T16:30:19.741" v="3951" actId="20577"/>
        <pc:sldMkLst>
          <pc:docMk/>
          <pc:sldMk cId="42561453" sldId="599"/>
        </pc:sldMkLst>
        <pc:spChg chg="mod">
          <ac:chgData name="Steven M Christey" userId="f24da668-4c1f-41c0-850e-113e2bdf78cf" providerId="ADAL" clId="{4664C2C3-D7E1-4188-BB25-E34F4B7B5B59}" dt="2026-03-06T16:30:19.741" v="3951" actId="20577"/>
          <ac:spMkLst>
            <pc:docMk/>
            <pc:sldMk cId="42561453" sldId="599"/>
            <ac:spMk id="3" creationId="{DB6A4387-1FE7-CE01-5DE8-DF9417BCDCEC}"/>
          </ac:spMkLst>
        </pc:spChg>
      </pc:sldChg>
      <pc:sldChg chg="ord">
        <pc:chgData name="Steven M Christey" userId="f24da668-4c1f-41c0-850e-113e2bdf78cf" providerId="ADAL" clId="{4664C2C3-D7E1-4188-BB25-E34F4B7B5B59}" dt="2026-03-06T16:00:48.661" v="3781"/>
        <pc:sldMkLst>
          <pc:docMk/>
          <pc:sldMk cId="3562739870" sldId="600"/>
        </pc:sldMkLst>
      </pc:sldChg>
      <pc:sldChg chg="ord">
        <pc:chgData name="Steven M Christey" userId="f24da668-4c1f-41c0-850e-113e2bdf78cf" providerId="ADAL" clId="{4664C2C3-D7E1-4188-BB25-E34F4B7B5B59}" dt="2026-03-06T16:00:48.661" v="3781"/>
        <pc:sldMkLst>
          <pc:docMk/>
          <pc:sldMk cId="3971448443" sldId="608"/>
        </pc:sldMkLst>
      </pc:sldChg>
      <pc:sldChg chg="ord">
        <pc:chgData name="Steven M Christey" userId="f24da668-4c1f-41c0-850e-113e2bdf78cf" providerId="ADAL" clId="{4664C2C3-D7E1-4188-BB25-E34F4B7B5B59}" dt="2026-03-06T16:00:48.661" v="3781"/>
        <pc:sldMkLst>
          <pc:docMk/>
          <pc:sldMk cId="1435800928" sldId="610"/>
        </pc:sldMkLst>
      </pc:sldChg>
      <pc:sldChg chg="modSp mod ord">
        <pc:chgData name="Steven M Christey" userId="f24da668-4c1f-41c0-850e-113e2bdf78cf" providerId="ADAL" clId="{4664C2C3-D7E1-4188-BB25-E34F4B7B5B59}" dt="2026-03-06T16:56:05.430" v="4948" actId="313"/>
        <pc:sldMkLst>
          <pc:docMk/>
          <pc:sldMk cId="2232589233" sldId="611"/>
        </pc:sldMkLst>
        <pc:spChg chg="mod">
          <ac:chgData name="Steven M Christey" userId="f24da668-4c1f-41c0-850e-113e2bdf78cf" providerId="ADAL" clId="{4664C2C3-D7E1-4188-BB25-E34F4B7B5B59}" dt="2026-03-06T16:04:20.781" v="3788" actId="20577"/>
          <ac:spMkLst>
            <pc:docMk/>
            <pc:sldMk cId="2232589233" sldId="611"/>
            <ac:spMk id="2" creationId="{7D46952F-3DCB-A491-27A2-BA082A30CB73}"/>
          </ac:spMkLst>
        </pc:spChg>
        <pc:spChg chg="mod">
          <ac:chgData name="Steven M Christey" userId="f24da668-4c1f-41c0-850e-113e2bdf78cf" providerId="ADAL" clId="{4664C2C3-D7E1-4188-BB25-E34F4B7B5B59}" dt="2026-03-06T16:56:05.430" v="4948" actId="313"/>
          <ac:spMkLst>
            <pc:docMk/>
            <pc:sldMk cId="2232589233" sldId="611"/>
            <ac:spMk id="3" creationId="{E06AD1FA-B184-0F18-65C4-6B9A3CC400F5}"/>
          </ac:spMkLst>
        </pc:spChg>
      </pc:sldChg>
      <pc:sldChg chg="ord">
        <pc:chgData name="Steven M Christey" userId="f24da668-4c1f-41c0-850e-113e2bdf78cf" providerId="ADAL" clId="{4664C2C3-D7E1-4188-BB25-E34F4B7B5B59}" dt="2026-03-06T16:00:48.661" v="3781"/>
        <pc:sldMkLst>
          <pc:docMk/>
          <pc:sldMk cId="2862807609" sldId="612"/>
        </pc:sldMkLst>
      </pc:sldChg>
      <pc:sldChg chg="modSp mod ord">
        <pc:chgData name="Steven M Christey" userId="f24da668-4c1f-41c0-850e-113e2bdf78cf" providerId="ADAL" clId="{4664C2C3-D7E1-4188-BB25-E34F4B7B5B59}" dt="2026-03-06T16:19:35.674" v="3927" actId="404"/>
        <pc:sldMkLst>
          <pc:docMk/>
          <pc:sldMk cId="2921644747" sldId="613"/>
        </pc:sldMkLst>
        <pc:spChg chg="mod">
          <ac:chgData name="Steven M Christey" userId="f24da668-4c1f-41c0-850e-113e2bdf78cf" providerId="ADAL" clId="{4664C2C3-D7E1-4188-BB25-E34F4B7B5B59}" dt="2026-03-06T16:19:35.674" v="3927" actId="404"/>
          <ac:spMkLst>
            <pc:docMk/>
            <pc:sldMk cId="2921644747" sldId="613"/>
            <ac:spMk id="3" creationId="{39D83D17-2924-EBE1-3D7B-0EE1507FC32C}"/>
          </ac:spMkLst>
        </pc:spChg>
      </pc:sldChg>
      <pc:sldChg chg="ord">
        <pc:chgData name="Steven M Christey" userId="f24da668-4c1f-41c0-850e-113e2bdf78cf" providerId="ADAL" clId="{4664C2C3-D7E1-4188-BB25-E34F4B7B5B59}" dt="2026-03-06T16:01:01.477" v="3783"/>
        <pc:sldMkLst>
          <pc:docMk/>
          <pc:sldMk cId="3560642492" sldId="614"/>
        </pc:sldMkLst>
      </pc:sldChg>
      <pc:sldChg chg="modSp add mod ord">
        <pc:chgData name="Steven M Christey" userId="f24da668-4c1f-41c0-850e-113e2bdf78cf" providerId="ADAL" clId="{4664C2C3-D7E1-4188-BB25-E34F4B7B5B59}" dt="2026-04-03T15:15:04.245" v="6016" actId="313"/>
        <pc:sldMkLst>
          <pc:docMk/>
          <pc:sldMk cId="4176654479" sldId="615"/>
        </pc:sldMkLst>
        <pc:spChg chg="mod">
          <ac:chgData name="Steven M Christey" userId="f24da668-4c1f-41c0-850e-113e2bdf78cf" providerId="ADAL" clId="{4664C2C3-D7E1-4188-BB25-E34F4B7B5B59}" dt="2026-03-06T15:58:57.667" v="3760" actId="20577"/>
          <ac:spMkLst>
            <pc:docMk/>
            <pc:sldMk cId="4176654479" sldId="615"/>
            <ac:spMk id="2" creationId="{7C22CDFF-65A5-78A3-804C-066E8416C6AF}"/>
          </ac:spMkLst>
        </pc:spChg>
        <pc:spChg chg="mod">
          <ac:chgData name="Steven M Christey" userId="f24da668-4c1f-41c0-850e-113e2bdf78cf" providerId="ADAL" clId="{4664C2C3-D7E1-4188-BB25-E34F4B7B5B59}" dt="2026-04-03T15:15:04.245" v="6016" actId="313"/>
          <ac:spMkLst>
            <pc:docMk/>
            <pc:sldMk cId="4176654479" sldId="615"/>
            <ac:spMk id="3" creationId="{3177290A-316A-66A6-24AA-55907FD36981}"/>
          </ac:spMkLst>
        </pc:spChg>
      </pc:sldChg>
      <pc:sldChg chg="modSp add mod">
        <pc:chgData name="Steven M Christey" userId="f24da668-4c1f-41c0-850e-113e2bdf78cf" providerId="ADAL" clId="{4664C2C3-D7E1-4188-BB25-E34F4B7B5B59}" dt="2026-03-06T16:45:29.131" v="4506" actId="20577"/>
        <pc:sldMkLst>
          <pc:docMk/>
          <pc:sldMk cId="4222725265" sldId="623"/>
        </pc:sldMkLst>
        <pc:spChg chg="mod">
          <ac:chgData name="Steven M Christey" userId="f24da668-4c1f-41c0-850e-113e2bdf78cf" providerId="ADAL" clId="{4664C2C3-D7E1-4188-BB25-E34F4B7B5B59}" dt="2026-03-06T16:45:29.131" v="4506" actId="20577"/>
          <ac:spMkLst>
            <pc:docMk/>
            <pc:sldMk cId="4222725265" sldId="623"/>
            <ac:spMk id="3" creationId="{E2B4EC18-CC30-75C1-6492-40B20171611B}"/>
          </ac:spMkLst>
        </pc:spChg>
      </pc:sldChg>
      <pc:sldChg chg="modSp add mod">
        <pc:chgData name="Steven M Christey" userId="f24da668-4c1f-41c0-850e-113e2bdf78cf" providerId="ADAL" clId="{4664C2C3-D7E1-4188-BB25-E34F4B7B5B59}" dt="2026-03-06T16:51:16.229" v="4627" actId="27636"/>
        <pc:sldMkLst>
          <pc:docMk/>
          <pc:sldMk cId="3618115269" sldId="624"/>
        </pc:sldMkLst>
        <pc:spChg chg="mod">
          <ac:chgData name="Steven M Christey" userId="f24da668-4c1f-41c0-850e-113e2bdf78cf" providerId="ADAL" clId="{4664C2C3-D7E1-4188-BB25-E34F4B7B5B59}" dt="2026-03-06T16:51:16.229" v="4627" actId="27636"/>
          <ac:spMkLst>
            <pc:docMk/>
            <pc:sldMk cId="3618115269" sldId="624"/>
            <ac:spMk id="3" creationId="{7B757818-3D6A-062C-D8CC-900952029B29}"/>
          </ac:spMkLst>
        </pc:spChg>
      </pc:sldChg>
      <pc:sldChg chg="modSp new mod">
        <pc:chgData name="Steven M Christey" userId="f24da668-4c1f-41c0-850e-113e2bdf78cf" providerId="ADAL" clId="{4664C2C3-D7E1-4188-BB25-E34F4B7B5B59}" dt="2026-04-03T15:20:00.274" v="6105" actId="20577"/>
        <pc:sldMkLst>
          <pc:docMk/>
          <pc:sldMk cId="1025830007" sldId="625"/>
        </pc:sldMkLst>
        <pc:spChg chg="mod">
          <ac:chgData name="Steven M Christey" userId="f24da668-4c1f-41c0-850e-113e2bdf78cf" providerId="ADAL" clId="{4664C2C3-D7E1-4188-BB25-E34F4B7B5B59}" dt="2026-04-03T14:57:32.600" v="5173" actId="20577"/>
          <ac:spMkLst>
            <pc:docMk/>
            <pc:sldMk cId="1025830007" sldId="625"/>
            <ac:spMk id="2" creationId="{BAC26DB4-F389-7D41-4F35-74EF863C6F3C}"/>
          </ac:spMkLst>
        </pc:spChg>
        <pc:spChg chg="mod">
          <ac:chgData name="Steven M Christey" userId="f24da668-4c1f-41c0-850e-113e2bdf78cf" providerId="ADAL" clId="{4664C2C3-D7E1-4188-BB25-E34F4B7B5B59}" dt="2026-04-03T15:20:00.274" v="6105" actId="20577"/>
          <ac:spMkLst>
            <pc:docMk/>
            <pc:sldMk cId="1025830007" sldId="625"/>
            <ac:spMk id="3" creationId="{75BA7908-A6DE-14BF-54FB-8040100AC926}"/>
          </ac:spMkLst>
        </pc:spChg>
      </pc:sldChg>
      <pc:sldChg chg="modSp new mod">
        <pc:chgData name="Steven M Christey" userId="f24da668-4c1f-41c0-850e-113e2bdf78cf" providerId="ADAL" clId="{4664C2C3-D7E1-4188-BB25-E34F4B7B5B59}" dt="2026-04-03T15:34:17.402" v="6154" actId="20577"/>
        <pc:sldMkLst>
          <pc:docMk/>
          <pc:sldMk cId="4153918465" sldId="626"/>
        </pc:sldMkLst>
        <pc:spChg chg="mod">
          <ac:chgData name="Steven M Christey" userId="f24da668-4c1f-41c0-850e-113e2bdf78cf" providerId="ADAL" clId="{4664C2C3-D7E1-4188-BB25-E34F4B7B5B59}" dt="2026-04-03T15:07:58.648" v="5765" actId="20577"/>
          <ac:spMkLst>
            <pc:docMk/>
            <pc:sldMk cId="4153918465" sldId="626"/>
            <ac:spMk id="2" creationId="{E8631E51-6A58-3D59-18CB-DE883907F470}"/>
          </ac:spMkLst>
        </pc:spChg>
        <pc:spChg chg="mod">
          <ac:chgData name="Steven M Christey" userId="f24da668-4c1f-41c0-850e-113e2bdf78cf" providerId="ADAL" clId="{4664C2C3-D7E1-4188-BB25-E34F4B7B5B59}" dt="2026-04-03T15:34:17.402" v="6154" actId="20577"/>
          <ac:spMkLst>
            <pc:docMk/>
            <pc:sldMk cId="4153918465" sldId="626"/>
            <ac:spMk id="3" creationId="{A7B15D69-7506-9D29-FE2F-F92FF7A65EB2}"/>
          </ac:spMkLst>
        </pc:spChg>
      </pc:sldChg>
      <pc:sldChg chg="modSp new mod">
        <pc:chgData name="Steven M Christey" userId="f24da668-4c1f-41c0-850e-113e2bdf78cf" providerId="ADAL" clId="{4664C2C3-D7E1-4188-BB25-E34F4B7B5B59}" dt="2026-04-03T15:36:48.917" v="6244" actId="20577"/>
        <pc:sldMkLst>
          <pc:docMk/>
          <pc:sldMk cId="3523517911" sldId="627"/>
        </pc:sldMkLst>
        <pc:spChg chg="mod">
          <ac:chgData name="Steven M Christey" userId="f24da668-4c1f-41c0-850e-113e2bdf78cf" providerId="ADAL" clId="{4664C2C3-D7E1-4188-BB25-E34F4B7B5B59}" dt="2026-04-03T15:35:54.599" v="6161" actId="20577"/>
          <ac:spMkLst>
            <pc:docMk/>
            <pc:sldMk cId="3523517911" sldId="627"/>
            <ac:spMk id="2" creationId="{16E027DB-E249-73CF-A612-14D5FCD7E5E9}"/>
          </ac:spMkLst>
        </pc:spChg>
        <pc:spChg chg="mod">
          <ac:chgData name="Steven M Christey" userId="f24da668-4c1f-41c0-850e-113e2bdf78cf" providerId="ADAL" clId="{4664C2C3-D7E1-4188-BB25-E34F4B7B5B59}" dt="2026-04-03T15:36:48.917" v="6244" actId="20577"/>
          <ac:spMkLst>
            <pc:docMk/>
            <pc:sldMk cId="3523517911" sldId="627"/>
            <ac:spMk id="3" creationId="{EF72D980-3306-D23C-97EF-12CE05E5747E}"/>
          </ac:spMkLst>
        </pc:spChg>
      </pc:sldChg>
      <pc:sldChg chg="modSp new mod">
        <pc:chgData name="Steven M Christey" userId="f24da668-4c1f-41c0-850e-113e2bdf78cf" providerId="ADAL" clId="{4664C2C3-D7E1-4188-BB25-E34F4B7B5B59}" dt="2026-04-03T15:54:01.514" v="6312" actId="20577"/>
        <pc:sldMkLst>
          <pc:docMk/>
          <pc:sldMk cId="2137239999" sldId="628"/>
        </pc:sldMkLst>
        <pc:spChg chg="mod">
          <ac:chgData name="Steven M Christey" userId="f24da668-4c1f-41c0-850e-113e2bdf78cf" providerId="ADAL" clId="{4664C2C3-D7E1-4188-BB25-E34F4B7B5B59}" dt="2026-04-03T15:54:01.514" v="6312" actId="20577"/>
          <ac:spMkLst>
            <pc:docMk/>
            <pc:sldMk cId="2137239999" sldId="628"/>
            <ac:spMk id="2" creationId="{AC26F343-6A3B-3C11-2714-5CF76106D27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4/3/2026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interhumanagreement.substack.com/p/llm-output-can-take-over-your-computer" TargetMode="External"/><Relationship Id="rId2" Type="http://schemas.openxmlformats.org/officeDocument/2006/relationships/hyperlink" Target="https://github.com/NVIDIA/garak/blob/main/garak/probes/ansiescape.py"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April 3, 2026</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err="1">
                <a:latin typeface="Tahoma"/>
                <a:ea typeface="Tahoma"/>
                <a:cs typeface="Tahoma"/>
              </a:rPr>
              <a:t>VulnCon</a:t>
            </a:r>
            <a:r>
              <a:rPr lang="en-US" dirty="0">
                <a:latin typeface="Tahoma"/>
                <a:ea typeface="Tahoma"/>
                <a:cs typeface="Tahoma"/>
              </a:rPr>
              <a:t> – to be held April 13 to 16 in Arizona</a:t>
            </a:r>
          </a:p>
          <a:p>
            <a:pPr marL="307975" indent="-307975"/>
            <a:r>
              <a:rPr lang="en-US" dirty="0">
                <a:latin typeface="Tahoma"/>
                <a:ea typeface="Tahoma"/>
                <a:cs typeface="Tahoma"/>
              </a:rPr>
              <a:t>CWE 4.20 – April 28 or 30?</a:t>
            </a:r>
          </a:p>
          <a:p>
            <a:pPr marL="307975" indent="-307975"/>
            <a:r>
              <a:rPr lang="en-US" dirty="0">
                <a:latin typeface="Tahoma"/>
                <a:ea typeface="Tahoma"/>
                <a:cs typeface="Tahoma"/>
              </a:rPr>
              <a:t>Reviews of submissions are ongoing</a:t>
            </a: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For Discussion</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1800" dirty="0"/>
              <a:t>Formal writeups for Initial Reviews in progress</a:t>
            </a:r>
          </a:p>
          <a:p>
            <a:r>
              <a:rPr lang="en-US" sz="1800" dirty="0"/>
              <a:t>One new submission (April 2) – not in CDR yet – involving “AI/ML Workflow Definitions”</a:t>
            </a:r>
          </a:p>
          <a:p>
            <a:r>
              <a:rPr lang="en-US" sz="1800" dirty="0"/>
              <a:t>“Bypass of Human Authorization Controls” (Eran Segal) - ES2512-73d63d33 / CDR #174</a:t>
            </a:r>
          </a:p>
          <a:p>
            <a:pPr lvl="1"/>
            <a:r>
              <a:rPr lang="en-US" sz="1800" dirty="0"/>
              <a:t>Few details available; to be presented at RSA</a:t>
            </a:r>
          </a:p>
          <a:p>
            <a:pPr lvl="1"/>
            <a:r>
              <a:rPr lang="en-US" sz="1800" dirty="0"/>
              <a:t>Will follow up now that RSA is finished</a:t>
            </a:r>
          </a:p>
          <a:p>
            <a:r>
              <a:rPr lang="en-US" sz="1800" dirty="0"/>
              <a:t>“Inclusion of ANSI escape codes in LLM tokenizer” (Erick Galinkin) - ES2508-95a780e3 / CDR #163</a:t>
            </a:r>
          </a:p>
          <a:p>
            <a:pPr lvl="1"/>
            <a:r>
              <a:rPr lang="en-US" sz="1800" dirty="0"/>
              <a:t>Working separately with Erick</a:t>
            </a:r>
          </a:p>
          <a:p>
            <a:r>
              <a:rPr lang="en-US" sz="1600" dirty="0"/>
              <a:t>“Improper Neutralization of Reserved Special Tokens in AI Instruction Streams” (Robert Shala) - ES2512-1cc397f8 / CDR #173</a:t>
            </a:r>
          </a:p>
          <a:p>
            <a:pPr lvl="1"/>
            <a:r>
              <a:rPr lang="en-US" sz="1600" dirty="0"/>
              <a:t>Conducting active review based on previous WG discussion</a:t>
            </a:r>
          </a:p>
          <a:p>
            <a:pPr lvl="1"/>
            <a:endParaRPr lang="en-US" sz="1800" dirty="0"/>
          </a:p>
          <a:p>
            <a:endParaRPr lang="en-US" sz="2000"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1600" dirty="0"/>
              <a:t>New: “Unstable Internal Model Representations Triggered by Valid Token Sequences” (Kurt Seifried) - ES2601-eb7223b4 / CDR #179</a:t>
            </a:r>
          </a:p>
          <a:p>
            <a:pPr lvl="1"/>
            <a:r>
              <a:rPr lang="en-US" sz="1600" dirty="0"/>
              <a:t>Discussion from February to be integrated into initial review/consultation</a:t>
            </a:r>
          </a:p>
          <a:p>
            <a:r>
              <a:rPr lang="en-US" sz="1600" dirty="0"/>
              <a:t>New: “Cross-Model Scripting (XMS)” (Felipe Caldas) - ES2602-82fddd0e / CDR #180</a:t>
            </a:r>
          </a:p>
          <a:p>
            <a:pPr lvl="1"/>
            <a:r>
              <a:rPr lang="en-US" sz="1600" dirty="0"/>
              <a:t>To be integrated into CWE-79 (XSS) as an example</a:t>
            </a:r>
          </a:p>
          <a:p>
            <a:r>
              <a:rPr lang="en-US" sz="1600" dirty="0"/>
              <a:t>“Improper Neutralization of Retrieved Content Used in AI Prompt Construction in AI/ML Systems” (Mehmet Yilmaz) - ES2508-e15b0715 / CDR #161</a:t>
            </a:r>
          </a:p>
          <a:p>
            <a:pPr lvl="1"/>
            <a:r>
              <a:rPr lang="en-US" sz="1600" dirty="0"/>
              <a:t>Submitter provided significant extra details; still reviewing</a:t>
            </a:r>
          </a:p>
          <a:p>
            <a:r>
              <a:rPr lang="en-US" sz="1600" dirty="0"/>
              <a:t>“Bias in AI Models” (Kurt Seifried) - ES2402-38e20ce6</a:t>
            </a:r>
          </a:p>
          <a:p>
            <a:pPr lvl="1"/>
            <a:r>
              <a:rPr lang="en-US" sz="1600" dirty="0"/>
              <a:t>Steve to write up initial review and reply to submitter; paper on DeepSeek bias/influence on insecure code</a:t>
            </a:r>
          </a:p>
          <a:p>
            <a:r>
              <a:rPr lang="en-US" sz="1600" dirty="0"/>
              <a:t>“Improper Neutralization of Configurations Used for MCP Client” (Xinpeng Liu) ES2506-e3c78a2a</a:t>
            </a:r>
          </a:p>
          <a:p>
            <a:pPr lvl="1"/>
            <a:r>
              <a:rPr lang="en-US" sz="1600" dirty="0"/>
              <a:t>Steve to write up initial review</a:t>
            </a:r>
          </a:p>
          <a:p>
            <a:endParaRPr lang="en-US" sz="1600" dirty="0"/>
          </a:p>
          <a:p>
            <a:pPr lvl="1"/>
            <a:endParaRPr lang="en-US" sz="1600" dirty="0"/>
          </a:p>
          <a:p>
            <a:endParaRPr lang="en-US" sz="1600" dirty="0"/>
          </a:p>
          <a:p>
            <a:endParaRPr lang="en-US" sz="1800"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6DB4-F389-7D41-4F35-74EF863C6F3C}"/>
              </a:ext>
            </a:extLst>
          </p:cNvPr>
          <p:cNvSpPr>
            <a:spLocks noGrp="1"/>
          </p:cNvSpPr>
          <p:nvPr>
            <p:ph type="title"/>
          </p:nvPr>
        </p:nvSpPr>
        <p:spPr/>
        <p:txBody>
          <a:bodyPr/>
          <a:lstStyle/>
          <a:p>
            <a:r>
              <a:rPr lang="en-US" dirty="0"/>
              <a:t>Proposal by Sasha Romanosky</a:t>
            </a:r>
          </a:p>
        </p:txBody>
      </p:sp>
      <p:sp>
        <p:nvSpPr>
          <p:cNvPr id="3" name="Content Placeholder 2">
            <a:extLst>
              <a:ext uri="{FF2B5EF4-FFF2-40B4-BE49-F238E27FC236}">
                <a16:creationId xmlns:a16="http://schemas.microsoft.com/office/drawing/2014/main" id="{75BA7908-A6DE-14BF-54FB-8040100AC926}"/>
              </a:ext>
            </a:extLst>
          </p:cNvPr>
          <p:cNvSpPr>
            <a:spLocks noGrp="1"/>
          </p:cNvSpPr>
          <p:nvPr>
            <p:ph idx="1"/>
          </p:nvPr>
        </p:nvSpPr>
        <p:spPr/>
        <p:txBody>
          <a:bodyPr/>
          <a:lstStyle/>
          <a:p>
            <a:r>
              <a:rPr lang="en-US" dirty="0"/>
              <a:t>Draft paper on “A Structured Approach to Identifying and Characterizing AI Vulnerabilities”</a:t>
            </a:r>
          </a:p>
          <a:p>
            <a:pPr lvl="1"/>
            <a:r>
              <a:rPr lang="en-US" dirty="0"/>
              <a:t>Shared with Erick and Steve a couple weeks ago</a:t>
            </a:r>
          </a:p>
          <a:p>
            <a:pPr lvl="1"/>
            <a:r>
              <a:rPr lang="en-US" dirty="0"/>
              <a:t>Unsure of the publication date</a:t>
            </a:r>
          </a:p>
          <a:p>
            <a:r>
              <a:rPr lang="en-US" dirty="0"/>
              <a:t>Discussed some of the issues to the CVE AI WG earlier this week</a:t>
            </a:r>
          </a:p>
          <a:p>
            <a:r>
              <a:rPr lang="en-US" dirty="0"/>
              <a:t>Looks at various components, data, tokenization, interfaces, etc.</a:t>
            </a:r>
          </a:p>
          <a:p>
            <a:r>
              <a:rPr lang="en-US" dirty="0"/>
              <a:t>Distinguishes between attacks and “vulnerability types”</a:t>
            </a:r>
          </a:p>
          <a:p>
            <a:endParaRPr lang="en-US" dirty="0"/>
          </a:p>
          <a:p>
            <a:r>
              <a:rPr lang="en-US" dirty="0"/>
              <a:t>Future</a:t>
            </a:r>
          </a:p>
          <a:p>
            <a:pPr lvl="1"/>
            <a:r>
              <a:rPr lang="en-US" dirty="0"/>
              <a:t>Line up with additional proposals by MITRE colleagues</a:t>
            </a:r>
          </a:p>
          <a:p>
            <a:pPr lvl="1"/>
            <a:r>
              <a:rPr lang="en-US" dirty="0"/>
              <a:t>Pull out “easiest” weaknesses (with clear risk) and develop into new entries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317B381-D9CE-F3CE-B6A8-04876F3D13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5830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1E51-6A58-3D59-18CB-DE883907F470}"/>
              </a:ext>
            </a:extLst>
          </p:cNvPr>
          <p:cNvSpPr>
            <a:spLocks noGrp="1"/>
          </p:cNvSpPr>
          <p:nvPr>
            <p:ph type="title"/>
          </p:nvPr>
        </p:nvSpPr>
        <p:spPr/>
        <p:txBody>
          <a:bodyPr/>
          <a:lstStyle/>
          <a:p>
            <a:r>
              <a:rPr lang="en-US" dirty="0"/>
              <a:t>Proposal: New View for AI/ML</a:t>
            </a:r>
          </a:p>
        </p:txBody>
      </p:sp>
      <p:sp>
        <p:nvSpPr>
          <p:cNvPr id="3" name="Content Placeholder 2">
            <a:extLst>
              <a:ext uri="{FF2B5EF4-FFF2-40B4-BE49-F238E27FC236}">
                <a16:creationId xmlns:a16="http://schemas.microsoft.com/office/drawing/2014/main" id="{A7B15D69-7506-9D29-FE2F-F92FF7A65EB2}"/>
              </a:ext>
            </a:extLst>
          </p:cNvPr>
          <p:cNvSpPr>
            <a:spLocks noGrp="1"/>
          </p:cNvSpPr>
          <p:nvPr>
            <p:ph idx="1"/>
          </p:nvPr>
        </p:nvSpPr>
        <p:spPr/>
        <p:txBody>
          <a:bodyPr/>
          <a:lstStyle/>
          <a:p>
            <a:r>
              <a:rPr lang="en-US" dirty="0"/>
              <a:t>Include AI-specific weaknesses (approximately 5 right now)</a:t>
            </a:r>
          </a:p>
          <a:p>
            <a:r>
              <a:rPr lang="en-US" dirty="0"/>
              <a:t>Also, “AI-triggered” weaknesses?</a:t>
            </a:r>
          </a:p>
          <a:p>
            <a:pPr lvl="1"/>
            <a:r>
              <a:rPr lang="en-US" dirty="0"/>
              <a:t>Deserialization, injection, etc.</a:t>
            </a:r>
          </a:p>
          <a:p>
            <a:r>
              <a:rPr lang="en-US" dirty="0"/>
              <a:t>Potential inclusion in CWE 4.20 later this month</a:t>
            </a:r>
          </a:p>
          <a:p>
            <a:r>
              <a:rPr lang="en-US" dirty="0"/>
              <a:t>Could add to the view as we add new weaknesses</a:t>
            </a:r>
          </a:p>
          <a:p>
            <a:endParaRPr lang="en-US" dirty="0"/>
          </a:p>
        </p:txBody>
      </p:sp>
      <p:sp>
        <p:nvSpPr>
          <p:cNvPr id="4" name="Slide Number Placeholder 3">
            <a:extLst>
              <a:ext uri="{FF2B5EF4-FFF2-40B4-BE49-F238E27FC236}">
                <a16:creationId xmlns:a16="http://schemas.microsoft.com/office/drawing/2014/main" id="{8819F460-06B3-958D-2C1F-243233660DD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53918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27DB-E249-73CF-A612-14D5FCD7E5E9}"/>
              </a:ext>
            </a:extLst>
          </p:cNvPr>
          <p:cNvSpPr>
            <a:spLocks noGrp="1"/>
          </p:cNvSpPr>
          <p:nvPr>
            <p:ph type="title"/>
          </p:nvPr>
        </p:nvSpPr>
        <p:spPr/>
        <p:txBody>
          <a:bodyPr/>
          <a:lstStyle/>
          <a:p>
            <a:r>
              <a:rPr lang="en-US" dirty="0"/>
              <a:t>Future</a:t>
            </a:r>
          </a:p>
        </p:txBody>
      </p:sp>
      <p:sp>
        <p:nvSpPr>
          <p:cNvPr id="3" name="Content Placeholder 2">
            <a:extLst>
              <a:ext uri="{FF2B5EF4-FFF2-40B4-BE49-F238E27FC236}">
                <a16:creationId xmlns:a16="http://schemas.microsoft.com/office/drawing/2014/main" id="{EF72D980-3306-D23C-97EF-12CE05E5747E}"/>
              </a:ext>
            </a:extLst>
          </p:cNvPr>
          <p:cNvSpPr>
            <a:spLocks noGrp="1"/>
          </p:cNvSpPr>
          <p:nvPr>
            <p:ph idx="1"/>
          </p:nvPr>
        </p:nvSpPr>
        <p:spPr/>
        <p:txBody>
          <a:bodyPr/>
          <a:lstStyle/>
          <a:p>
            <a:r>
              <a:rPr lang="en-US" dirty="0"/>
              <a:t>Modification meeting in 2 weeks will be canceled (</a:t>
            </a:r>
            <a:r>
              <a:rPr lang="en-US" dirty="0" err="1"/>
              <a:t>VulnCon</a:t>
            </a:r>
            <a:r>
              <a:rPr lang="en-US" dirty="0"/>
              <a:t>)</a:t>
            </a:r>
          </a:p>
          <a:p>
            <a:r>
              <a:rPr lang="en-US" dirty="0"/>
              <a:t>New entry meeting: May 1</a:t>
            </a:r>
          </a:p>
        </p:txBody>
      </p:sp>
      <p:sp>
        <p:nvSpPr>
          <p:cNvPr id="4" name="Slide Number Placeholder 3">
            <a:extLst>
              <a:ext uri="{FF2B5EF4-FFF2-40B4-BE49-F238E27FC236}">
                <a16:creationId xmlns:a16="http://schemas.microsoft.com/office/drawing/2014/main" id="{B6396BEF-15C6-340F-83C9-8E805DAD31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23517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F343-6A3B-3C11-2714-5CF76106D27B}"/>
              </a:ext>
            </a:extLst>
          </p:cNvPr>
          <p:cNvSpPr>
            <a:spLocks noGrp="1"/>
          </p:cNvSpPr>
          <p:nvPr>
            <p:ph type="ctrTitle" sz="quarter"/>
          </p:nvPr>
        </p:nvSpPr>
        <p:spPr/>
        <p:txBody>
          <a:bodyPr/>
          <a:lstStyle/>
          <a:p>
            <a:r>
              <a:rPr lang="en-US" dirty="0"/>
              <a:t>Other slides (not used in April 3 meeting)</a:t>
            </a:r>
          </a:p>
        </p:txBody>
      </p:sp>
      <p:sp>
        <p:nvSpPr>
          <p:cNvPr id="3" name="Slide Number Placeholder 2">
            <a:extLst>
              <a:ext uri="{FF2B5EF4-FFF2-40B4-BE49-F238E27FC236}">
                <a16:creationId xmlns:a16="http://schemas.microsoft.com/office/drawing/2014/main" id="{6D6EB319-40B4-00FD-3FCE-2070B92287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37239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New Entry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0642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600" dirty="0"/>
              <a:t>ID: ES2512-73d63d33 /  CDR #174</a:t>
            </a:r>
          </a:p>
          <a:p>
            <a:r>
              <a:rPr lang="en-US" sz="1600" dirty="0"/>
              <a:t>Submitted: December 24, 2025</a:t>
            </a:r>
          </a:p>
          <a:p>
            <a:r>
              <a:rPr lang="en-US" sz="1600" dirty="0"/>
              <a:t>Name: Bypass of Human Authorization Controls</a:t>
            </a:r>
          </a:p>
          <a:p>
            <a:r>
              <a:rPr lang="en-US" sz="1600" dirty="0"/>
              <a:t>Phase: Initial-Review</a:t>
            </a:r>
          </a:p>
          <a:p>
            <a:r>
              <a:rPr lang="en-US" sz="1600" dirty="0"/>
              <a:t>Description</a:t>
            </a:r>
          </a:p>
          <a:p>
            <a:pPr lvl="1"/>
            <a:r>
              <a:rPr lang="en-US" sz="1600" dirty="0"/>
              <a:t>Most of the AI agents can't trust the entire context, because they contain results from untrusted sources such as the internet or the user's input. One of the known mechanisms used is 'human-in-the-loop’… </a:t>
            </a:r>
            <a:r>
              <a:rPr lang="en-US" sz="1600" dirty="0">
                <a:highlight>
                  <a:srgbClr val="00FF00"/>
                </a:highlight>
              </a:rPr>
              <a:t>[I want to cover] the concept of bypass techniques that allow an attacker to do malicious/dangerous activity without this approval</a:t>
            </a:r>
            <a:r>
              <a:rPr lang="en-US" sz="1600" dirty="0"/>
              <a:t>.</a:t>
            </a:r>
          </a:p>
          <a:p>
            <a:pPr lvl="1"/>
            <a:r>
              <a:rPr lang="en-US" sz="1600" dirty="0"/>
              <a:t>It can be because of a configuration issue, a code issue such as not restricting the regex enough, an LLM as a judge that decides if a human is required to approve that, or even an unrelated message to the human to approve.</a:t>
            </a:r>
          </a:p>
          <a:p>
            <a:pPr lvl="1"/>
            <a:r>
              <a:rPr lang="en-US" sz="1600" dirty="0"/>
              <a:t>[This] will be presented in RSA (2026 March)</a:t>
            </a:r>
          </a:p>
          <a:p>
            <a:r>
              <a:rPr lang="en-US" sz="1600" dirty="0"/>
              <a:t>Close-but-no-cigar: CWE-357 (but a warning is actually sent)</a:t>
            </a:r>
          </a:p>
          <a:p>
            <a:r>
              <a:rPr lang="en-US" sz="1600" dirty="0"/>
              <a:t>Plan: create a more general CWE entry about “lack of human in the loop”</a:t>
            </a:r>
          </a:p>
          <a:p>
            <a:r>
              <a:rPr lang="en-US" sz="1600" dirty="0">
                <a:hlinkClick r:id="rId2"/>
              </a:rPr>
              <a:t>https://github.com/CWE-CAPEC/CWE-Content-Development-Repository/issues/174</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1644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737B-AF50-0DF7-DE58-8AB85537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7CEA-567A-6324-7E46-49C7012B3765}"/>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91DFFD87-46C9-DFAD-9260-4A69BBC1462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2807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600" dirty="0"/>
              <a:t>ID: ES2508-95a780e3 /  CDR #163</a:t>
            </a:r>
          </a:p>
          <a:p>
            <a:r>
              <a:rPr lang="en-US" sz="1600" dirty="0"/>
              <a:t>Submitted: 2025-08-15</a:t>
            </a:r>
          </a:p>
          <a:p>
            <a:r>
              <a:rPr lang="en-US" sz="1600" dirty="0"/>
              <a:t>Name: Inclusion of ANSI escape codes in LLM tokenizer</a:t>
            </a:r>
          </a:p>
          <a:p>
            <a:r>
              <a:rPr lang="en-US" sz="1600" dirty="0"/>
              <a:t>Phase: Details-Requested</a:t>
            </a:r>
          </a:p>
          <a:p>
            <a:r>
              <a:rPr lang="en-US" sz="1600" dirty="0"/>
              <a:t>Description</a:t>
            </a:r>
          </a:p>
          <a:p>
            <a:pPr lvl="1"/>
            <a:r>
              <a:rPr lang="en-US" sz="1600" b="1" dirty="0">
                <a:highlight>
                  <a:srgbClr val="00FF00"/>
                </a:highlight>
              </a:rPr>
              <a:t>ANSI escape codes are included in a tokenizer</a:t>
            </a:r>
            <a:r>
              <a:rPr lang="en-US" sz="1600" dirty="0"/>
              <a:t>. This can result in the execution of commands if LLM generated text is displayed in a terminal emulator.</a:t>
            </a:r>
          </a:p>
          <a:p>
            <a:pPr lvl="2"/>
            <a:r>
              <a:rPr lang="en-US" sz="1600" i="1" dirty="0"/>
              <a:t>“For certain escape sequences, it may be treated as a single token”. Likelihood of outputting a single token is higher than for multiple tokens. Could be exploited when user reads logs / accesses </a:t>
            </a:r>
            <a:r>
              <a:rPr lang="en-US" sz="1600" i="1" dirty="0" err="1"/>
              <a:t>stdout</a:t>
            </a:r>
            <a:r>
              <a:rPr lang="en-US" sz="1600" i="1" dirty="0"/>
              <a:t> / stderr. Similar to a </a:t>
            </a:r>
            <a:r>
              <a:rPr lang="en-US" sz="1600" i="1" dirty="0" err="1"/>
              <a:t>lexer</a:t>
            </a:r>
            <a:r>
              <a:rPr lang="en-US" sz="1600" i="1" dirty="0"/>
              <a:t>.</a:t>
            </a:r>
          </a:p>
          <a:p>
            <a:r>
              <a:rPr lang="en-US" sz="1600" dirty="0"/>
              <a:t>Extended Description</a:t>
            </a:r>
          </a:p>
          <a:p>
            <a:pPr lvl="1"/>
            <a:r>
              <a:rPr lang="en-US" sz="16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600" dirty="0"/>
              <a:t> This can result in unexpected command injection (CWE-77).</a:t>
            </a:r>
          </a:p>
          <a:p>
            <a:pPr lvl="1"/>
            <a:r>
              <a:rPr lang="en-US" sz="1600" dirty="0"/>
              <a:t>This impacts tokenizers used with large language models. Since large language models are generally expected to output human-readable text, tokenizers should not contain these escape sequences.</a:t>
            </a:r>
          </a:p>
          <a:p>
            <a:r>
              <a:rPr lang="en-US" sz="1600" dirty="0">
                <a:hlinkClick r:id="rId2"/>
              </a:rPr>
              <a:t>https://github.com/CWE-CAPEC/CWE-Content-Development-Repository/issues/163</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dirty="0"/>
              <a:t>Probably too low-level for its own CWE (SUB.ABS.LOWLEVEL)</a:t>
            </a:r>
          </a:p>
          <a:p>
            <a:pPr lvl="1"/>
            <a:r>
              <a:rPr lang="en-US" sz="2000" dirty="0"/>
              <a:t>Specific types of “escape” codes</a:t>
            </a:r>
          </a:p>
          <a:p>
            <a:pPr lvl="1"/>
            <a:r>
              <a:rPr lang="en-US" sz="2000" dirty="0"/>
              <a:t>LLM tokenizer</a:t>
            </a:r>
          </a:p>
          <a:p>
            <a:r>
              <a:rPr lang="en-US" sz="2000" dirty="0"/>
              <a:t>Overlaps an older submission related to ANSI codes</a:t>
            </a:r>
          </a:p>
          <a:p>
            <a:pPr lvl="1"/>
            <a:r>
              <a:rPr lang="en-US" sz="2000" dirty="0"/>
              <a:t>Improper Neutralization of ANSI Codes ('ANSI Injection’) - Tristan Figueroa-Reid - ES2406-ca98e75f / CDR #112</a:t>
            </a:r>
          </a:p>
          <a:p>
            <a:r>
              <a:rPr lang="en-US" sz="2000" dirty="0"/>
              <a:t>CWE already exists - CWE-150: Improper Neutralization of Escape, Meta, or Control Sequences</a:t>
            </a:r>
          </a:p>
          <a:p>
            <a:r>
              <a:rPr lang="en-US" sz="2000" dirty="0"/>
              <a:t>From the older submission review:</a:t>
            </a:r>
          </a:p>
          <a:p>
            <a:pPr lvl="1"/>
            <a:r>
              <a:rPr lang="en-US" sz="2000" dirty="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dirty="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dirty="0"/>
              <a:t>Demonstrative example</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fontScale="70000" lnSpcReduction="20000"/>
          </a:bodyPr>
          <a:lstStyle/>
          <a:p>
            <a:r>
              <a:rPr lang="en-US" dirty="0"/>
              <a:t>Introductory text – </a:t>
            </a:r>
            <a:r>
              <a:rPr lang="en-US" dirty="0">
                <a:solidFill>
                  <a:srgbClr val="FF0000"/>
                </a:solidFill>
              </a:rPr>
              <a:t>&lt;&gt;</a:t>
            </a:r>
          </a:p>
          <a:p>
            <a:endParaRPr lang="en-US" dirty="0">
              <a:solidFill>
                <a:srgbClr val="FF0000"/>
              </a:solidFill>
            </a:endParaRPr>
          </a:p>
          <a:p>
            <a:r>
              <a:rPr lang="en-US" dirty="0"/>
              <a:t>“Bad” code – </a:t>
            </a:r>
            <a:r>
              <a:rPr lang="en-US" dirty="0">
                <a:solidFill>
                  <a:srgbClr val="FF0000"/>
                </a:solidFill>
              </a:rPr>
              <a:t>&lt;The product uses a tokenizer that does not restrict which token IDs are produced. It processes a file and translates it </a:t>
            </a:r>
            <a:r>
              <a:rPr lang="en-US">
                <a:solidFill>
                  <a:srgbClr val="FF0000"/>
                </a:solidFill>
              </a:rPr>
              <a:t>“faithfully”&gt;</a:t>
            </a:r>
            <a:endParaRPr lang="en-US" dirty="0">
              <a:solidFill>
                <a:srgbClr val="FF0000"/>
              </a:solidFill>
            </a:endParaRP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solidFill>
                <a:srgbClr val="FF0000"/>
              </a:solidFill>
            </a:endParaRPr>
          </a:p>
          <a:p>
            <a:r>
              <a:rPr lang="en-US" dirty="0">
                <a:solidFill>
                  <a:srgbClr val="FF0000"/>
                </a:solidFill>
              </a:rPr>
              <a:t>Example from Garak: </a:t>
            </a:r>
            <a:r>
              <a:rPr lang="en-US" dirty="0">
                <a:solidFill>
                  <a:srgbClr val="FF0000"/>
                </a:solidFill>
                <a:hlinkClick r:id="rId2"/>
              </a:rPr>
              <a:t>https://github.com/NVIDIA/garak/blob/main/garak/probes/ansiescape.py</a:t>
            </a:r>
            <a:endParaRPr lang="en-US" dirty="0">
              <a:solidFill>
                <a:srgbClr val="FF0000"/>
              </a:solidFill>
            </a:endParaRPr>
          </a:p>
          <a:p>
            <a:r>
              <a:rPr lang="en-US" dirty="0">
                <a:solidFill>
                  <a:srgbClr val="FF0000"/>
                </a:solidFill>
              </a:rPr>
              <a:t>Single-token is easier to exploit than multiple-token</a:t>
            </a:r>
          </a:p>
          <a:p>
            <a:r>
              <a:rPr lang="en-US" dirty="0">
                <a:solidFill>
                  <a:srgbClr val="FF0000"/>
                </a:solidFill>
              </a:rPr>
              <a:t>Interacting with the model on the CLI </a:t>
            </a:r>
            <a:r>
              <a:rPr lang="en-US" dirty="0">
                <a:solidFill>
                  <a:srgbClr val="FF0000"/>
                </a:solidFill>
                <a:hlinkClick r:id="rId3"/>
              </a:rPr>
              <a:t>https://interhumanagreement.substack.com/p/llm-output-can-take-over-your-computer</a:t>
            </a:r>
            <a:endParaRPr lang="en-US" dirty="0">
              <a:solidFill>
                <a:srgbClr val="FF0000"/>
              </a:solidFill>
            </a:endParaRPr>
          </a:p>
          <a:p>
            <a:r>
              <a:rPr lang="en-US" dirty="0">
                <a:solidFill>
                  <a:srgbClr val="FF0000"/>
                </a:solidFill>
              </a:rPr>
              <a:t>Stok’s talk (about 40 minutes in): get the sequences into the LLM, when code editor analyzes the code; logs shown in the terminal https://www.youtube.com/watch?v=3T2Al3jdY38</a:t>
            </a:r>
          </a:p>
          <a:p>
            <a:endParaRPr lang="en-US" dirty="0"/>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F83D-F8B7-C3EC-BC17-48E05680A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A4C22-94B6-4087-72C4-7C2E4FF5ADF3}"/>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E2B4EC18-CC30-75C1-6492-40B20171611B}"/>
              </a:ext>
            </a:extLst>
          </p:cNvPr>
          <p:cNvSpPr>
            <a:spLocks noGrp="1"/>
          </p:cNvSpPr>
          <p:nvPr>
            <p:ph idx="1"/>
          </p:nvPr>
        </p:nvSpPr>
        <p:spPr/>
        <p:txBody>
          <a:bodyPr>
            <a:normAutofit fontScale="92500" lnSpcReduction="20000"/>
          </a:bodyPr>
          <a:lstStyle/>
          <a:p>
            <a:r>
              <a:rPr lang="en-US" sz="16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600" u="sng" dirty="0"/>
              <a:t>Values for Effectiveness</a:t>
            </a:r>
            <a:r>
              <a:rPr lang="en-US" sz="1400" dirty="0"/>
              <a:t>: </a:t>
            </a:r>
            <a:r>
              <a:rPr lang="en-US" sz="1400" b="0" dirty="0"/>
              <a:t>High, Moderate, Limited, Incidental, Discouraged Common Practice, Defense in Depth, None</a:t>
            </a:r>
          </a:p>
          <a:p>
            <a:endParaRPr lang="en-US" sz="1600" dirty="0"/>
          </a:p>
          <a:p>
            <a:r>
              <a:rPr lang="en-US" sz="1600" dirty="0"/>
              <a:t>Mitigation 1</a:t>
            </a:r>
          </a:p>
          <a:p>
            <a:pPr lvl="1"/>
            <a:r>
              <a:rPr lang="en-US" sz="1600" dirty="0"/>
              <a:t>SDLC phase: </a:t>
            </a:r>
            <a:r>
              <a:rPr lang="en-US" sz="1600" dirty="0">
                <a:solidFill>
                  <a:srgbClr val="FF0000"/>
                </a:solidFill>
              </a:rPr>
              <a:t>&lt;build/compilation – when training your tokenizer&gt;</a:t>
            </a:r>
            <a:endParaRPr lang="en-US" sz="1600" dirty="0"/>
          </a:p>
          <a:p>
            <a:pPr lvl="1"/>
            <a:r>
              <a:rPr lang="en-US" sz="1600" dirty="0"/>
              <a:t>Name/brief desc: </a:t>
            </a:r>
            <a:r>
              <a:rPr lang="en-US" sz="1600" dirty="0">
                <a:solidFill>
                  <a:srgbClr val="FF0000"/>
                </a:solidFill>
              </a:rPr>
              <a:t>&lt;remove escape codes from the tokenizer’s vocabulary (remove the map from the string to its token ID)&gt; </a:t>
            </a:r>
          </a:p>
          <a:p>
            <a:pPr lvl="1"/>
            <a:r>
              <a:rPr lang="en-US" sz="1600" dirty="0"/>
              <a:t>Effectiveness: </a:t>
            </a:r>
            <a:r>
              <a:rPr lang="en-US" sz="1600" dirty="0">
                <a:solidFill>
                  <a:srgbClr val="FF0000"/>
                </a:solidFill>
              </a:rPr>
              <a:t>&lt;limited – could still get multiple tokens strung together that form the escape code, but would take more effort&gt;</a:t>
            </a:r>
            <a:endParaRPr lang="en-US" sz="1600" dirty="0"/>
          </a:p>
          <a:p>
            <a:r>
              <a:rPr lang="en-US" sz="1600" dirty="0"/>
              <a:t>Mitigation 2</a:t>
            </a:r>
          </a:p>
          <a:p>
            <a:pPr lvl="1"/>
            <a:r>
              <a:rPr lang="en-US" sz="1600" dirty="0"/>
              <a:t>SDLC phase: </a:t>
            </a:r>
            <a:r>
              <a:rPr lang="en-US" sz="1600" dirty="0">
                <a:solidFill>
                  <a:srgbClr val="FF0000"/>
                </a:solidFill>
              </a:rPr>
              <a:t>&lt;Operation&gt; </a:t>
            </a:r>
            <a:endParaRPr lang="en-US" sz="1600" dirty="0"/>
          </a:p>
          <a:p>
            <a:pPr lvl="1"/>
            <a:r>
              <a:rPr lang="en-US" sz="1600" dirty="0"/>
              <a:t>Name/brief desc: </a:t>
            </a:r>
            <a:r>
              <a:rPr lang="en-US" sz="1600" dirty="0">
                <a:solidFill>
                  <a:srgbClr val="FF0000"/>
                </a:solidFill>
              </a:rPr>
              <a:t>&lt;examine the LLM output – neutralize / strip tokens before moving the output e.g. redirecting to the terminal&gt;</a:t>
            </a:r>
          </a:p>
          <a:p>
            <a:pPr lvl="1"/>
            <a:r>
              <a:rPr lang="en-US" sz="1600" dirty="0"/>
              <a:t>Effectiveness:</a:t>
            </a:r>
            <a:r>
              <a:rPr lang="en-US" sz="1600" dirty="0">
                <a:solidFill>
                  <a:srgbClr val="FF0000"/>
                </a:solidFill>
              </a:rPr>
              <a:t>&lt;High&gt;</a:t>
            </a:r>
            <a:endParaRPr lang="en-US" sz="1600" dirty="0"/>
          </a:p>
          <a:p>
            <a:r>
              <a:rPr lang="en-US" sz="1600" dirty="0"/>
              <a:t>Mitigation 3</a:t>
            </a:r>
          </a:p>
          <a:p>
            <a:pPr lvl="1"/>
            <a:r>
              <a:rPr lang="en-US" sz="1600" dirty="0"/>
              <a:t>SDLC phase: </a:t>
            </a:r>
            <a:r>
              <a:rPr lang="en-US" sz="1600" dirty="0">
                <a:solidFill>
                  <a:srgbClr val="FF0000"/>
                </a:solidFill>
              </a:rPr>
              <a:t>&lt;fill in here&gt; </a:t>
            </a:r>
            <a:endParaRPr lang="en-US" sz="1600" dirty="0"/>
          </a:p>
          <a:p>
            <a:pPr lvl="1"/>
            <a:r>
              <a:rPr lang="en-US" sz="1600" dirty="0"/>
              <a:t>Name/brief desc: </a:t>
            </a:r>
            <a:r>
              <a:rPr lang="en-US" sz="1600" dirty="0">
                <a:solidFill>
                  <a:srgbClr val="FF0000"/>
                </a:solidFill>
              </a:rPr>
              <a:t>&lt;fill in here&gt;</a:t>
            </a:r>
          </a:p>
          <a:p>
            <a:pPr lvl="1"/>
            <a:r>
              <a:rPr lang="en-US" sz="1600" dirty="0"/>
              <a:t>Effectiveness:</a:t>
            </a:r>
            <a:r>
              <a:rPr lang="en-US" sz="1600" dirty="0">
                <a:solidFill>
                  <a:srgbClr val="FF0000"/>
                </a:solidFill>
              </a:rPr>
              <a:t>&lt;fill in here&gt;</a:t>
            </a:r>
            <a:endParaRPr lang="en-US" sz="1600" dirty="0"/>
          </a:p>
        </p:txBody>
      </p:sp>
      <p:sp>
        <p:nvSpPr>
          <p:cNvPr id="4" name="Slide Number Placeholder 3">
            <a:extLst>
              <a:ext uri="{FF2B5EF4-FFF2-40B4-BE49-F238E27FC236}">
                <a16:creationId xmlns:a16="http://schemas.microsoft.com/office/drawing/2014/main" id="{8E179756-F16F-1D22-D5C9-B2CD9CDCB67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2725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682D-CD9D-9495-B4CF-CD938F838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0C699-ED19-FFC3-1BAA-6D4FB87856D8}"/>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7B757818-3D6A-062C-D8CC-900952029B29}"/>
              </a:ext>
            </a:extLst>
          </p:cNvPr>
          <p:cNvSpPr>
            <a:spLocks noGrp="1"/>
          </p:cNvSpPr>
          <p:nvPr>
            <p:ph idx="1"/>
          </p:nvPr>
        </p:nvSpPr>
        <p:spPr/>
        <p:txBody>
          <a:bodyPr>
            <a:normAutofit lnSpcReduction="1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&lt;Build and compilation&gt;</a:t>
            </a:r>
          </a:p>
          <a:p>
            <a:pPr lvl="1"/>
            <a:r>
              <a:rPr lang="en-US" dirty="0"/>
              <a:t>Notes: </a:t>
            </a:r>
            <a:r>
              <a:rPr lang="en-US" dirty="0">
                <a:solidFill>
                  <a:srgbClr val="FF0000"/>
                </a:solidFill>
              </a:rPr>
              <a:t>&lt;during training, individual escape sequences are assigned individual token IDs&gt;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F875F300-4277-7A5B-CB44-6DF54FCDC0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18115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E8A8-7ED0-8D51-6CA9-AEE695A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FF55-48CB-DC9D-652B-2BE6DA0C2242}"/>
              </a:ext>
            </a:extLst>
          </p:cNvPr>
          <p:cNvSpPr>
            <a:spLocks noGrp="1"/>
          </p:cNvSpPr>
          <p:nvPr>
            <p:ph type="ctrTitle" sz="quarter"/>
          </p:nvPr>
        </p:nvSpPr>
        <p:spPr/>
        <p:txBody>
          <a:bodyPr/>
          <a:lstStyle/>
          <a:p>
            <a:r>
              <a:rPr lang="en-US" dirty="0"/>
              <a:t>Improper Neutralization of Reserved Special Tokens in AI Instruction Streams</a:t>
            </a:r>
          </a:p>
        </p:txBody>
      </p:sp>
      <p:sp>
        <p:nvSpPr>
          <p:cNvPr id="3" name="Slide Number Placeholder 2">
            <a:extLst>
              <a:ext uri="{FF2B5EF4-FFF2-40B4-BE49-F238E27FC236}">
                <a16:creationId xmlns:a16="http://schemas.microsoft.com/office/drawing/2014/main" id="{76BE6D83-712B-0871-A899-C52BD855ED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52864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6A76-947B-D15B-1888-F5E0559458AB}"/>
              </a:ext>
            </a:extLst>
          </p:cNvPr>
          <p:cNvSpPr>
            <a:spLocks noGrp="1"/>
          </p:cNvSpPr>
          <p:nvPr>
            <p:ph type="title"/>
          </p:nvPr>
        </p:nvSpPr>
        <p:spPr/>
        <p:txBody>
          <a:bodyPr/>
          <a:lstStyle/>
          <a:p>
            <a:r>
              <a:rPr lang="en-US" dirty="0"/>
              <a:t>Improper Neutralization of Reserved Special Tokens in AI Instruction Streams (Robert Shala, Sentry)</a:t>
            </a:r>
          </a:p>
        </p:txBody>
      </p:sp>
      <p:sp>
        <p:nvSpPr>
          <p:cNvPr id="3" name="Content Placeholder 2">
            <a:extLst>
              <a:ext uri="{FF2B5EF4-FFF2-40B4-BE49-F238E27FC236}">
                <a16:creationId xmlns:a16="http://schemas.microsoft.com/office/drawing/2014/main" id="{2CA34114-7877-064E-C4FE-02FAA389093D}"/>
              </a:ext>
            </a:extLst>
          </p:cNvPr>
          <p:cNvSpPr>
            <a:spLocks noGrp="1"/>
          </p:cNvSpPr>
          <p:nvPr>
            <p:ph idx="1"/>
          </p:nvPr>
        </p:nvSpPr>
        <p:spPr/>
        <p:txBody>
          <a:bodyPr/>
          <a:lstStyle/>
          <a:p>
            <a:r>
              <a:rPr lang="en-US" dirty="0"/>
              <a:t>ID: ES2512-1cc397f8 / CDR #173 </a:t>
            </a:r>
          </a:p>
          <a:p>
            <a:r>
              <a:rPr lang="en-US" dirty="0"/>
              <a:t>Submitted: December 11, 2025</a:t>
            </a:r>
          </a:p>
          <a:p>
            <a:r>
              <a:rPr lang="en-US" dirty="0"/>
              <a:t>Phase: Initial-Review (later today)</a:t>
            </a:r>
          </a:p>
          <a:p>
            <a:r>
              <a:rPr lang="en-US" dirty="0"/>
              <a:t>Description</a:t>
            </a:r>
          </a:p>
          <a:p>
            <a:pPr lvl="1"/>
            <a:r>
              <a:rPr lang="en-US" sz="1600" dirty="0"/>
              <a:t>Special Token Injection occurs when an AI system fails to neutralize or  correctly handle reserved special tokens (e.g., role delimiters, tool-invocation markers, BOS/EOS tokens, or other non-semantic control symbols) embedded in user-controlled input. Modern AI model pipelines treat these tokens as special instructions, not content. When an attacker introduces input that the tokenizer resolves into such control tokens, the downstream LLM model interprets them as control directives.</a:t>
            </a:r>
          </a:p>
          <a:p>
            <a:pPr lvl="1"/>
            <a:r>
              <a:rPr lang="en-US" sz="1600" dirty="0"/>
              <a:t>Developers may assume that special tokens cannot be introduced from user input because they are "internal" artifacts of the model architecture. However, in practice, these tokens can be injected directly via user input, indirectly (ex. supply chain), or self-injected via tool invocation (ex. multi-agent system). If not explicitly filtered, escaped, or validated at every inference layer, the system may misinterpret such input as control directives.</a:t>
            </a:r>
            <a:endParaRPr lang="en-US" dirty="0"/>
          </a:p>
          <a:p>
            <a:r>
              <a:rPr lang="en-US" dirty="0"/>
              <a:t>https://github.com/CWE-CAPEC/CWE-Content-Development-Repository/issues/173</a:t>
            </a:r>
          </a:p>
          <a:p>
            <a:endParaRPr lang="en-US" dirty="0"/>
          </a:p>
        </p:txBody>
      </p:sp>
      <p:sp>
        <p:nvSpPr>
          <p:cNvPr id="4" name="Slide Number Placeholder 3">
            <a:extLst>
              <a:ext uri="{FF2B5EF4-FFF2-40B4-BE49-F238E27FC236}">
                <a16:creationId xmlns:a16="http://schemas.microsoft.com/office/drawing/2014/main" id="{F546A969-1929-DA95-C7DB-B8EBC6364C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40325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872A-F2D8-83F1-537C-67860D4D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D3B7-0ABD-F98A-5CF9-13E935B0418C}"/>
              </a:ext>
            </a:extLst>
          </p:cNvPr>
          <p:cNvSpPr>
            <a:spLocks noGrp="1"/>
          </p:cNvSpPr>
          <p:nvPr>
            <p:ph type="ctrTitle" sz="quarter"/>
          </p:nvPr>
        </p:nvSpPr>
        <p:spPr/>
        <p:txBody>
          <a:bodyPr/>
          <a:lstStyle/>
          <a:p>
            <a:r>
              <a:rPr lang="en-US" dirty="0"/>
              <a:t>Unstable Internal Model Representations Triggered by Valid Token Sequences </a:t>
            </a:r>
          </a:p>
        </p:txBody>
      </p:sp>
      <p:sp>
        <p:nvSpPr>
          <p:cNvPr id="3" name="Slide Number Placeholder 2">
            <a:extLst>
              <a:ext uri="{FF2B5EF4-FFF2-40B4-BE49-F238E27FC236}">
                <a16:creationId xmlns:a16="http://schemas.microsoft.com/office/drawing/2014/main" id="{1E6E25E9-E983-2178-04B9-DA7DD68DBF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68195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CB02-60ED-36B8-601D-658CDE4C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C6264-7D40-69A7-DCD3-C71C59EA45C3}"/>
              </a:ext>
            </a:extLst>
          </p:cNvPr>
          <p:cNvSpPr>
            <a:spLocks noGrp="1"/>
          </p:cNvSpPr>
          <p:nvPr>
            <p:ph type="title"/>
          </p:nvPr>
        </p:nvSpPr>
        <p:spPr/>
        <p:txBody>
          <a:bodyPr/>
          <a:lstStyle/>
          <a:p>
            <a:r>
              <a:rPr lang="en-US" sz="2800" dirty="0"/>
              <a:t>Unstable Internal Model Representations Triggered by Valid Token Sequences (Kurt Seifried, Cloud Security Alliance)</a:t>
            </a:r>
          </a:p>
        </p:txBody>
      </p:sp>
      <p:sp>
        <p:nvSpPr>
          <p:cNvPr id="3" name="Content Placeholder 2">
            <a:extLst>
              <a:ext uri="{FF2B5EF4-FFF2-40B4-BE49-F238E27FC236}">
                <a16:creationId xmlns:a16="http://schemas.microsoft.com/office/drawing/2014/main" id="{4785CA13-91AF-86F1-ADE1-60543ED16AFF}"/>
              </a:ext>
            </a:extLst>
          </p:cNvPr>
          <p:cNvSpPr>
            <a:spLocks noGrp="1"/>
          </p:cNvSpPr>
          <p:nvPr>
            <p:ph idx="1"/>
          </p:nvPr>
        </p:nvSpPr>
        <p:spPr/>
        <p:txBody>
          <a:bodyPr/>
          <a:lstStyle/>
          <a:p>
            <a:r>
              <a:rPr lang="en-US" dirty="0"/>
              <a:t>ID: ES2601-eb7223b4 / CDR #179 </a:t>
            </a:r>
          </a:p>
          <a:p>
            <a:r>
              <a:rPr lang="en-US" dirty="0"/>
              <a:t>Submitted: January 20, 2026</a:t>
            </a:r>
          </a:p>
          <a:p>
            <a:r>
              <a:rPr lang="en-US" dirty="0"/>
              <a:t>Phase: Initial-Review (later today)</a:t>
            </a:r>
          </a:p>
          <a:p>
            <a:r>
              <a:rPr lang="en-US" dirty="0"/>
              <a:t>Description</a:t>
            </a:r>
          </a:p>
          <a:p>
            <a:pPr lvl="1"/>
            <a:r>
              <a:rPr lang="en-US" sz="1600" dirty="0"/>
              <a:t>This weakness occurs when an AI system fails to ensure the stability and coherence of its internal model representations when processing valid input token sequences. Certain token patterns, while syntactically valid and intentionally accepted by the system, can induce degenerate, weakly constrained, or unstable internal states that the system was not designed to handle safely.</a:t>
            </a:r>
          </a:p>
          <a:p>
            <a:pPr lvl="1"/>
            <a:r>
              <a:rPr lang="en-US" sz="1600" dirty="0"/>
              <a:t>In many AI systems, input text is transformed by a tokenizer into discrete tokens that are then mapped into internal representations used by the model during inference. These representations are assumed to behave consistently across the valid input space. However, when this assumption does not hold, specific token sequences can trigger internal behaviors that violate downstream expectations about inference cost, output structure, or control flow.</a:t>
            </a:r>
            <a:endParaRPr lang="en-US" dirty="0"/>
          </a:p>
          <a:p>
            <a:r>
              <a:rPr lang="en-US" dirty="0"/>
              <a:t>https://github.com/CWE-CAPEC/CWE-Content-Development-Repository/issues/179</a:t>
            </a:r>
          </a:p>
          <a:p>
            <a:endParaRPr lang="en-US" dirty="0"/>
          </a:p>
        </p:txBody>
      </p:sp>
      <p:sp>
        <p:nvSpPr>
          <p:cNvPr id="4" name="Slide Number Placeholder 3">
            <a:extLst>
              <a:ext uri="{FF2B5EF4-FFF2-40B4-BE49-F238E27FC236}">
                <a16:creationId xmlns:a16="http://schemas.microsoft.com/office/drawing/2014/main" id="{28D8F2F8-0B9E-E92A-26FB-2196BA1262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008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55-AC72-A8B1-6757-F4CE07D6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A667A-E9C7-1ABF-7BB3-DC534118882F}"/>
              </a:ext>
            </a:extLst>
          </p:cNvPr>
          <p:cNvSpPr>
            <a:spLocks noGrp="1"/>
          </p:cNvSpPr>
          <p:nvPr>
            <p:ph type="ctrTitle" sz="quarter"/>
          </p:nvPr>
        </p:nvSpPr>
        <p:spPr/>
        <p:txBody>
          <a:bodyPr/>
          <a:lstStyle/>
          <a:p>
            <a:r>
              <a:rPr lang="en-US" dirty="0"/>
              <a:t>Cross-Model Scripting (XMS)</a:t>
            </a:r>
          </a:p>
        </p:txBody>
      </p:sp>
      <p:sp>
        <p:nvSpPr>
          <p:cNvPr id="3" name="Slide Number Placeholder 2">
            <a:extLst>
              <a:ext uri="{FF2B5EF4-FFF2-40B4-BE49-F238E27FC236}">
                <a16:creationId xmlns:a16="http://schemas.microsoft.com/office/drawing/2014/main" id="{B0E2B729-94B7-E6F3-7985-F16A3409E7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807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894-EC87-12D8-C53A-738C28957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9162-D772-F02B-6EDD-EE22236162FE}"/>
              </a:ext>
            </a:extLst>
          </p:cNvPr>
          <p:cNvSpPr>
            <a:spLocks noGrp="1"/>
          </p:cNvSpPr>
          <p:nvPr>
            <p:ph type="title"/>
          </p:nvPr>
        </p:nvSpPr>
        <p:spPr/>
        <p:txBody>
          <a:bodyPr/>
          <a:lstStyle/>
          <a:p>
            <a:r>
              <a:rPr lang="en-US" sz="2800" dirty="0"/>
              <a:t>“Cross-Model Scripting (XMS)” (Felipe Caldas) </a:t>
            </a:r>
          </a:p>
        </p:txBody>
      </p:sp>
      <p:sp>
        <p:nvSpPr>
          <p:cNvPr id="3" name="Content Placeholder 2">
            <a:extLst>
              <a:ext uri="{FF2B5EF4-FFF2-40B4-BE49-F238E27FC236}">
                <a16:creationId xmlns:a16="http://schemas.microsoft.com/office/drawing/2014/main" id="{77601EE4-A306-6825-7FC9-11FE1BB67CA7}"/>
              </a:ext>
            </a:extLst>
          </p:cNvPr>
          <p:cNvSpPr>
            <a:spLocks noGrp="1"/>
          </p:cNvSpPr>
          <p:nvPr>
            <p:ph idx="1"/>
          </p:nvPr>
        </p:nvSpPr>
        <p:spPr/>
        <p:txBody>
          <a:bodyPr/>
          <a:lstStyle/>
          <a:p>
            <a:r>
              <a:rPr lang="en-US" dirty="0"/>
              <a:t>ID: ES2602-82fddd0e / CDR #180</a:t>
            </a:r>
          </a:p>
          <a:p>
            <a:r>
              <a:rPr lang="en-US" dirty="0"/>
              <a:t>Submitted: February 6, 2026</a:t>
            </a:r>
          </a:p>
          <a:p>
            <a:r>
              <a:rPr lang="en-US" dirty="0"/>
              <a:t>Phase: Initial-Review (later today)</a:t>
            </a:r>
          </a:p>
          <a:p>
            <a:r>
              <a:rPr lang="en-US" dirty="0"/>
              <a:t>Description</a:t>
            </a:r>
          </a:p>
          <a:p>
            <a:pPr lvl="1"/>
            <a:r>
              <a:rPr lang="en-US" sz="1600" dirty="0"/>
              <a:t>Cross-Model Scripting (XMS) is a model-mediated pathway to cross-site scripting (XSS) in AI-integrated web applications. XMS does not describe a new execution context. The resulting vulnerability remains a form of XSS (CWE-79), and script execution still occurs in the browser. What distinguishes XMS is the mechanism through which unsafe script content emerges.</a:t>
            </a:r>
          </a:p>
          <a:p>
            <a:pPr lvl="1"/>
            <a:r>
              <a:rPr lang="en-US" sz="1600" dirty="0"/>
              <a:t>In AI-integrated pipelines, however, a language model may introduce an intermediate transformation layer between validation and rendering. The model may rewrite, translate, normalize, or otherwise transform previously validated input. During this transformation, canonical representations of script constructs may be restored or generated. If the modelu2019s output is subsequently rendered without contextual encoding or post-transformation validation, injection risks may reappear. </a:t>
            </a:r>
          </a:p>
          <a:p>
            <a:r>
              <a:rPr lang="en-US" dirty="0"/>
              <a:t>https://github.com/CWE-CAPEC/CWE-Content-Development-Repository/issues/180</a:t>
            </a:r>
          </a:p>
          <a:p>
            <a:endParaRPr lang="en-US" dirty="0"/>
          </a:p>
        </p:txBody>
      </p:sp>
      <p:sp>
        <p:nvSpPr>
          <p:cNvPr id="4" name="Slide Number Placeholder 3">
            <a:extLst>
              <a:ext uri="{FF2B5EF4-FFF2-40B4-BE49-F238E27FC236}">
                <a16:creationId xmlns:a16="http://schemas.microsoft.com/office/drawing/2014/main" id="{D2636967-1DF2-15A1-DB3A-F42BCEE7035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42551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600C-F910-06DD-F4C4-3CAE52999443}"/>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43CFA481-8EE4-2B11-77D0-2C43B64C72B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798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January 23 (Modifications)</a:t>
            </a:r>
          </a:p>
          <a:p>
            <a:pPr lvl="1"/>
            <a:r>
              <a:rPr lang="en-US" dirty="0"/>
              <a:t>February 6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http://schemas.openxmlformats.org/package/2006/metadata/core-properties"/>
    <ds:schemaRef ds:uri="http://purl.org/dc/dcmitype/"/>
    <ds:schemaRef ds:uri="b5a44311-ed64-4a72-909f-c9dc6973bde2"/>
    <ds:schemaRef ds:uri="http://schemas.microsoft.com/office/2006/metadata/properties"/>
    <ds:schemaRef ds:uri="http://purl.org/dc/elements/1.1/"/>
    <ds:schemaRef ds:uri="http://www.w3.org/XML/1998/namespace"/>
    <ds:schemaRef ds:uri="http://schemas.microsoft.com/office/2006/documentManagement/types"/>
    <ds:schemaRef ds:uri="http://schemas.microsoft.com/office/infopath/2007/PartnerControls"/>
    <ds:schemaRef ds:uri="f3e578be-7961-41e8-91c9-b742ecb60a74"/>
    <ds:schemaRef ds:uri="aff8eeb6-53bf-44bf-a224-fac977cd228b"/>
    <ds:schemaRef ds:uri="http://purl.org/dc/terms/"/>
  </ds:schemaRefs>
</ds:datastoreItem>
</file>

<file path=customXml/itemProps2.xml><?xml version="1.0" encoding="utf-8"?>
<ds:datastoreItem xmlns:ds="http://schemas.openxmlformats.org/officeDocument/2006/customXml" ds:itemID="{4466E063-DFC1-40E7-96DC-CB159C8D50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274</TotalTime>
  <Words>8768</Words>
  <Application>Microsoft Office PowerPoint</Application>
  <PresentationFormat>Widescreen</PresentationFormat>
  <Paragraphs>841</Paragraphs>
  <Slides>91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91</vt:i4>
      </vt:variant>
    </vt:vector>
  </HeadingPairs>
  <TitlesOfParts>
    <vt:vector size="100"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Active New Entry Submissions – For Discussion</vt:lpstr>
      <vt:lpstr>Active New Entry Submissions – Ongoing</vt:lpstr>
      <vt:lpstr>Proposal by Sasha Romanosky</vt:lpstr>
      <vt:lpstr>Proposal: New View for AI/ML</vt:lpstr>
      <vt:lpstr>Future</vt:lpstr>
      <vt:lpstr>Other slides (not used in April 3 meeting)</vt:lpstr>
      <vt:lpstr>Deprioritized/Delayed New Entry Submissions</vt:lpstr>
      <vt:lpstr>Bypass of Human Authorization Controls</vt:lpstr>
      <vt:lpstr>Bypass of Human Authorization Controls (Eran Segal, Kodem Security)</vt:lpstr>
      <vt:lpstr>ANSI Injection from LLMs</vt:lpstr>
      <vt:lpstr>Inclusion of ANSI escape codes in LLM tokenizer (Erick Galinkin)</vt:lpstr>
      <vt:lpstr>Issues: Inclusion of ANSI escape codes in LLM tokenizer (Erick Galinkin)</vt:lpstr>
      <vt:lpstr>Demonstrative Examples</vt:lpstr>
      <vt:lpstr>Demonstrative example</vt:lpstr>
      <vt:lpstr>Potential Mitigations Worksheet</vt:lpstr>
      <vt:lpstr>Modes of Introduction Worksheet</vt:lpstr>
      <vt:lpstr>Improper Neutralization of Reserved Special Tokens in AI Instruction Streams</vt:lpstr>
      <vt:lpstr>Improper Neutralization of Reserved Special Tokens in AI Instruction Streams (Robert Shala, Sentry)</vt:lpstr>
      <vt:lpstr>Unstable Internal Model Representations Triggered by Valid Token Sequences </vt:lpstr>
      <vt:lpstr>Unstable Internal Model Representations Triggered by Valid Token Sequences (Kurt Seifried, Cloud Security Alliance)</vt:lpstr>
      <vt:lpstr>Cross-Model Scripting (XMS)</vt:lpstr>
      <vt:lpstr>“Cross-Model Scripting (XMS)” (Felipe Caldas) </vt:lpstr>
      <vt:lpstr>Other Submissions</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2026-04-03T15:54:03Z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