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48"/>
  </p:notesMasterIdLst>
  <p:handoutMasterIdLst>
    <p:handoutMasterId r:id="rId49"/>
  </p:handoutMasterIdLst>
  <p:sldIdLst>
    <p:sldId id="459" r:id="rId5"/>
    <p:sldId id="475" r:id="rId6"/>
    <p:sldId id="514" r:id="rId7"/>
    <p:sldId id="533" r:id="rId8"/>
    <p:sldId id="548" r:id="rId9"/>
    <p:sldId id="542" r:id="rId10"/>
    <p:sldId id="581" r:id="rId11"/>
    <p:sldId id="585" r:id="rId12"/>
    <p:sldId id="552" r:id="rId13"/>
    <p:sldId id="502" r:id="rId14"/>
    <p:sldId id="501" r:id="rId15"/>
    <p:sldId id="493" r:id="rId16"/>
    <p:sldId id="488" r:id="rId17"/>
    <p:sldId id="505" r:id="rId18"/>
    <p:sldId id="496" r:id="rId19"/>
    <p:sldId id="494" r:id="rId20"/>
    <p:sldId id="495" r:id="rId21"/>
    <p:sldId id="503" r:id="rId22"/>
    <p:sldId id="504" r:id="rId23"/>
    <p:sldId id="584" r:id="rId24"/>
    <p:sldId id="586" r:id="rId25"/>
    <p:sldId id="551" r:id="rId26"/>
    <p:sldId id="539" r:id="rId27"/>
    <p:sldId id="547" r:id="rId28"/>
    <p:sldId id="541" r:id="rId29"/>
    <p:sldId id="543" r:id="rId30"/>
    <p:sldId id="554" r:id="rId31"/>
    <p:sldId id="561" r:id="rId32"/>
    <p:sldId id="562" r:id="rId33"/>
    <p:sldId id="563" r:id="rId34"/>
    <p:sldId id="564" r:id="rId35"/>
    <p:sldId id="565" r:id="rId36"/>
    <p:sldId id="566" r:id="rId37"/>
    <p:sldId id="567" r:id="rId38"/>
    <p:sldId id="568" r:id="rId39"/>
    <p:sldId id="569" r:id="rId40"/>
    <p:sldId id="570" r:id="rId41"/>
    <p:sldId id="571" r:id="rId42"/>
    <p:sldId id="572" r:id="rId43"/>
    <p:sldId id="573" r:id="rId44"/>
    <p:sldId id="574" r:id="rId45"/>
    <p:sldId id="545" r:id="rId46"/>
    <p:sldId id="53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B14AF-BF02-E3F9-E198-B3F4BC4A8267}" v="6" dt="2025-04-09T18:42:17.9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pChg chg="mod">
          <ac:chgData name="Steven M Christey" userId="f24da668-4c1f-41c0-850e-113e2bdf78cf" providerId="ADAL" clId="{19F25D5F-252C-424D-A52E-D5D089ECF2C6}" dt="2025-01-31T15:18:16.636" v="3" actId="20577"/>
          <ac:spMkLst>
            <pc:docMk/>
            <pc:sldMk cId="1454278300" sldId="459"/>
            <ac:spMk id="3" creationId="{0992DF88-AC24-0FBF-1177-62DD9110498B}"/>
          </ac:spMkLst>
        </pc:spChg>
      </pc:sldChg>
      <pc:sldChg chg="modSp mod">
        <pc:chgData name="Steven M Christey" userId="f24da668-4c1f-41c0-850e-113e2bdf78cf" providerId="ADAL" clId="{19F25D5F-252C-424D-A52E-D5D089ECF2C6}" dt="2025-01-31T15:18:35.244" v="8"/>
        <pc:sldMkLst>
          <pc:docMk/>
          <pc:sldMk cId="1259113184" sldId="475"/>
        </pc:sldMkLst>
        <pc:spChg chg="mod">
          <ac:chgData name="Steven M Christey" userId="f24da668-4c1f-41c0-850e-113e2bdf78cf" providerId="ADAL" clId="{19F25D5F-252C-424D-A52E-D5D089ECF2C6}" dt="2025-01-31T15:18:35.244" v="8"/>
          <ac:spMkLst>
            <pc:docMk/>
            <pc:sldMk cId="1259113184" sldId="475"/>
            <ac:spMk id="3" creationId="{32062DF9-CFF1-0BEE-15FF-59D403B018ED}"/>
          </ac:spMkLst>
        </pc:spChg>
      </pc:sldChg>
      <pc:sldChg chg="modSp mod ord">
        <pc:chgData name="Steven M Christey" userId="f24da668-4c1f-41c0-850e-113e2bdf78cf" providerId="ADAL" clId="{19F25D5F-252C-424D-A52E-D5D089ECF2C6}" dt="2025-01-31T16:09:38.056" v="1614" actId="20577"/>
        <pc:sldMkLst>
          <pc:docMk/>
          <pc:sldMk cId="915149386" sldId="514"/>
        </pc:sldMkLst>
        <pc:spChg chg="mod">
          <ac:chgData name="Steven M Christey" userId="f24da668-4c1f-41c0-850e-113e2bdf78cf" providerId="ADAL" clId="{19F25D5F-252C-424D-A52E-D5D089ECF2C6}" dt="2025-01-31T16:09:38.056" v="1614" actId="20577"/>
          <ac:spMkLst>
            <pc:docMk/>
            <pc:sldMk cId="915149386" sldId="514"/>
            <ac:spMk id="3" creationId="{D4348C02-DFCE-A2E4-D523-D69A254A7D49}"/>
          </ac:spMkLst>
        </pc:spChg>
      </pc:sldChg>
      <pc:sldChg chg="modSp mod ord">
        <pc:chgData name="Steven M Christey" userId="f24da668-4c1f-41c0-850e-113e2bdf78cf" providerId="ADAL" clId="{19F25D5F-252C-424D-A52E-D5D089ECF2C6}" dt="2025-01-31T16:25:30.993" v="1631" actId="114"/>
        <pc:sldMkLst>
          <pc:docMk/>
          <pc:sldMk cId="150708501" sldId="533"/>
        </pc:sldMkLst>
        <pc:spChg chg="mod">
          <ac:chgData name="Steven M Christey" userId="f24da668-4c1f-41c0-850e-113e2bdf78cf" providerId="ADAL" clId="{19F25D5F-252C-424D-A52E-D5D089ECF2C6}" dt="2025-01-31T15:20:53.773" v="210" actId="27636"/>
          <ac:spMkLst>
            <pc:docMk/>
            <pc:sldMk cId="150708501" sldId="533"/>
            <ac:spMk id="3" creationId="{D56FF49E-E3F8-8E2A-2DB7-2E9585AD88B0}"/>
          </ac:spMkLst>
        </pc:spChg>
        <pc:spChg chg="mod">
          <ac:chgData name="Steven M Christey" userId="f24da668-4c1f-41c0-850e-113e2bdf78cf" providerId="ADAL" clId="{19F25D5F-252C-424D-A52E-D5D089ECF2C6}" dt="2025-01-31T16:25:30.993" v="1631" actId="114"/>
          <ac:spMkLst>
            <pc:docMk/>
            <pc:sldMk cId="150708501" sldId="533"/>
            <ac:spMk id="5" creationId="{F150325F-23B4-2959-C512-1363416E3D5B}"/>
          </ac:spMkLst>
        </pc:spChg>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pChg chg="mod">
          <ac:chgData name="Steven M Christey" userId="f24da668-4c1f-41c0-850e-113e2bdf78cf" providerId="ADAL" clId="{19F25D5F-252C-424D-A52E-D5D089ECF2C6}" dt="2025-01-31T15:27:12.267" v="522" actId="20577"/>
          <ac:spMkLst>
            <pc:docMk/>
            <pc:sldMk cId="2266223281" sldId="539"/>
            <ac:spMk id="2" creationId="{994EE636-A57B-BB7C-C698-DCB6F2A7B071}"/>
          </ac:spMkLst>
        </pc:spChg>
        <pc:spChg chg="mod">
          <ac:chgData name="Steven M Christey" userId="f24da668-4c1f-41c0-850e-113e2bdf78cf" providerId="ADAL" clId="{19F25D5F-252C-424D-A52E-D5D089ECF2C6}" dt="2025-01-31T15:32:42.094" v="904" actId="20577"/>
          <ac:spMkLst>
            <pc:docMk/>
            <pc:sldMk cId="2266223281" sldId="539"/>
            <ac:spMk id="3" creationId="{9915B450-3AB3-4605-EAE8-C84785DE6064}"/>
          </ac:spMkLst>
        </pc:spChg>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pChg chg="mod">
          <ac:chgData name="Steven M Christey" userId="f24da668-4c1f-41c0-850e-113e2bdf78cf" providerId="ADAL" clId="{19F25D5F-252C-424D-A52E-D5D089ECF2C6}" dt="2025-01-31T15:34:42.979" v="920" actId="1076"/>
          <ac:spMkLst>
            <pc:docMk/>
            <pc:sldMk cId="1502259985" sldId="541"/>
            <ac:spMk id="2" creationId="{FE27698D-BC9A-28D2-4336-B8478BD9DE4F}"/>
          </ac:spMkLst>
        </pc:spChg>
        <pc:spChg chg="mod">
          <ac:chgData name="Steven M Christey" userId="f24da668-4c1f-41c0-850e-113e2bdf78cf" providerId="ADAL" clId="{19F25D5F-252C-424D-A52E-D5D089ECF2C6}" dt="2025-01-31T15:41:50.169" v="1169"/>
          <ac:spMkLst>
            <pc:docMk/>
            <pc:sldMk cId="1502259985" sldId="541"/>
            <ac:spMk id="3" creationId="{8E18EDAB-114A-7565-3477-1309F48B90FB}"/>
          </ac:spMkLst>
        </pc:spChg>
      </pc:sldChg>
      <pc:sldChg chg="modSp new mod">
        <pc:chgData name="Steven M Christey" userId="f24da668-4c1f-41c0-850e-113e2bdf78cf" providerId="ADAL" clId="{19F25D5F-252C-424D-A52E-D5D089ECF2C6}" dt="2025-01-31T15:45:41.243" v="1293" actId="14"/>
        <pc:sldMkLst>
          <pc:docMk/>
          <pc:sldMk cId="2730253842" sldId="542"/>
        </pc:sldMkLst>
        <pc:spChg chg="mod">
          <ac:chgData name="Steven M Christey" userId="f24da668-4c1f-41c0-850e-113e2bdf78cf" providerId="ADAL" clId="{19F25D5F-252C-424D-A52E-D5D089ECF2C6}" dt="2025-01-31T15:42:27.118" v="1186"/>
          <ac:spMkLst>
            <pc:docMk/>
            <pc:sldMk cId="2730253842" sldId="542"/>
            <ac:spMk id="2" creationId="{91D802BE-518D-D6E6-531C-A2E587BDF05C}"/>
          </ac:spMkLst>
        </pc:spChg>
        <pc:spChg chg="mod">
          <ac:chgData name="Steven M Christey" userId="f24da668-4c1f-41c0-850e-113e2bdf78cf" providerId="ADAL" clId="{19F25D5F-252C-424D-A52E-D5D089ECF2C6}" dt="2025-01-31T15:45:41.243" v="1293" actId="14"/>
          <ac:spMkLst>
            <pc:docMk/>
            <pc:sldMk cId="2730253842" sldId="542"/>
            <ac:spMk id="3" creationId="{CF8600D0-E349-74FD-4214-23DC700A0F91}"/>
          </ac:spMkLst>
        </pc:spChg>
      </pc:sldChg>
      <pc:sldChg chg="modSp new mod">
        <pc:chgData name="Steven M Christey" userId="f24da668-4c1f-41c0-850e-113e2bdf78cf" providerId="ADAL" clId="{19F25D5F-252C-424D-A52E-D5D089ECF2C6}" dt="2025-01-31T15:49:39.485" v="1472" actId="20577"/>
        <pc:sldMkLst>
          <pc:docMk/>
          <pc:sldMk cId="373026186" sldId="543"/>
        </pc:sldMkLst>
        <pc:spChg chg="mod">
          <ac:chgData name="Steven M Christey" userId="f24da668-4c1f-41c0-850e-113e2bdf78cf" providerId="ADAL" clId="{19F25D5F-252C-424D-A52E-D5D089ECF2C6}" dt="2025-01-31T15:49:19.787" v="1399" actId="20577"/>
          <ac:spMkLst>
            <pc:docMk/>
            <pc:sldMk cId="373026186" sldId="543"/>
            <ac:spMk id="2" creationId="{0AF37094-A533-79D5-3374-777789798775}"/>
          </ac:spMkLst>
        </pc:spChg>
        <pc:spChg chg="mod">
          <ac:chgData name="Steven M Christey" userId="f24da668-4c1f-41c0-850e-113e2bdf78cf" providerId="ADAL" clId="{19F25D5F-252C-424D-A52E-D5D089ECF2C6}" dt="2025-01-31T15:49:39.485" v="1472" actId="20577"/>
          <ac:spMkLst>
            <pc:docMk/>
            <pc:sldMk cId="373026186" sldId="543"/>
            <ac:spMk id="3" creationId="{4AAD0163-4D5C-07F0-AD94-0E567808EB5B}"/>
          </ac:spMkLst>
        </pc:spChg>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pChg chg="mod">
          <ac:chgData name="Steven M Christey" userId="f24da668-4c1f-41c0-850e-113e2bdf78cf" providerId="ADAL" clId="{FFE09C7E-0819-41EC-8BAB-2A7E045CA1AC}" dt="2025-02-28T14:43:37.719" v="3" actId="20577"/>
          <ac:spMkLst>
            <pc:docMk/>
            <pc:sldMk cId="1454278300" sldId="459"/>
            <ac:spMk id="3" creationId="{0992DF88-AC24-0FBF-1177-62DD9110498B}"/>
          </ac:spMkLst>
        </pc:spChg>
      </pc:sldChg>
      <pc:sldChg chg="modSp mod">
        <pc:chgData name="Steven M Christey" userId="f24da668-4c1f-41c0-850e-113e2bdf78cf" providerId="ADAL" clId="{FFE09C7E-0819-41EC-8BAB-2A7E045CA1AC}" dt="2025-02-28T14:47:02.124" v="4" actId="20577"/>
        <pc:sldMkLst>
          <pc:docMk/>
          <pc:sldMk cId="1259113184" sldId="475"/>
        </pc:sldMkLst>
        <pc:spChg chg="mod">
          <ac:chgData name="Steven M Christey" userId="f24da668-4c1f-41c0-850e-113e2bdf78cf" providerId="ADAL" clId="{FFE09C7E-0819-41EC-8BAB-2A7E045CA1AC}" dt="2025-02-28T14:47:02.124" v="4" actId="20577"/>
          <ac:spMkLst>
            <pc:docMk/>
            <pc:sldMk cId="1259113184" sldId="475"/>
            <ac:spMk id="3" creationId="{32062DF9-CFF1-0BEE-15FF-59D403B018ED}"/>
          </ac:spMkLst>
        </pc:spChg>
      </pc:sldChg>
      <pc:sldChg chg="modSp add mod">
        <pc:chgData name="Steven M Christey" userId="f24da668-4c1f-41c0-850e-113e2bdf78cf" providerId="ADAL" clId="{FFE09C7E-0819-41EC-8BAB-2A7E045CA1AC}" dt="2025-02-28T16:02:08.377" v="2982"/>
        <pc:sldMkLst>
          <pc:docMk/>
          <pc:sldMk cId="4197602607" sldId="488"/>
        </pc:sldMkLst>
        <pc:spChg chg="mod">
          <ac:chgData name="Steven M Christey" userId="f24da668-4c1f-41c0-850e-113e2bdf78cf" providerId="ADAL" clId="{FFE09C7E-0819-41EC-8BAB-2A7E045CA1AC}" dt="2025-02-28T16:02:08.377" v="2982"/>
          <ac:spMkLst>
            <pc:docMk/>
            <pc:sldMk cId="4197602607" sldId="488"/>
            <ac:spMk id="3" creationId="{91BBE544-B07D-A22E-1C50-A45E8F9C0351}"/>
          </ac:spMkLst>
        </pc:spChg>
      </pc:sldChg>
      <pc:sldChg chg="modSp add mod">
        <pc:chgData name="Steven M Christey" userId="f24da668-4c1f-41c0-850e-113e2bdf78cf" providerId="ADAL" clId="{FFE09C7E-0819-41EC-8BAB-2A7E045CA1AC}" dt="2025-02-28T15:36:30.182" v="2117" actId="20577"/>
        <pc:sldMkLst>
          <pc:docMk/>
          <pc:sldMk cId="4195993894" sldId="492"/>
        </pc:sldMkLst>
      </pc:sldChg>
      <pc:sldChg chg="modSp add mod ord">
        <pc:chgData name="Steven M Christey" userId="f24da668-4c1f-41c0-850e-113e2bdf78cf" providerId="ADAL" clId="{FFE09C7E-0819-41EC-8BAB-2A7E045CA1AC}" dt="2025-02-28T16:00:30.884" v="2976"/>
        <pc:sldMkLst>
          <pc:docMk/>
          <pc:sldMk cId="1870174279" sldId="493"/>
        </pc:sldMkLst>
        <pc:spChg chg="mod">
          <ac:chgData name="Steven M Christey" userId="f24da668-4c1f-41c0-850e-113e2bdf78cf" providerId="ADAL" clId="{FFE09C7E-0819-41EC-8BAB-2A7E045CA1AC}" dt="2025-02-28T16:00:30.884" v="2976"/>
          <ac:spMkLst>
            <pc:docMk/>
            <pc:sldMk cId="1870174279" sldId="493"/>
            <ac:spMk id="3" creationId="{91BBE544-B07D-A22E-1C50-A45E8F9C0351}"/>
          </ac:spMkLst>
        </pc:spChg>
      </pc:sldChg>
      <pc:sldChg chg="modSp add mod">
        <pc:chgData name="Steven M Christey" userId="f24da668-4c1f-41c0-850e-113e2bdf78cf" providerId="ADAL" clId="{FFE09C7E-0819-41EC-8BAB-2A7E045CA1AC}" dt="2025-02-28T15:02:03.856" v="344" actId="20577"/>
        <pc:sldMkLst>
          <pc:docMk/>
          <pc:sldMk cId="250821381" sldId="494"/>
        </pc:sldMkLst>
        <pc:spChg chg="mod">
          <ac:chgData name="Steven M Christey" userId="f24da668-4c1f-41c0-850e-113e2bdf78cf" providerId="ADAL" clId="{FFE09C7E-0819-41EC-8BAB-2A7E045CA1AC}" dt="2025-02-28T15:02:03.856" v="344" actId="20577"/>
          <ac:spMkLst>
            <pc:docMk/>
            <pc:sldMk cId="250821381" sldId="494"/>
            <ac:spMk id="3" creationId="{91BBE544-B07D-A22E-1C50-A45E8F9C0351}"/>
          </ac:spMkLst>
        </pc:spChg>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pChg chg="mod">
          <ac:chgData name="Steven M Christey" userId="f24da668-4c1f-41c0-850e-113e2bdf78cf" providerId="ADAL" clId="{FFE09C7E-0819-41EC-8BAB-2A7E045CA1AC}" dt="2025-02-28T15:38:50.921" v="2135" actId="6549"/>
          <ac:spMkLst>
            <pc:docMk/>
            <pc:sldMk cId="3398638979" sldId="496"/>
            <ac:spMk id="3" creationId="{91BBE544-B07D-A22E-1C50-A45E8F9C0351}"/>
          </ac:spMkLst>
        </pc:spChg>
      </pc:sldChg>
      <pc:sldChg chg="modSp add mod">
        <pc:chgData name="Steven M Christey" userId="f24da668-4c1f-41c0-850e-113e2bdf78cf" providerId="ADAL" clId="{FFE09C7E-0819-41EC-8BAB-2A7E045CA1AC}" dt="2025-02-28T15:06:30.487" v="512" actId="20577"/>
        <pc:sldMkLst>
          <pc:docMk/>
          <pc:sldMk cId="3618620616" sldId="497"/>
        </pc:sldMkLst>
      </pc:sldChg>
      <pc:sldChg chg="modSp add mod">
        <pc:chgData name="Steven M Christey" userId="f24da668-4c1f-41c0-850e-113e2bdf78cf" providerId="ADAL" clId="{FFE09C7E-0819-41EC-8BAB-2A7E045CA1AC}" dt="2025-02-28T15:58:12.692" v="2929"/>
        <pc:sldMkLst>
          <pc:docMk/>
          <pc:sldMk cId="2746674832" sldId="501"/>
        </pc:sldMkLst>
        <pc:spChg chg="mod">
          <ac:chgData name="Steven M Christey" userId="f24da668-4c1f-41c0-850e-113e2bdf78cf" providerId="ADAL" clId="{FFE09C7E-0819-41EC-8BAB-2A7E045CA1AC}" dt="2025-02-28T15:58:12.692" v="2929"/>
          <ac:spMkLst>
            <pc:docMk/>
            <pc:sldMk cId="2746674832" sldId="501"/>
            <ac:spMk id="3" creationId="{51E8636F-B33F-D3B0-AADD-CB9D0B1156A6}"/>
          </ac:spMkLst>
        </pc:spChg>
      </pc:sldChg>
      <pc:sldChg chg="modSp add mod">
        <pc:chgData name="Steven M Christey" userId="f24da668-4c1f-41c0-850e-113e2bdf78cf" providerId="ADAL" clId="{FFE09C7E-0819-41EC-8BAB-2A7E045CA1AC}" dt="2025-02-28T16:41:21.787" v="3296" actId="20577"/>
        <pc:sldMkLst>
          <pc:docMk/>
          <pc:sldMk cId="1027931571" sldId="502"/>
        </pc:sldMkLst>
        <pc:spChg chg="mod">
          <ac:chgData name="Steven M Christey" userId="f24da668-4c1f-41c0-850e-113e2bdf78cf" providerId="ADAL" clId="{FFE09C7E-0819-41EC-8BAB-2A7E045CA1AC}" dt="2025-02-28T15:22:49.319" v="1076" actId="20577"/>
          <ac:spMkLst>
            <pc:docMk/>
            <pc:sldMk cId="1027931571" sldId="502"/>
            <ac:spMk id="2" creationId="{19E37A35-361A-4744-A1F2-DE18E636AC13}"/>
          </ac:spMkLst>
        </pc:spChg>
        <pc:spChg chg="mod">
          <ac:chgData name="Steven M Christey" userId="f24da668-4c1f-41c0-850e-113e2bdf78cf" providerId="ADAL" clId="{FFE09C7E-0819-41EC-8BAB-2A7E045CA1AC}" dt="2025-02-28T16:41:21.787" v="3296" actId="20577"/>
          <ac:spMkLst>
            <pc:docMk/>
            <pc:sldMk cId="1027931571" sldId="502"/>
            <ac:spMk id="3" creationId="{93F9826D-B9D1-997D-1F9C-2B9AC119BAA4}"/>
          </ac:spMkLst>
        </pc:spChg>
      </pc:sldChg>
      <pc:sldChg chg="modSp add mod">
        <pc:chgData name="Steven M Christey" userId="f24da668-4c1f-41c0-850e-113e2bdf78cf" providerId="ADAL" clId="{FFE09C7E-0819-41EC-8BAB-2A7E045CA1AC}" dt="2025-02-28T15:01:01.653" v="339" actId="20577"/>
        <pc:sldMkLst>
          <pc:docMk/>
          <pc:sldMk cId="3197665598" sldId="503"/>
        </pc:sldMkLst>
        <pc:spChg chg="mod">
          <ac:chgData name="Steven M Christey" userId="f24da668-4c1f-41c0-850e-113e2bdf78cf" providerId="ADAL" clId="{FFE09C7E-0819-41EC-8BAB-2A7E045CA1AC}" dt="2025-02-28T15:01:01.653" v="339" actId="20577"/>
          <ac:spMkLst>
            <pc:docMk/>
            <pc:sldMk cId="3197665598" sldId="503"/>
            <ac:spMk id="3" creationId="{18903628-5E0D-0F02-4B7C-9332FE4C3448}"/>
          </ac:spMkLst>
        </pc:spChg>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pChg chg="mod">
          <ac:chgData name="Steven M Christey" userId="f24da668-4c1f-41c0-850e-113e2bdf78cf" providerId="ADAL" clId="{FFE09C7E-0819-41EC-8BAB-2A7E045CA1AC}" dt="2025-02-28T15:37:57.621" v="2124" actId="20577"/>
          <ac:spMkLst>
            <pc:docMk/>
            <pc:sldMk cId="875236698" sldId="505"/>
            <ac:spMk id="3" creationId="{60F09E05-5C5B-B252-2D8C-81D9597607D7}"/>
          </ac:spMkLst>
        </pc:spChg>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pChg chg="mod">
          <ac:chgData name="Steven M Christey" userId="f24da668-4c1f-41c0-850e-113e2bdf78cf" providerId="ADAL" clId="{FFE09C7E-0819-41EC-8BAB-2A7E045CA1AC}" dt="2025-02-28T15:28:09.812" v="1689" actId="20577"/>
          <ac:spMkLst>
            <pc:docMk/>
            <pc:sldMk cId="915149386" sldId="514"/>
            <ac:spMk id="3" creationId="{D4348C02-DFCE-A2E4-D523-D69A254A7D49}"/>
          </ac:spMkLst>
        </pc:spChg>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pChg chg="mod">
          <ac:chgData name="Steven M Christey" userId="f24da668-4c1f-41c0-850e-113e2bdf78cf" providerId="ADAL" clId="{FFE09C7E-0819-41EC-8BAB-2A7E045CA1AC}" dt="2025-02-28T14:51:30.106" v="185" actId="20577"/>
          <ac:spMkLst>
            <pc:docMk/>
            <pc:sldMk cId="2266223281" sldId="539"/>
            <ac:spMk id="2" creationId="{994EE636-A57B-BB7C-C698-DCB6F2A7B071}"/>
          </ac:spMkLst>
        </pc:spChg>
        <pc:spChg chg="mod">
          <ac:chgData name="Steven M Christey" userId="f24da668-4c1f-41c0-850e-113e2bdf78cf" providerId="ADAL" clId="{FFE09C7E-0819-41EC-8BAB-2A7E045CA1AC}" dt="2025-02-28T14:51:22.770" v="169" actId="6549"/>
          <ac:spMkLst>
            <pc:docMk/>
            <pc:sldMk cId="2266223281" sldId="539"/>
            <ac:spMk id="3" creationId="{9915B450-3AB3-4605-EAE8-C84785DE6064}"/>
          </ac:spMkLst>
        </pc:spChg>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pChg chg="mod">
          <ac:chgData name="Steven M Christey" userId="f24da668-4c1f-41c0-850e-113e2bdf78cf" providerId="ADAL" clId="{FFE09C7E-0819-41EC-8BAB-2A7E045CA1AC}" dt="2025-02-28T15:27:45.142" v="1611" actId="6549"/>
          <ac:spMkLst>
            <pc:docMk/>
            <pc:sldMk cId="2730253842" sldId="542"/>
            <ac:spMk id="3" creationId="{CF8600D0-E349-74FD-4214-23DC700A0F91}"/>
          </ac:spMkLst>
        </pc:spChg>
      </pc:sldChg>
      <pc:sldChg chg="modSp mod">
        <pc:chgData name="Steven M Christey" userId="f24da668-4c1f-41c0-850e-113e2bdf78cf" providerId="ADAL" clId="{FFE09C7E-0819-41EC-8BAB-2A7E045CA1AC}" dt="2025-02-28T14:49:51.439" v="117"/>
        <pc:sldMkLst>
          <pc:docMk/>
          <pc:sldMk cId="1565146543" sldId="548"/>
        </pc:sldMkLst>
        <pc:spChg chg="mod">
          <ac:chgData name="Steven M Christey" userId="f24da668-4c1f-41c0-850e-113e2bdf78cf" providerId="ADAL" clId="{FFE09C7E-0819-41EC-8BAB-2A7E045CA1AC}" dt="2025-02-28T14:49:51.439" v="117"/>
          <ac:spMkLst>
            <pc:docMk/>
            <pc:sldMk cId="1565146543" sldId="548"/>
            <ac:spMk id="2" creationId="{D261E447-4F51-57E1-6CB2-D304F03BBD21}"/>
          </ac:spMkLst>
        </pc:spChg>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pChg chg="mod">
          <ac:chgData name="Steven M Christey" userId="f24da668-4c1f-41c0-850e-113e2bdf78cf" providerId="ADAL" clId="{FFE09C7E-0819-41EC-8BAB-2A7E045CA1AC}" dt="2025-02-28T16:29:33.063" v="3272" actId="13926"/>
          <ac:spMkLst>
            <pc:docMk/>
            <pc:sldMk cId="3459002713" sldId="552"/>
            <ac:spMk id="5" creationId="{62A4C25A-084F-F2B0-0B58-6835AFE2D0C2}"/>
          </ac:spMkLst>
        </pc:spChg>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pChg chg="mod">
          <ac:chgData name="Steven M Christey" userId="f24da668-4c1f-41c0-850e-113e2bdf78cf" providerId="ADAL" clId="{FFE09C7E-0819-41EC-8BAB-2A7E045CA1AC}" dt="2025-02-28T15:06:46.021" v="529" actId="20577"/>
          <ac:spMkLst>
            <pc:docMk/>
            <pc:sldMk cId="1572817717" sldId="554"/>
            <ac:spMk id="2" creationId="{591566D0-BD1D-1B57-CEBB-5BF820808F91}"/>
          </ac:spMkLst>
        </pc:spChg>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ldChg>
      <pc:sldChg chg="modSp add mod">
        <pc:chgData name="Steven M Christey" userId="f24da668-4c1f-41c0-850e-113e2bdf78cf" providerId="ADAL" clId="{FFE09C7E-0819-41EC-8BAB-2A7E045CA1AC}" dt="2025-02-28T15:58:59.674" v="2958" actId="20577"/>
        <pc:sldMkLst>
          <pc:docMk/>
          <pc:sldMk cId="3655762862" sldId="576"/>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24:56.090" v="42" actId="20577"/>
        <pc:sldMkLst>
          <pc:docMk/>
          <pc:sldMk cId="1454278300" sldId="459"/>
        </pc:sldMkLst>
        <pc:spChg chg="mod">
          <ac:chgData name="Steven M Christey" userId="f24da668-4c1f-41c0-850e-113e2bdf78cf" providerId="ADAL" clId="{485CED49-FB28-49A7-BAC4-3D6DBACBD0F5}" dt="2025-03-14T14:24:48.637" v="23" actId="20577"/>
          <ac:spMkLst>
            <pc:docMk/>
            <pc:sldMk cId="1454278300" sldId="459"/>
            <ac:spMk id="2" creationId="{33307706-4E65-00EA-9416-F4DD36CAAD0A}"/>
          </ac:spMkLst>
        </pc:spChg>
        <pc:spChg chg="mod">
          <ac:chgData name="Steven M Christey" userId="f24da668-4c1f-41c0-850e-113e2bdf78cf" providerId="ADAL" clId="{485CED49-FB28-49A7-BAC4-3D6DBACBD0F5}" dt="2025-03-14T14:24:56.090" v="42" actId="20577"/>
          <ac:spMkLst>
            <pc:docMk/>
            <pc:sldMk cId="1454278300" sldId="459"/>
            <ac:spMk id="3" creationId="{0992DF88-AC24-0FBF-1177-62DD9110498B}"/>
          </ac:spMkLst>
        </pc:spChg>
      </pc:sldChg>
      <pc:sldChg chg="modSp mod">
        <pc:chgData name="Steven M Christey" userId="f24da668-4c1f-41c0-850e-113e2bdf78cf" providerId="ADAL" clId="{485CED49-FB28-49A7-BAC4-3D6DBACBD0F5}" dt="2025-03-14T14:56:52.518" v="1997" actId="20577"/>
        <pc:sldMkLst>
          <pc:docMk/>
          <pc:sldMk cId="1259113184" sldId="475"/>
        </pc:sldMkLst>
        <pc:spChg chg="mod">
          <ac:chgData name="Steven M Christey" userId="f24da668-4c1f-41c0-850e-113e2bdf78cf" providerId="ADAL" clId="{485CED49-FB28-49A7-BAC4-3D6DBACBD0F5}" dt="2025-03-14T14:56:52.518" v="1997" actId="20577"/>
          <ac:spMkLst>
            <pc:docMk/>
            <pc:sldMk cId="1259113184" sldId="475"/>
            <ac:spMk id="3" creationId="{32062DF9-CFF1-0BEE-15FF-59D403B018ED}"/>
          </ac:spMkLst>
        </pc:spChg>
      </pc:sldChg>
      <pc:sldChg chg="modSp mod">
        <pc:chgData name="Steven M Christey" userId="f24da668-4c1f-41c0-850e-113e2bdf78cf" providerId="ADAL" clId="{485CED49-FB28-49A7-BAC4-3D6DBACBD0F5}" dt="2025-03-14T14:56:22.294" v="1976" actId="20577"/>
        <pc:sldMkLst>
          <pc:docMk/>
          <pc:sldMk cId="915149386" sldId="514"/>
        </pc:sldMkLst>
        <pc:spChg chg="mod">
          <ac:chgData name="Steven M Christey" userId="f24da668-4c1f-41c0-850e-113e2bdf78cf" providerId="ADAL" clId="{485CED49-FB28-49A7-BAC4-3D6DBACBD0F5}" dt="2025-03-14T14:40:34.748" v="1010" actId="20577"/>
          <ac:spMkLst>
            <pc:docMk/>
            <pc:sldMk cId="915149386" sldId="514"/>
            <ac:spMk id="2" creationId="{C4152329-D360-1F27-97A6-6DA95C552EBD}"/>
          </ac:spMkLst>
        </pc:spChg>
        <pc:spChg chg="mod">
          <ac:chgData name="Steven M Christey" userId="f24da668-4c1f-41c0-850e-113e2bdf78cf" providerId="ADAL" clId="{485CED49-FB28-49A7-BAC4-3D6DBACBD0F5}" dt="2025-03-14T14:56:22.294" v="1976" actId="20577"/>
          <ac:spMkLst>
            <pc:docMk/>
            <pc:sldMk cId="915149386" sldId="514"/>
            <ac:spMk id="3" creationId="{D4348C02-DFCE-A2E4-D523-D69A254A7D49}"/>
          </ac:spMkLst>
        </pc:spChg>
      </pc:sldChg>
      <pc:sldChg chg="modSp mod">
        <pc:chgData name="Steven M Christey" userId="f24da668-4c1f-41c0-850e-113e2bdf78cf" providerId="ADAL" clId="{485CED49-FB28-49A7-BAC4-3D6DBACBD0F5}" dt="2025-03-14T14:57:07.414" v="1998" actId="1076"/>
        <pc:sldMkLst>
          <pc:docMk/>
          <pc:sldMk cId="150708501" sldId="533"/>
        </pc:sldMkLst>
        <pc:spChg chg="mod">
          <ac:chgData name="Steven M Christey" userId="f24da668-4c1f-41c0-850e-113e2bdf78cf" providerId="ADAL" clId="{485CED49-FB28-49A7-BAC4-3D6DBACBD0F5}" dt="2025-03-14T14:56:08.344" v="1960" actId="20577"/>
          <ac:spMkLst>
            <pc:docMk/>
            <pc:sldMk cId="150708501" sldId="533"/>
            <ac:spMk id="3" creationId="{D56FF49E-E3F8-8E2A-2DB7-2E9585AD88B0}"/>
          </ac:spMkLst>
        </pc:spChg>
        <pc:spChg chg="mod">
          <ac:chgData name="Steven M Christey" userId="f24da668-4c1f-41c0-850e-113e2bdf78cf" providerId="ADAL" clId="{485CED49-FB28-49A7-BAC4-3D6DBACBD0F5}" dt="2025-03-14T14:57:07.414" v="1998" actId="1076"/>
          <ac:spMkLst>
            <pc:docMk/>
            <pc:sldMk cId="150708501" sldId="533"/>
            <ac:spMk id="5" creationId="{F150325F-23B4-2959-C512-1363416E3D5B}"/>
          </ac:spMkLst>
        </pc:spChg>
      </pc:sldChg>
      <pc:sldChg chg="modSp mod">
        <pc:chgData name="Steven M Christey" userId="f24da668-4c1f-41c0-850e-113e2bdf78cf" providerId="ADAL" clId="{485CED49-FB28-49A7-BAC4-3D6DBACBD0F5}" dt="2025-03-14T14:32:18.277" v="567"/>
        <pc:sldMkLst>
          <pc:docMk/>
          <pc:sldMk cId="2730253842" sldId="542"/>
        </pc:sldMkLst>
        <pc:spChg chg="mod">
          <ac:chgData name="Steven M Christey" userId="f24da668-4c1f-41c0-850e-113e2bdf78cf" providerId="ADAL" clId="{485CED49-FB28-49A7-BAC4-3D6DBACBD0F5}" dt="2025-03-14T14:30:11.710" v="438" actId="20577"/>
          <ac:spMkLst>
            <pc:docMk/>
            <pc:sldMk cId="2730253842" sldId="542"/>
            <ac:spMk id="2" creationId="{91D802BE-518D-D6E6-531C-A2E587BDF05C}"/>
          </ac:spMkLst>
        </pc:spChg>
        <pc:spChg chg="mod">
          <ac:chgData name="Steven M Christey" userId="f24da668-4c1f-41c0-850e-113e2bdf78cf" providerId="ADAL" clId="{485CED49-FB28-49A7-BAC4-3D6DBACBD0F5}" dt="2025-03-14T14:32:18.277" v="567"/>
          <ac:spMkLst>
            <pc:docMk/>
            <pc:sldMk cId="2730253842" sldId="542"/>
            <ac:spMk id="3" creationId="{CF8600D0-E349-74FD-4214-23DC700A0F91}"/>
          </ac:spMkLst>
        </pc:spChg>
      </pc:sldChg>
      <pc:sldChg chg="modSp mod">
        <pc:chgData name="Steven M Christey" userId="f24da668-4c1f-41c0-850e-113e2bdf78cf" providerId="ADAL" clId="{485CED49-FB28-49A7-BAC4-3D6DBACBD0F5}" dt="2025-03-14T14:27:54.042" v="165"/>
        <pc:sldMkLst>
          <pc:docMk/>
          <pc:sldMk cId="1565146543" sldId="548"/>
        </pc:sldMkLst>
        <pc:spChg chg="mod">
          <ac:chgData name="Steven M Christey" userId="f24da668-4c1f-41c0-850e-113e2bdf78cf" providerId="ADAL" clId="{485CED49-FB28-49A7-BAC4-3D6DBACBD0F5}" dt="2025-03-14T14:27:54.042" v="165"/>
          <ac:spMkLst>
            <pc:docMk/>
            <pc:sldMk cId="1565146543" sldId="548"/>
            <ac:spMk id="2" creationId="{D261E447-4F51-57E1-6CB2-D304F03BBD21}"/>
          </ac:spMkLst>
        </pc:spChg>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ldChg>
      <pc:sldChg chg="modSp new mod">
        <pc:chgData name="Steven M Christey" userId="f24da668-4c1f-41c0-850e-113e2bdf78cf" providerId="ADAL" clId="{485CED49-FB28-49A7-BAC4-3D6DBACBD0F5}" dt="2025-03-14T15:52:55.827" v="2138" actId="20577"/>
        <pc:sldMkLst>
          <pc:docMk/>
          <pc:sldMk cId="1133148075" sldId="579"/>
        </pc:sldMkLst>
      </pc:sldChg>
      <pc:sldChg chg="modSp new mod">
        <pc:chgData name="Steven M Christey" userId="f24da668-4c1f-41c0-850e-113e2bdf78cf" providerId="ADAL" clId="{485CED49-FB28-49A7-BAC4-3D6DBACBD0F5}" dt="2025-03-14T14:44:34.185" v="1451" actId="20577"/>
        <pc:sldMkLst>
          <pc:docMk/>
          <pc:sldMk cId="1000231701" sldId="580"/>
        </pc:sldMkLst>
      </pc:sldChg>
      <pc:sldChg chg="modSp new mod">
        <pc:chgData name="Steven M Christey" userId="f24da668-4c1f-41c0-850e-113e2bdf78cf" providerId="ADAL" clId="{485CED49-FB28-49A7-BAC4-3D6DBACBD0F5}" dt="2025-03-14T14:41:24.948" v="1047" actId="20577"/>
        <pc:sldMkLst>
          <pc:docMk/>
          <pc:sldMk cId="1477368885" sldId="581"/>
        </pc:sldMkLst>
        <pc:spChg chg="mod">
          <ac:chgData name="Steven M Christey" userId="f24da668-4c1f-41c0-850e-113e2bdf78cf" providerId="ADAL" clId="{485CED49-FB28-49A7-BAC4-3D6DBACBD0F5}" dt="2025-03-14T14:41:19.393" v="1024"/>
          <ac:spMkLst>
            <pc:docMk/>
            <pc:sldMk cId="1477368885" sldId="581"/>
            <ac:spMk id="2" creationId="{155C14C6-4CB9-2146-E92A-0EE8671F32CD}"/>
          </ac:spMkLst>
        </pc:spChg>
      </pc:sldChg>
      <pc:sldChg chg="modSp add mod">
        <pc:chgData name="Steven M Christey" userId="f24da668-4c1f-41c0-850e-113e2bdf78cf" providerId="ADAL" clId="{485CED49-FB28-49A7-BAC4-3D6DBACBD0F5}" dt="2025-03-14T14:52:14.786" v="1957" actId="20577"/>
        <pc:sldMkLst>
          <pc:docMk/>
          <pc:sldMk cId="2837148105" sldId="582"/>
        </pc:sldMkLst>
      </pc:sldChg>
      <pc:sldChg chg="modSp add mod">
        <pc:chgData name="Steven M Christey" userId="f24da668-4c1f-41c0-850e-113e2bdf78cf" providerId="ADAL" clId="{485CED49-FB28-49A7-BAC4-3D6DBACBD0F5}" dt="2025-03-14T15:00:15.169" v="2127" actId="20577"/>
        <pc:sldMkLst>
          <pc:docMk/>
          <pc:sldMk cId="189528037" sldId="583"/>
        </pc:sldMkLst>
      </pc:sldChg>
      <pc:sldChg chg="modSp add mod">
        <pc:chgData name="Steven M Christey" userId="f24da668-4c1f-41c0-850e-113e2bdf78cf" providerId="ADAL" clId="{485CED49-FB28-49A7-BAC4-3D6DBACBD0F5}" dt="2025-03-14T14:51:41.785" v="1920" actId="20577"/>
        <pc:sldMkLst>
          <pc:docMk/>
          <pc:sldMk cId="4291023721" sldId="584"/>
        </pc:sldMkLst>
      </pc:sld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ldChg>
      <pc:sldChg chg="modSp mod">
        <pc:chgData name="Steven M Christey" userId="f24da668-4c1f-41c0-850e-113e2bdf78cf" providerId="ADAL" clId="{004DF47B-EA38-450F-A79E-40B5A7500405}" dt="2024-12-20T15:39:53.083" v="1130" actId="20577"/>
        <pc:sldMkLst>
          <pc:docMk/>
          <pc:sldMk cId="1259113184" sldId="475"/>
        </pc:sldMkLst>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ldChg>
      <pc:sldChg chg="modSp new mod">
        <pc:chgData name="Steven M Christey" userId="f24da668-4c1f-41c0-850e-113e2bdf78cf" providerId="ADAL" clId="{004DF47B-EA38-450F-A79E-40B5A7500405}" dt="2024-12-20T15:37:08.597" v="1069" actId="20577"/>
        <pc:sldMkLst>
          <pc:docMk/>
          <pc:sldMk cId="674283638" sldId="534"/>
        </pc:sldMkLst>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pChg chg="mod">
          <ac:chgData name="Steven M Christey" userId="f24da668-4c1f-41c0-850e-113e2bdf78cf" providerId="ADAL" clId="{93063133-3906-4F30-A148-99717A6DC68B}" dt="2025-01-17T15:58:09.117" v="24" actId="20577"/>
          <ac:spMkLst>
            <pc:docMk/>
            <pc:sldMk cId="1454278300" sldId="459"/>
            <ac:spMk id="2" creationId="{33307706-4E65-00EA-9416-F4DD36CAAD0A}"/>
          </ac:spMkLst>
        </pc:spChg>
        <pc:spChg chg="mod">
          <ac:chgData name="Steven M Christey" userId="f24da668-4c1f-41c0-850e-113e2bdf78cf" providerId="ADAL" clId="{93063133-3906-4F30-A148-99717A6DC68B}" dt="2025-01-17T15:58:14.894" v="36" actId="20577"/>
          <ac:spMkLst>
            <pc:docMk/>
            <pc:sldMk cId="1454278300" sldId="459"/>
            <ac:spMk id="3" creationId="{0992DF88-AC24-0FBF-1177-62DD9110498B}"/>
          </ac:spMkLst>
        </pc:spChg>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pChg chg="mod">
          <ac:chgData name="Steven M Christey" userId="f24da668-4c1f-41c0-850e-113e2bdf78cf" providerId="ADAL" clId="{93063133-3906-4F30-A148-99717A6DC68B}" dt="2025-01-31T15:16:57.834" v="921" actId="20577"/>
          <ac:spMkLst>
            <pc:docMk/>
            <pc:sldMk cId="1259113184" sldId="475"/>
            <ac:spMk id="3" creationId="{32062DF9-CFF1-0BEE-15FF-59D403B018ED}"/>
          </ac:spMkLst>
        </pc:spChg>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pChg chg="mod">
          <ac:chgData name="Steven M Christey" userId="f24da668-4c1f-41c0-850e-113e2bdf78cf" providerId="ADAL" clId="{93063133-3906-4F30-A148-99717A6DC68B}" dt="2025-01-17T16:09:52.341" v="214" actId="20577"/>
          <ac:spMkLst>
            <pc:docMk/>
            <pc:sldMk cId="915149386" sldId="514"/>
            <ac:spMk id="3" creationId="{D4348C02-DFCE-A2E4-D523-D69A254A7D49}"/>
          </ac:spMkLst>
        </pc:spChg>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pChg chg="mod">
          <ac:chgData name="Steven M Christey" userId="f24da668-4c1f-41c0-850e-113e2bdf78cf" providerId="ADAL" clId="{93063133-3906-4F30-A148-99717A6DC68B}" dt="2025-01-17T15:58:57.423" v="95" actId="113"/>
          <ac:spMkLst>
            <pc:docMk/>
            <pc:sldMk cId="150708501" sldId="533"/>
            <ac:spMk id="3" creationId="{D56FF49E-E3F8-8E2A-2DB7-2E9585AD88B0}"/>
          </ac:spMkLst>
        </pc:spChg>
      </pc:sldChg>
      <pc:sldChg chg="modSp mod ord">
        <pc:chgData name="Steven M Christey" userId="f24da668-4c1f-41c0-850e-113e2bdf78cf" providerId="ADAL" clId="{93063133-3906-4F30-A148-99717A6DC68B}" dt="2025-01-17T16:41:49.979" v="919" actId="20577"/>
        <pc:sldMkLst>
          <pc:docMk/>
          <pc:sldMk cId="674283638" sldId="534"/>
        </pc:sldMkLst>
        <pc:spChg chg="mod">
          <ac:chgData name="Steven M Christey" userId="f24da668-4c1f-41c0-850e-113e2bdf78cf" providerId="ADAL" clId="{93063133-3906-4F30-A148-99717A6DC68B}" dt="2025-01-17T16:41:49.979" v="919" actId="20577"/>
          <ac:spMkLst>
            <pc:docMk/>
            <pc:sldMk cId="674283638" sldId="534"/>
            <ac:spMk id="3" creationId="{1A065927-5551-1053-CA96-EFA73AF6FCFB}"/>
          </ac:spMkLst>
        </pc:spChg>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pChg chg="mod">
            <ac:chgData name="Steven M Christey" userId="f24da668-4c1f-41c0-850e-113e2bdf78cf" providerId="ADAL" clId="{93063133-3906-4F30-A148-99717A6DC68B}" dt="2025-01-17T16:30:01.473" v="508" actId="20577"/>
            <ac:spMkLst>
              <pc:docMk/>
              <pc:sldMasterMk cId="571324812" sldId="2147483656"/>
              <pc:sldLayoutMk cId="827350116" sldId="2147483660"/>
              <ac:spMk id="7" creationId="{9E70A04F-8616-609D-8225-4AD857445D04}"/>
            </ac:spMkLst>
          </pc:spChg>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pChg chg="mod">
            <ac:chgData name="Steven M Christey" userId="f24da668-4c1f-41c0-850e-113e2bdf78cf" providerId="ADAL" clId="{93063133-3906-4F30-A148-99717A6DC68B}" dt="2025-01-17T16:30:10.023" v="510" actId="20577"/>
            <ac:spMkLst>
              <pc:docMk/>
              <pc:sldMasterMk cId="571324812" sldId="2147483656"/>
              <pc:sldLayoutMk cId="4160288765" sldId="2147483661"/>
              <ac:spMk id="4" creationId="{89A8502D-2927-9695-96E9-8F406706FAB8}"/>
            </ac:spMkLst>
          </pc:spChg>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pChg chg="mod">
            <ac:chgData name="Steven M Christey" userId="f24da668-4c1f-41c0-850e-113e2bdf78cf" providerId="ADAL" clId="{93063133-3906-4F30-A148-99717A6DC68B}" dt="2025-01-17T16:30:14.688" v="512" actId="20577"/>
            <ac:spMkLst>
              <pc:docMk/>
              <pc:sldMasterMk cId="571324812" sldId="2147483656"/>
              <pc:sldLayoutMk cId="838690321" sldId="2147483662"/>
              <ac:spMk id="7" creationId="{C07B8B59-72BB-402C-0548-28CBE824E528}"/>
            </ac:spMkLst>
          </pc:spChg>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pChg chg="mod">
            <ac:chgData name="Steven M Christey" userId="f24da668-4c1f-41c0-850e-113e2bdf78cf" providerId="ADAL" clId="{93063133-3906-4F30-A148-99717A6DC68B}" dt="2025-01-17T16:30:18.717" v="514" actId="20577"/>
            <ac:spMkLst>
              <pc:docMk/>
              <pc:sldMasterMk cId="571324812" sldId="2147483656"/>
              <pc:sldLayoutMk cId="4234124309" sldId="2147483663"/>
              <ac:spMk id="4" creationId="{6DE9556C-601C-A625-8E9C-D685CD0558F6}"/>
            </ac:spMkLst>
          </pc:spChg>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pChg chg="mod">
            <ac:chgData name="Steven M Christey" userId="f24da668-4c1f-41c0-850e-113e2bdf78cf" providerId="ADAL" clId="{93063133-3906-4F30-A148-99717A6DC68B}" dt="2025-01-17T16:29:56.589" v="506" actId="20577"/>
            <ac:spMkLst>
              <pc:docMk/>
              <pc:sldMasterMk cId="571324812" sldId="2147483656"/>
              <pc:sldLayoutMk cId="115249480" sldId="2147483665"/>
              <ac:spMk id="4" creationId="{0547FED3-2C30-F4E6-3048-5675580799A0}"/>
            </ac:spMkLst>
          </pc:spChg>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pChg chg="mod">
            <ac:chgData name="Steven M Christey" userId="f24da668-4c1f-41c0-850e-113e2bdf78cf" providerId="ADAL" clId="{93063133-3906-4F30-A148-99717A6DC68B}" dt="2025-01-17T16:29:50.368" v="504" actId="20577"/>
            <ac:spMkLst>
              <pc:docMk/>
              <pc:sldMasterMk cId="571324812" sldId="2147483656"/>
              <pc:sldLayoutMk cId="4126487817" sldId="2147483666"/>
              <ac:spMk id="20" creationId="{64B792E7-8D76-4EA8-9A42-E8F018734208}"/>
            </ac:spMkLst>
          </pc:spChg>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pChg chg="mod">
            <ac:chgData name="Steven M Christey" userId="f24da668-4c1f-41c0-850e-113e2bdf78cf" providerId="ADAL" clId="{93063133-3906-4F30-A148-99717A6DC68B}" dt="2025-01-17T16:29:43.659" v="502" actId="20577"/>
            <ac:spMkLst>
              <pc:docMk/>
              <pc:sldMasterMk cId="571324812" sldId="2147483656"/>
              <pc:sldLayoutMk cId="431849749" sldId="2147483667"/>
              <ac:spMk id="6" creationId="{DC740274-008C-0C73-052B-7BFB85A61250}"/>
            </ac:spMkLst>
          </pc:spChg>
        </pc:sldLayoutChg>
      </pc:sldMaster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6:02:11.506" v="1807" actId="20577"/>
        <pc:sldMkLst>
          <pc:docMk/>
          <pc:sldMk cId="1454278300" sldId="459"/>
        </pc:sldMkLst>
        <pc:spChg chg="mod">
          <ac:chgData name="Steven M Christey" userId="f24da668-4c1f-41c0-850e-113e2bdf78cf" providerId="ADAL" clId="{A43A276B-9F4E-465D-99C8-DD66489E7D77}" dt="2025-02-14T16:02:11.506" v="1807" actId="20577"/>
          <ac:spMkLst>
            <pc:docMk/>
            <pc:sldMk cId="1454278300" sldId="459"/>
            <ac:spMk id="2" creationId="{33307706-4E65-00EA-9416-F4DD36CAAD0A}"/>
          </ac:spMkLst>
        </pc:spChg>
        <pc:spChg chg="mod">
          <ac:chgData name="Steven M Christey" userId="f24da668-4c1f-41c0-850e-113e2bdf78cf" providerId="ADAL" clId="{A43A276B-9F4E-465D-99C8-DD66489E7D77}" dt="2025-02-14T15:07:35.977" v="20" actId="20577"/>
          <ac:spMkLst>
            <pc:docMk/>
            <pc:sldMk cId="1454278300" sldId="459"/>
            <ac:spMk id="3" creationId="{0992DF88-AC24-0FBF-1177-62DD9110498B}"/>
          </ac:spMkLst>
        </pc:spChg>
      </pc:sldChg>
      <pc:sldChg chg="modSp mod">
        <pc:chgData name="Steven M Christey" userId="f24da668-4c1f-41c0-850e-113e2bdf78cf" providerId="ADAL" clId="{A43A276B-9F4E-465D-99C8-DD66489E7D77}" dt="2025-02-14T15:42:06.315" v="736" actId="207"/>
        <pc:sldMkLst>
          <pc:docMk/>
          <pc:sldMk cId="1259113184" sldId="475"/>
        </pc:sldMkLst>
        <pc:spChg chg="mod">
          <ac:chgData name="Steven M Christey" userId="f24da668-4c1f-41c0-850e-113e2bdf78cf" providerId="ADAL" clId="{A43A276B-9F4E-465D-99C8-DD66489E7D77}" dt="2025-02-14T15:41:17.644" v="664" actId="20577"/>
          <ac:spMkLst>
            <pc:docMk/>
            <pc:sldMk cId="1259113184" sldId="475"/>
            <ac:spMk id="3" creationId="{32062DF9-CFF1-0BEE-15FF-59D403B018ED}"/>
          </ac:spMkLst>
        </pc:spChg>
        <pc:spChg chg="mod">
          <ac:chgData name="Steven M Christey" userId="f24da668-4c1f-41c0-850e-113e2bdf78cf" providerId="ADAL" clId="{A43A276B-9F4E-465D-99C8-DD66489E7D77}" dt="2025-02-14T15:42:06.315" v="736" actId="207"/>
          <ac:spMkLst>
            <pc:docMk/>
            <pc:sldMk cId="1259113184" sldId="475"/>
            <ac:spMk id="6" creationId="{D630B379-7569-7A91-432B-E79677CEB874}"/>
          </ac:spMkLst>
        </pc:spChg>
      </pc:sldChg>
      <pc:sldChg chg="modSp mod">
        <pc:chgData name="Steven M Christey" userId="f24da668-4c1f-41c0-850e-113e2bdf78cf" providerId="ADAL" clId="{A43A276B-9F4E-465D-99C8-DD66489E7D77}" dt="2025-02-14T15:12:16.138" v="280" actId="20577"/>
        <pc:sldMkLst>
          <pc:docMk/>
          <pc:sldMk cId="150708501" sldId="533"/>
        </pc:sldMkLst>
        <pc:spChg chg="mod">
          <ac:chgData name="Steven M Christey" userId="f24da668-4c1f-41c0-850e-113e2bdf78cf" providerId="ADAL" clId="{A43A276B-9F4E-465D-99C8-DD66489E7D77}" dt="2025-02-14T15:12:16.138" v="280" actId="20577"/>
          <ac:spMkLst>
            <pc:docMk/>
            <pc:sldMk cId="150708501" sldId="533"/>
            <ac:spMk id="3" creationId="{D56FF49E-E3F8-8E2A-2DB7-2E9585AD88B0}"/>
          </ac:spMkLst>
        </pc:spChg>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pChg chg="mod">
          <ac:chgData name="Steven M Christey" userId="f24da668-4c1f-41c0-850e-113e2bdf78cf" providerId="ADAL" clId="{A43A276B-9F4E-465D-99C8-DD66489E7D77}" dt="2025-02-14T15:42:54.933" v="767" actId="20577"/>
          <ac:spMkLst>
            <pc:docMk/>
            <pc:sldMk cId="2266223281" sldId="539"/>
            <ac:spMk id="3" creationId="{9915B450-3AB3-4605-EAE8-C84785DE6064}"/>
          </ac:spMkLst>
        </pc:spChg>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pChg chg="mod">
          <ac:chgData name="Steven M Christey" userId="f24da668-4c1f-41c0-850e-113e2bdf78cf" providerId="ADAL" clId="{A43A276B-9F4E-465D-99C8-DD66489E7D77}" dt="2025-02-14T15:12:35.714" v="289" actId="20577"/>
          <ac:spMkLst>
            <pc:docMk/>
            <pc:sldMk cId="1502259985" sldId="541"/>
            <ac:spMk id="2" creationId="{FE27698D-BC9A-28D2-4336-B8478BD9DE4F}"/>
          </ac:spMkLst>
        </pc:spChg>
      </pc:sldChg>
      <pc:sldChg chg="modSp mod ord">
        <pc:chgData name="Steven M Christey" userId="f24da668-4c1f-41c0-850e-113e2bdf78cf" providerId="ADAL" clId="{A43A276B-9F4E-465D-99C8-DD66489E7D77}" dt="2025-02-14T15:44:47.195" v="872" actId="20577"/>
        <pc:sldMkLst>
          <pc:docMk/>
          <pc:sldMk cId="2730253842" sldId="542"/>
        </pc:sldMkLst>
        <pc:spChg chg="mod">
          <ac:chgData name="Steven M Christey" userId="f24da668-4c1f-41c0-850e-113e2bdf78cf" providerId="ADAL" clId="{A43A276B-9F4E-465D-99C8-DD66489E7D77}" dt="2025-02-14T15:44:47.195" v="872" actId="20577"/>
          <ac:spMkLst>
            <pc:docMk/>
            <pc:sldMk cId="2730253842" sldId="542"/>
            <ac:spMk id="3" creationId="{CF8600D0-E349-74FD-4214-23DC700A0F91}"/>
          </ac:spMkLst>
        </pc:spChg>
      </pc:sldChg>
      <pc:sldChg chg="modSp mod">
        <pc:chgData name="Steven M Christey" userId="f24da668-4c1f-41c0-850e-113e2bdf78cf" providerId="ADAL" clId="{A43A276B-9F4E-465D-99C8-DD66489E7D77}" dt="2025-02-14T15:15:44.321" v="340" actId="20577"/>
        <pc:sldMkLst>
          <pc:docMk/>
          <pc:sldMk cId="373026186" sldId="543"/>
        </pc:sldMkLst>
        <pc:spChg chg="mod">
          <ac:chgData name="Steven M Christey" userId="f24da668-4c1f-41c0-850e-113e2bdf78cf" providerId="ADAL" clId="{A43A276B-9F4E-465D-99C8-DD66489E7D77}" dt="2025-02-14T15:15:44.321" v="340" actId="20577"/>
          <ac:spMkLst>
            <pc:docMk/>
            <pc:sldMk cId="373026186" sldId="543"/>
            <ac:spMk id="2" creationId="{0AF37094-A533-79D5-3374-777789798775}"/>
          </ac:spMkLst>
        </pc:spChg>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pChg chg="mod">
          <ac:chgData name="Steven M Christey" userId="f24da668-4c1f-41c0-850e-113e2bdf78cf" providerId="ADAL" clId="{A43A276B-9F4E-465D-99C8-DD66489E7D77}" dt="2025-02-14T15:08:28.085" v="43" actId="20577"/>
          <ac:spMkLst>
            <pc:docMk/>
            <pc:sldMk cId="3700112731" sldId="545"/>
            <ac:spMk id="2" creationId="{BE17553B-65F7-479D-4DA0-BF468708828B}"/>
          </ac:spMkLst>
        </pc:spChg>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pChg chg="mod">
          <ac:chgData name="Steven M Christey" userId="f24da668-4c1f-41c0-850e-113e2bdf78cf" providerId="ADAL" clId="{A43A276B-9F4E-465D-99C8-DD66489E7D77}" dt="2025-02-14T15:14:20.304" v="312" actId="20577"/>
          <ac:spMkLst>
            <pc:docMk/>
            <pc:sldMk cId="853201468" sldId="547"/>
            <ac:spMk id="2" creationId="{40F73B08-2967-AAF3-53F0-447CEF4E99B5}"/>
          </ac:spMkLst>
        </pc:spChg>
      </pc:sldChg>
      <pc:sldChg chg="modSp new mod">
        <pc:chgData name="Steven M Christey" userId="f24da668-4c1f-41c0-850e-113e2bdf78cf" providerId="ADAL" clId="{A43A276B-9F4E-465D-99C8-DD66489E7D77}" dt="2025-02-14T15:16:31.376" v="416" actId="20577"/>
        <pc:sldMkLst>
          <pc:docMk/>
          <pc:sldMk cId="1565146543" sldId="548"/>
        </pc:sldMkLst>
        <pc:spChg chg="mod">
          <ac:chgData name="Steven M Christey" userId="f24da668-4c1f-41c0-850e-113e2bdf78cf" providerId="ADAL" clId="{A43A276B-9F4E-465D-99C8-DD66489E7D77}" dt="2025-02-14T15:16:31.376" v="416" actId="20577"/>
          <ac:spMkLst>
            <pc:docMk/>
            <pc:sldMk cId="1565146543" sldId="548"/>
            <ac:spMk id="2" creationId="{D261E447-4F51-57E1-6CB2-D304F03BBD21}"/>
          </ac:spMkLst>
        </pc:spChg>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pChg chg="mod">
          <ac:chgData name="Steven M Christey" userId="f24da668-4c1f-41c0-850e-113e2bdf78cf" providerId="ADAL" clId="{A43A276B-9F4E-465D-99C8-DD66489E7D77}" dt="2025-02-14T15:44:11.895" v="806" actId="20577"/>
          <ac:spMkLst>
            <pc:docMk/>
            <pc:sldMk cId="2070058361" sldId="551"/>
            <ac:spMk id="2" creationId="{3ED4C4EE-AD34-158A-0473-8FD64EB6CC77}"/>
          </ac:spMkLst>
        </pc:spChg>
        <pc:spChg chg="mod">
          <ac:chgData name="Steven M Christey" userId="f24da668-4c1f-41c0-850e-113e2bdf78cf" providerId="ADAL" clId="{A43A276B-9F4E-465D-99C8-DD66489E7D77}" dt="2025-02-14T15:44:36.672" v="871" actId="6549"/>
          <ac:spMkLst>
            <pc:docMk/>
            <pc:sldMk cId="2070058361" sldId="551"/>
            <ac:spMk id="3" creationId="{8BA7C391-82D3-70E1-6585-7590DC9E29A5}"/>
          </ac:spMkLst>
        </pc:spChg>
      </pc:sldChg>
      <pc:sldChg chg="addSp modSp new mod ord">
        <pc:chgData name="Steven M Christey" userId="f24da668-4c1f-41c0-850e-113e2bdf78cf" providerId="ADAL" clId="{A43A276B-9F4E-465D-99C8-DD66489E7D77}" dt="2025-02-14T15:52:54.632" v="1796" actId="20577"/>
        <pc:sldMkLst>
          <pc:docMk/>
          <pc:sldMk cId="3459002713" sldId="552"/>
        </pc:sldMkLst>
        <pc:spChg chg="mod">
          <ac:chgData name="Steven M Christey" userId="f24da668-4c1f-41c0-850e-113e2bdf78cf" providerId="ADAL" clId="{A43A276B-9F4E-465D-99C8-DD66489E7D77}" dt="2025-02-14T15:48:14.511" v="1410" actId="20577"/>
          <ac:spMkLst>
            <pc:docMk/>
            <pc:sldMk cId="3459002713" sldId="552"/>
            <ac:spMk id="2" creationId="{08991F8D-568A-826F-4A6D-A8A7779941F9}"/>
          </ac:spMkLst>
        </pc:spChg>
        <pc:spChg chg="add mod">
          <ac:chgData name="Steven M Christey" userId="f24da668-4c1f-41c0-850e-113e2bdf78cf" providerId="ADAL" clId="{A43A276B-9F4E-465D-99C8-DD66489E7D77}" dt="2025-02-14T15:49:18.162" v="1423" actId="692"/>
          <ac:spMkLst>
            <pc:docMk/>
            <pc:sldMk cId="3459002713" sldId="552"/>
            <ac:spMk id="5" creationId="{62A4C25A-084F-F2B0-0B58-6835AFE2D0C2}"/>
          </ac:spMkLst>
        </pc:spChg>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pChg chg="mod">
          <ac:chgData name="Alec J Summers" userId="S::asummers@mitre.org::d9c4246f-ffa8-4c52-a253-9dc5efe19efc" providerId="AD" clId="Web-{2336B3DE-9635-423B-8B16-B0D62D7F642C}" dt="2025-01-31T15:51:14.039" v="57" actId="20577"/>
          <ac:spMkLst>
            <pc:docMk/>
            <pc:sldMk cId="915149386" sldId="514"/>
            <ac:spMk id="3" creationId="{D4348C02-DFCE-A2E4-D523-D69A254A7D49}"/>
          </ac:spMkLst>
        </pc:spChg>
      </pc:sldChg>
    </pc:docChg>
  </pc:docChgLst>
  <pc:docChgLst>
    <pc:chgData name="Marissa R Dotter" userId="S::mdotter@mitre.org::19f597a0-23d7-4527-8145-567b323b2b00" providerId="AD" clId="Web-{A3CB14AF-BF02-E3F9-E198-B3F4BC4A8267}"/>
    <pc:docChg chg="modSld">
      <pc:chgData name="Marissa R Dotter" userId="S::mdotter@mitre.org::19f597a0-23d7-4527-8145-567b323b2b00" providerId="AD" clId="Web-{A3CB14AF-BF02-E3F9-E198-B3F4BC4A8267}" dt="2025-04-09T18:42:17.901" v="2" actId="20577"/>
      <pc:docMkLst>
        <pc:docMk/>
      </pc:docMkLst>
      <pc:sldChg chg="modSp">
        <pc:chgData name="Marissa R Dotter" userId="S::mdotter@mitre.org::19f597a0-23d7-4527-8145-567b323b2b00" providerId="AD" clId="Web-{A3CB14AF-BF02-E3F9-E198-B3F4BC4A8267}" dt="2025-04-09T18:42:17.901" v="2" actId="20577"/>
        <pc:sldMkLst>
          <pc:docMk/>
          <pc:sldMk cId="3459002713" sldId="552"/>
        </pc:sldMkLst>
        <pc:spChg chg="mod">
          <ac:chgData name="Marissa R Dotter" userId="S::mdotter@mitre.org::19f597a0-23d7-4527-8145-567b323b2b00" providerId="AD" clId="Web-{A3CB14AF-BF02-E3F9-E198-B3F4BC4A8267}" dt="2025-04-09T18:42:17.901" v="2" actId="20577"/>
          <ac:spMkLst>
            <pc:docMk/>
            <pc:sldMk cId="3459002713" sldId="552"/>
            <ac:spMk id="8" creationId="{C4B54ECF-A9AA-CA85-AA8D-702D0649EFC9}"/>
          </ac:spMkLst>
        </pc:spChg>
      </pc:sld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00:10.338" v="0" actId="20577"/>
        <pc:sldMkLst>
          <pc:docMk/>
          <pc:sldMk cId="1454278300" sldId="459"/>
        </pc:sldMkLst>
      </pc:sldChg>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00:49.083" v="48" actId="20577"/>
        <pc:sldMkLst>
          <pc:docMk/>
          <pc:sldMk cId="915149386" sldId="514"/>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delSp modSp mod">
        <pc:chgData name="Alec J Summers" userId="d9c4246f-ffa8-4c52-a253-9dc5efe19efc" providerId="ADAL" clId="{AED219C3-DB5D-EB4F-A262-F8BE05B0867F}" dt="2024-11-15T16:00:25.692" v="100" actId="478"/>
        <pc:sldMkLst>
          <pc:docMk/>
          <pc:sldMk cId="1259113184" sldId="475"/>
        </pc:sldMkLst>
      </pc:sldChg>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Steven M Christey" userId="f24da668-4c1f-41c0-850e-113e2bdf78cf" providerId="ADAL" clId="{4EF4B88D-6678-4032-9751-422794F92589}"/>
    <pc:docChg chg="undo custSel addSld delSld modSld">
      <pc:chgData name="Steven M Christey" userId="f24da668-4c1f-41c0-850e-113e2bdf78cf" providerId="ADAL" clId="{4EF4B88D-6678-4032-9751-422794F92589}" dt="2025-03-28T15:53:17.401" v="904" actId="20577"/>
      <pc:docMkLst>
        <pc:docMk/>
      </pc:docMkLst>
      <pc:sldChg chg="modSp mod">
        <pc:chgData name="Steven M Christey" userId="f24da668-4c1f-41c0-850e-113e2bdf78cf" providerId="ADAL" clId="{4EF4B88D-6678-4032-9751-422794F92589}" dt="2025-03-28T14:54:48.642" v="335" actId="207"/>
        <pc:sldMkLst>
          <pc:docMk/>
          <pc:sldMk cId="4197602607" sldId="488"/>
        </pc:sldMkLst>
        <pc:spChg chg="mod">
          <ac:chgData name="Steven M Christey" userId="f24da668-4c1f-41c0-850e-113e2bdf78cf" providerId="ADAL" clId="{4EF4B88D-6678-4032-9751-422794F92589}" dt="2025-03-28T14:54:48.642" v="335" actId="207"/>
          <ac:spMkLst>
            <pc:docMk/>
            <pc:sldMk cId="4197602607" sldId="488"/>
            <ac:spMk id="3" creationId="{91BBE544-B07D-A22E-1C50-A45E8F9C0351}"/>
          </ac:spMkLst>
        </pc:spChg>
      </pc:sldChg>
      <pc:sldChg chg="del">
        <pc:chgData name="Steven M Christey" userId="f24da668-4c1f-41c0-850e-113e2bdf78cf" providerId="ADAL" clId="{4EF4B88D-6678-4032-9751-422794F92589}" dt="2025-03-28T14:55:13.978" v="336" actId="47"/>
        <pc:sldMkLst>
          <pc:docMk/>
          <pc:sldMk cId="4195993894" sldId="492"/>
        </pc:sldMkLst>
      </pc:sldChg>
      <pc:sldChg chg="modSp mod">
        <pc:chgData name="Steven M Christey" userId="f24da668-4c1f-41c0-850e-113e2bdf78cf" providerId="ADAL" clId="{4EF4B88D-6678-4032-9751-422794F92589}" dt="2025-03-28T14:53:42.048" v="324" actId="207"/>
        <pc:sldMkLst>
          <pc:docMk/>
          <pc:sldMk cId="1870174279" sldId="493"/>
        </pc:sldMkLst>
        <pc:spChg chg="mod">
          <ac:chgData name="Steven M Christey" userId="f24da668-4c1f-41c0-850e-113e2bdf78cf" providerId="ADAL" clId="{4EF4B88D-6678-4032-9751-422794F92589}" dt="2025-03-28T14:53:42.048" v="324" actId="207"/>
          <ac:spMkLst>
            <pc:docMk/>
            <pc:sldMk cId="1870174279" sldId="493"/>
            <ac:spMk id="3" creationId="{91BBE544-B07D-A22E-1C50-A45E8F9C0351}"/>
          </ac:spMkLst>
        </pc:spChg>
      </pc:sldChg>
      <pc:sldChg chg="modSp mod">
        <pc:chgData name="Steven M Christey" userId="f24da668-4c1f-41c0-850e-113e2bdf78cf" providerId="ADAL" clId="{4EF4B88D-6678-4032-9751-422794F92589}" dt="2025-03-28T15:44:29.002" v="778" actId="20577"/>
        <pc:sldMkLst>
          <pc:docMk/>
          <pc:sldMk cId="250821381" sldId="494"/>
        </pc:sldMkLst>
        <pc:spChg chg="mod">
          <ac:chgData name="Steven M Christey" userId="f24da668-4c1f-41c0-850e-113e2bdf78cf" providerId="ADAL" clId="{4EF4B88D-6678-4032-9751-422794F92589}" dt="2025-03-28T15:44:29.002" v="778" actId="20577"/>
          <ac:spMkLst>
            <pc:docMk/>
            <pc:sldMk cId="250821381" sldId="494"/>
            <ac:spMk id="3" creationId="{91BBE544-B07D-A22E-1C50-A45E8F9C0351}"/>
          </ac:spMkLst>
        </pc:spChg>
      </pc:sldChg>
      <pc:sldChg chg="modSp mod">
        <pc:chgData name="Steven M Christey" userId="f24da668-4c1f-41c0-850e-113e2bdf78cf" providerId="ADAL" clId="{4EF4B88D-6678-4032-9751-422794F92589}" dt="2025-03-28T15:41:33.689" v="687" actId="20577"/>
        <pc:sldMkLst>
          <pc:docMk/>
          <pc:sldMk cId="3398638979" sldId="496"/>
        </pc:sldMkLst>
        <pc:spChg chg="mod">
          <ac:chgData name="Steven M Christey" userId="f24da668-4c1f-41c0-850e-113e2bdf78cf" providerId="ADAL" clId="{4EF4B88D-6678-4032-9751-422794F92589}" dt="2025-03-28T15:41:33.689" v="687" actId="20577"/>
          <ac:spMkLst>
            <pc:docMk/>
            <pc:sldMk cId="3398638979" sldId="496"/>
            <ac:spMk id="3" creationId="{91BBE544-B07D-A22E-1C50-A45E8F9C0351}"/>
          </ac:spMkLst>
        </pc:spChg>
      </pc:sldChg>
      <pc:sldChg chg="del">
        <pc:chgData name="Steven M Christey" userId="f24da668-4c1f-41c0-850e-113e2bdf78cf" providerId="ADAL" clId="{4EF4B88D-6678-4032-9751-422794F92589}" dt="2025-03-28T14:55:39.624" v="337" actId="47"/>
        <pc:sldMkLst>
          <pc:docMk/>
          <pc:sldMk cId="3618620616" sldId="497"/>
        </pc:sldMkLst>
      </pc:sldChg>
      <pc:sldChg chg="modSp mod">
        <pc:chgData name="Steven M Christey" userId="f24da668-4c1f-41c0-850e-113e2bdf78cf" providerId="ADAL" clId="{4EF4B88D-6678-4032-9751-422794F92589}" dt="2025-03-28T15:28:28.892" v="479" actId="207"/>
        <pc:sldMkLst>
          <pc:docMk/>
          <pc:sldMk cId="2746674832" sldId="501"/>
        </pc:sldMkLst>
        <pc:spChg chg="mod">
          <ac:chgData name="Steven M Christey" userId="f24da668-4c1f-41c0-850e-113e2bdf78cf" providerId="ADAL" clId="{4EF4B88D-6678-4032-9751-422794F92589}" dt="2025-03-28T15:28:28.892" v="479" actId="207"/>
          <ac:spMkLst>
            <pc:docMk/>
            <pc:sldMk cId="2746674832" sldId="501"/>
            <ac:spMk id="3" creationId="{51E8636F-B33F-D3B0-AADD-CB9D0B1156A6}"/>
          </ac:spMkLst>
        </pc:spChg>
      </pc:sldChg>
      <pc:sldChg chg="modSp mod">
        <pc:chgData name="Steven M Christey" userId="f24da668-4c1f-41c0-850e-113e2bdf78cf" providerId="ADAL" clId="{4EF4B88D-6678-4032-9751-422794F92589}" dt="2025-03-28T14:50:26.509" v="274" actId="207"/>
        <pc:sldMkLst>
          <pc:docMk/>
          <pc:sldMk cId="1027931571" sldId="502"/>
        </pc:sldMkLst>
        <pc:spChg chg="mod">
          <ac:chgData name="Steven M Christey" userId="f24da668-4c1f-41c0-850e-113e2bdf78cf" providerId="ADAL" clId="{4EF4B88D-6678-4032-9751-422794F92589}" dt="2025-03-28T14:50:26.509" v="274" actId="207"/>
          <ac:spMkLst>
            <pc:docMk/>
            <pc:sldMk cId="1027931571" sldId="502"/>
            <ac:spMk id="3" creationId="{93F9826D-B9D1-997D-1F9C-2B9AC119BAA4}"/>
          </ac:spMkLst>
        </pc:spChg>
      </pc:sldChg>
      <pc:sldChg chg="modSp mod">
        <pc:chgData name="Steven M Christey" userId="f24da668-4c1f-41c0-850e-113e2bdf78cf" providerId="ADAL" clId="{4EF4B88D-6678-4032-9751-422794F92589}" dt="2025-03-28T15:48:45.934" v="899" actId="20577"/>
        <pc:sldMkLst>
          <pc:docMk/>
          <pc:sldMk cId="3197665598" sldId="503"/>
        </pc:sldMkLst>
        <pc:spChg chg="mod">
          <ac:chgData name="Steven M Christey" userId="f24da668-4c1f-41c0-850e-113e2bdf78cf" providerId="ADAL" clId="{4EF4B88D-6678-4032-9751-422794F92589}" dt="2025-03-28T15:48:45.934" v="899" actId="20577"/>
          <ac:spMkLst>
            <pc:docMk/>
            <pc:sldMk cId="3197665598" sldId="503"/>
            <ac:spMk id="3" creationId="{18903628-5E0D-0F02-4B7C-9332FE4C3448}"/>
          </ac:spMkLst>
        </pc:spChg>
      </pc:sldChg>
      <pc:sldChg chg="modSp mod">
        <pc:chgData name="Steven M Christey" userId="f24da668-4c1f-41c0-850e-113e2bdf78cf" providerId="ADAL" clId="{4EF4B88D-6678-4032-9751-422794F92589}" dt="2025-03-28T15:37:39.383" v="661"/>
        <pc:sldMkLst>
          <pc:docMk/>
          <pc:sldMk cId="875236698" sldId="505"/>
        </pc:sldMkLst>
        <pc:spChg chg="mod">
          <ac:chgData name="Steven M Christey" userId="f24da668-4c1f-41c0-850e-113e2bdf78cf" providerId="ADAL" clId="{4EF4B88D-6678-4032-9751-422794F92589}" dt="2025-03-28T15:37:39.383" v="661"/>
          <ac:spMkLst>
            <pc:docMk/>
            <pc:sldMk cId="875236698" sldId="505"/>
            <ac:spMk id="3" creationId="{60F09E05-5C5B-B252-2D8C-81D9597607D7}"/>
          </ac:spMkLst>
        </pc:spChg>
      </pc:sldChg>
      <pc:sldChg chg="modSp mod">
        <pc:chgData name="Steven M Christey" userId="f24da668-4c1f-41c0-850e-113e2bdf78cf" providerId="ADAL" clId="{4EF4B88D-6678-4032-9751-422794F92589}" dt="2025-03-28T14:42:39.935" v="101" actId="20577"/>
        <pc:sldMkLst>
          <pc:docMk/>
          <pc:sldMk cId="2730253842" sldId="542"/>
        </pc:sldMkLst>
        <pc:spChg chg="mod">
          <ac:chgData name="Steven M Christey" userId="f24da668-4c1f-41c0-850e-113e2bdf78cf" providerId="ADAL" clId="{4EF4B88D-6678-4032-9751-422794F92589}" dt="2025-03-28T14:42:20.944" v="80" actId="20577"/>
          <ac:spMkLst>
            <pc:docMk/>
            <pc:sldMk cId="2730253842" sldId="542"/>
            <ac:spMk id="2" creationId="{91D802BE-518D-D6E6-531C-A2E587BDF05C}"/>
          </ac:spMkLst>
        </pc:spChg>
        <pc:spChg chg="mod">
          <ac:chgData name="Steven M Christey" userId="f24da668-4c1f-41c0-850e-113e2bdf78cf" providerId="ADAL" clId="{4EF4B88D-6678-4032-9751-422794F92589}" dt="2025-03-28T14:42:39.935" v="101" actId="20577"/>
          <ac:spMkLst>
            <pc:docMk/>
            <pc:sldMk cId="2730253842" sldId="542"/>
            <ac:spMk id="3" creationId="{CF8600D0-E349-74FD-4214-23DC700A0F91}"/>
          </ac:spMkLst>
        </pc:spChg>
      </pc:sldChg>
      <pc:sldChg chg="addSp delSp modSp mod">
        <pc:chgData name="Steven M Christey" userId="f24da668-4c1f-41c0-850e-113e2bdf78cf" providerId="ADAL" clId="{4EF4B88D-6678-4032-9751-422794F92589}" dt="2025-03-28T14:59:59.752" v="438" actId="403"/>
        <pc:sldMkLst>
          <pc:docMk/>
          <pc:sldMk cId="3459002713" sldId="552"/>
        </pc:sldMkLst>
        <pc:spChg chg="mod">
          <ac:chgData name="Steven M Christey" userId="f24da668-4c1f-41c0-850e-113e2bdf78cf" providerId="ADAL" clId="{4EF4B88D-6678-4032-9751-422794F92589}" dt="2025-03-28T14:48:02.953" v="247" actId="20577"/>
          <ac:spMkLst>
            <pc:docMk/>
            <pc:sldMk cId="3459002713" sldId="552"/>
            <ac:spMk id="2" creationId="{08991F8D-568A-826F-4A6D-A8A7779941F9}"/>
          </ac:spMkLst>
        </pc:spChg>
        <pc:spChg chg="del">
          <ac:chgData name="Steven M Christey" userId="f24da668-4c1f-41c0-850e-113e2bdf78cf" providerId="ADAL" clId="{4EF4B88D-6678-4032-9751-422794F92589}" dt="2025-03-28T14:46:50.131" v="194" actId="478"/>
          <ac:spMkLst>
            <pc:docMk/>
            <pc:sldMk cId="3459002713" sldId="552"/>
            <ac:spMk id="3" creationId="{4369DD20-7DC5-577B-4E0D-723FC8A8FB49}"/>
          </ac:spMkLst>
        </pc:spChg>
        <pc:spChg chg="mod">
          <ac:chgData name="Steven M Christey" userId="f24da668-4c1f-41c0-850e-113e2bdf78cf" providerId="ADAL" clId="{4EF4B88D-6678-4032-9751-422794F92589}" dt="2025-03-28T14:47:56.080" v="240" actId="1076"/>
          <ac:spMkLst>
            <pc:docMk/>
            <pc:sldMk cId="3459002713" sldId="552"/>
            <ac:spMk id="5" creationId="{62A4C25A-084F-F2B0-0B58-6835AFE2D0C2}"/>
          </ac:spMkLst>
        </pc:spChg>
        <pc:spChg chg="add del mod">
          <ac:chgData name="Steven M Christey" userId="f24da668-4c1f-41c0-850e-113e2bdf78cf" providerId="ADAL" clId="{4EF4B88D-6678-4032-9751-422794F92589}" dt="2025-03-28T14:46:53.467" v="195" actId="478"/>
          <ac:spMkLst>
            <pc:docMk/>
            <pc:sldMk cId="3459002713" sldId="552"/>
            <ac:spMk id="7" creationId="{C9676788-FBC7-3AA3-B0FB-3FAFC9B03409}"/>
          </ac:spMkLst>
        </pc:spChg>
        <pc:spChg chg="add mod">
          <ac:chgData name="Steven M Christey" userId="f24da668-4c1f-41c0-850e-113e2bdf78cf" providerId="ADAL" clId="{4EF4B88D-6678-4032-9751-422794F92589}" dt="2025-03-28T14:48:33.326" v="250" actId="115"/>
          <ac:spMkLst>
            <pc:docMk/>
            <pc:sldMk cId="3459002713" sldId="552"/>
            <ac:spMk id="8" creationId="{C4B54ECF-A9AA-CA85-AA8D-702D0649EFC9}"/>
          </ac:spMkLst>
        </pc:spChg>
        <pc:spChg chg="add mod">
          <ac:chgData name="Steven M Christey" userId="f24da668-4c1f-41c0-850e-113e2bdf78cf" providerId="ADAL" clId="{4EF4B88D-6678-4032-9751-422794F92589}" dt="2025-03-28T14:59:59.752" v="438" actId="403"/>
          <ac:spMkLst>
            <pc:docMk/>
            <pc:sldMk cId="3459002713" sldId="552"/>
            <ac:spMk id="9" creationId="{9E3A903E-5FA1-1226-0FE2-9210E3C13BE2}"/>
          </ac:spMkLst>
        </pc:spChg>
      </pc:sldChg>
      <pc:sldChg chg="modSp del mod">
        <pc:chgData name="Steven M Christey" userId="f24da668-4c1f-41c0-850e-113e2bdf78cf" providerId="ADAL" clId="{4EF4B88D-6678-4032-9751-422794F92589}" dt="2025-03-28T14:57:20.361" v="362" actId="47"/>
        <pc:sldMkLst>
          <pc:docMk/>
          <pc:sldMk cId="3362485947" sldId="560"/>
        </pc:sldMkLst>
        <pc:spChg chg="mod">
          <ac:chgData name="Steven M Christey" userId="f24da668-4c1f-41c0-850e-113e2bdf78cf" providerId="ADAL" clId="{4EF4B88D-6678-4032-9751-422794F92589}" dt="2025-03-28T14:46:04.216" v="185" actId="20577"/>
          <ac:spMkLst>
            <pc:docMk/>
            <pc:sldMk cId="3362485947" sldId="560"/>
            <ac:spMk id="2" creationId="{2603FB07-6975-7775-0223-27B2BC962339}"/>
          </ac:spMkLst>
        </pc:spChg>
        <pc:spChg chg="mod">
          <ac:chgData name="Steven M Christey" userId="f24da668-4c1f-41c0-850e-113e2bdf78cf" providerId="ADAL" clId="{4EF4B88D-6678-4032-9751-422794F92589}" dt="2025-03-28T14:46:24.534" v="186"/>
          <ac:spMkLst>
            <pc:docMk/>
            <pc:sldMk cId="3362485947" sldId="560"/>
            <ac:spMk id="5" creationId="{A961E414-391D-7C3C-2A36-D585F3DC3D04}"/>
          </ac:spMkLst>
        </pc:spChg>
      </pc:sldChg>
      <pc:sldChg chg="del">
        <pc:chgData name="Steven M Christey" userId="f24da668-4c1f-41c0-850e-113e2bdf78cf" providerId="ADAL" clId="{4EF4B88D-6678-4032-9751-422794F92589}" dt="2025-03-28T14:48:51.616" v="251" actId="47"/>
        <pc:sldMkLst>
          <pc:docMk/>
          <pc:sldMk cId="1300447669" sldId="575"/>
        </pc:sldMkLst>
      </pc:sldChg>
      <pc:sldChg chg="del">
        <pc:chgData name="Steven M Christey" userId="f24da668-4c1f-41c0-850e-113e2bdf78cf" providerId="ADAL" clId="{4EF4B88D-6678-4032-9751-422794F92589}" dt="2025-03-28T14:52:11.571" v="287" actId="47"/>
        <pc:sldMkLst>
          <pc:docMk/>
          <pc:sldMk cId="3655762862" sldId="576"/>
        </pc:sldMkLst>
      </pc:sldChg>
      <pc:sldChg chg="del">
        <pc:chgData name="Steven M Christey" userId="f24da668-4c1f-41c0-850e-113e2bdf78cf" providerId="ADAL" clId="{4EF4B88D-6678-4032-9751-422794F92589}" dt="2025-03-28T14:43:10.722" v="129" actId="47"/>
        <pc:sldMkLst>
          <pc:docMk/>
          <pc:sldMk cId="1133148075" sldId="579"/>
        </pc:sldMkLst>
      </pc:sldChg>
      <pc:sldChg chg="del">
        <pc:chgData name="Steven M Christey" userId="f24da668-4c1f-41c0-850e-113e2bdf78cf" providerId="ADAL" clId="{4EF4B88D-6678-4032-9751-422794F92589}" dt="2025-03-28T14:43:12.162" v="130" actId="47"/>
        <pc:sldMkLst>
          <pc:docMk/>
          <pc:sldMk cId="1000231701" sldId="580"/>
        </pc:sldMkLst>
      </pc:sldChg>
      <pc:sldChg chg="addSp delSp modSp mod">
        <pc:chgData name="Steven M Christey" userId="f24da668-4c1f-41c0-850e-113e2bdf78cf" providerId="ADAL" clId="{4EF4B88D-6678-4032-9751-422794F92589}" dt="2025-03-28T14:43:00.765" v="128" actId="478"/>
        <pc:sldMkLst>
          <pc:docMk/>
          <pc:sldMk cId="1477368885" sldId="581"/>
        </pc:sldMkLst>
        <pc:spChg chg="mod">
          <ac:chgData name="Steven M Christey" userId="f24da668-4c1f-41c0-850e-113e2bdf78cf" providerId="ADAL" clId="{4EF4B88D-6678-4032-9751-422794F92589}" dt="2025-03-28T14:42:55.326" v="127" actId="6549"/>
          <ac:spMkLst>
            <pc:docMk/>
            <pc:sldMk cId="1477368885" sldId="581"/>
            <ac:spMk id="2" creationId="{155C14C6-4CB9-2146-E92A-0EE8671F32CD}"/>
          </ac:spMkLst>
        </pc:spChg>
        <pc:spChg chg="del">
          <ac:chgData name="Steven M Christey" userId="f24da668-4c1f-41c0-850e-113e2bdf78cf" providerId="ADAL" clId="{4EF4B88D-6678-4032-9751-422794F92589}" dt="2025-03-28T14:43:00.765" v="128" actId="478"/>
          <ac:spMkLst>
            <pc:docMk/>
            <pc:sldMk cId="1477368885" sldId="581"/>
            <ac:spMk id="3" creationId="{3201AC2E-83EC-D238-DA2E-906246DEC965}"/>
          </ac:spMkLst>
        </pc:spChg>
        <pc:spChg chg="add mod">
          <ac:chgData name="Steven M Christey" userId="f24da668-4c1f-41c0-850e-113e2bdf78cf" providerId="ADAL" clId="{4EF4B88D-6678-4032-9751-422794F92589}" dt="2025-03-28T14:43:00.765" v="128" actId="478"/>
          <ac:spMkLst>
            <pc:docMk/>
            <pc:sldMk cId="1477368885" sldId="581"/>
            <ac:spMk id="6" creationId="{E7EC792B-BCD0-F7FA-F6CF-1E02310B7838}"/>
          </ac:spMkLst>
        </pc:spChg>
      </pc:sldChg>
      <pc:sldChg chg="del">
        <pc:chgData name="Steven M Christey" userId="f24da668-4c1f-41c0-850e-113e2bdf78cf" providerId="ADAL" clId="{4EF4B88D-6678-4032-9751-422794F92589}" dt="2025-03-28T14:56:18.398" v="338" actId="47"/>
        <pc:sldMkLst>
          <pc:docMk/>
          <pc:sldMk cId="2837148105" sldId="582"/>
        </pc:sldMkLst>
      </pc:sldChg>
      <pc:sldChg chg="modSp del mod">
        <pc:chgData name="Steven M Christey" userId="f24da668-4c1f-41c0-850e-113e2bdf78cf" providerId="ADAL" clId="{4EF4B88D-6678-4032-9751-422794F92589}" dt="2025-03-28T14:45:51.772" v="165" actId="47"/>
        <pc:sldMkLst>
          <pc:docMk/>
          <pc:sldMk cId="189528037" sldId="583"/>
        </pc:sldMkLst>
        <pc:spChg chg="mod">
          <ac:chgData name="Steven M Christey" userId="f24da668-4c1f-41c0-850e-113e2bdf78cf" providerId="ADAL" clId="{4EF4B88D-6678-4032-9751-422794F92589}" dt="2025-03-28T14:45:23.521" v="163" actId="6549"/>
          <ac:spMkLst>
            <pc:docMk/>
            <pc:sldMk cId="189528037" sldId="583"/>
            <ac:spMk id="2" creationId="{DA42CE89-1F0E-C02D-B140-B03903620F3C}"/>
          </ac:spMkLst>
        </pc:spChg>
      </pc:sldChg>
      <pc:sldChg chg="modSp add mod">
        <pc:chgData name="Steven M Christey" userId="f24da668-4c1f-41c0-850e-113e2bdf78cf" providerId="ADAL" clId="{4EF4B88D-6678-4032-9751-422794F92589}" dt="2025-03-28T15:53:17.401" v="904" actId="20577"/>
        <pc:sldMkLst>
          <pc:docMk/>
          <pc:sldMk cId="4229668411" sldId="584"/>
        </pc:sldMkLst>
        <pc:spChg chg="mod">
          <ac:chgData name="Steven M Christey" userId="f24da668-4c1f-41c0-850e-113e2bdf78cf" providerId="ADAL" clId="{4EF4B88D-6678-4032-9751-422794F92589}" dt="2025-03-28T15:53:17.401" v="904" actId="20577"/>
          <ac:spMkLst>
            <pc:docMk/>
            <pc:sldMk cId="4229668411" sldId="584"/>
            <ac:spMk id="3" creationId="{1FCCB05C-7E32-73E1-2F09-27776A9F4221}"/>
          </ac:spMkLst>
        </pc:spChg>
      </pc:sldChg>
      <pc:sldChg chg="del">
        <pc:chgData name="Steven M Christey" userId="f24da668-4c1f-41c0-850e-113e2bdf78cf" providerId="ADAL" clId="{4EF4B88D-6678-4032-9751-422794F92589}" dt="2025-03-28T14:56:20.737" v="339" actId="2696"/>
        <pc:sldMkLst>
          <pc:docMk/>
          <pc:sldMk cId="4291023721" sldId="584"/>
        </pc:sldMkLst>
      </pc:sldChg>
      <pc:sldChg chg="add">
        <pc:chgData name="Steven M Christey" userId="f24da668-4c1f-41c0-850e-113e2bdf78cf" providerId="ADAL" clId="{4EF4B88D-6678-4032-9751-422794F92589}" dt="2025-03-28T14:45:48.364" v="164"/>
        <pc:sldMkLst>
          <pc:docMk/>
          <pc:sldMk cId="2652250295" sldId="585"/>
        </pc:sldMkLst>
      </pc:sldChg>
      <pc:sldChg chg="modSp new mod">
        <pc:chgData name="Steven M Christey" userId="f24da668-4c1f-41c0-850e-113e2bdf78cf" providerId="ADAL" clId="{4EF4B88D-6678-4032-9751-422794F92589}" dt="2025-03-28T14:56:46.400" v="361" actId="20577"/>
        <pc:sldMkLst>
          <pc:docMk/>
          <pc:sldMk cId="1721949927" sldId="586"/>
        </pc:sldMkLst>
        <pc:spChg chg="mod">
          <ac:chgData name="Steven M Christey" userId="f24da668-4c1f-41c0-850e-113e2bdf78cf" providerId="ADAL" clId="{4EF4B88D-6678-4032-9751-422794F92589}" dt="2025-03-28T14:56:46.400" v="361" actId="20577"/>
          <ac:spMkLst>
            <pc:docMk/>
            <pc:sldMk cId="1721949927" sldId="586"/>
            <ac:spMk id="2" creationId="{07D0E0D3-0880-549B-AFBE-8EADDBC52B82}"/>
          </ac:spMkLst>
        </pc:spChg>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modSp mod ord">
        <pc:chgData name="Alec J Summers" userId="d9c4246f-ffa8-4c52-a253-9dc5efe19efc" providerId="ADAL" clId="{3FAE7DF6-7101-524C-90F5-9656D182D6EF}" dt="2024-10-18T14:22:45.454" v="284" actId="20577"/>
        <pc:sldMkLst>
          <pc:docMk/>
          <pc:sldMk cId="915149386" sldId="514"/>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4/9/2025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4/9/2025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a:t>March 28, 2025</a:t>
            </a:r>
          </a:p>
          <a:p>
            <a:endParaRPr lang="en-US"/>
          </a:p>
          <a:p>
            <a:endParaRPr lang="en-US"/>
          </a:p>
          <a:p>
            <a:endParaRPr lang="en-US"/>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Preview: changes to CWE-1039 (adversarial perturbations)</a:t>
            </a:r>
          </a:p>
          <a:p>
            <a:pPr marL="307975" indent="-307975"/>
            <a:r>
              <a:rPr lang="en-US">
                <a:latin typeface="Tahoma"/>
                <a:ea typeface="Tahoma"/>
                <a:cs typeface="Tahoma"/>
              </a:rPr>
              <a:t>Detailed discussion: new entry for inference parameters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Any new subgroup members? Introductions</a:t>
            </a:r>
          </a:p>
          <a:p>
            <a:pPr marL="307975" indent="-307975"/>
            <a:endParaRPr lang="en-US">
              <a:latin typeface="Tahoma"/>
              <a:ea typeface="Tahoma"/>
              <a:cs typeface="Tahoma"/>
            </a:endParaRPr>
          </a:p>
          <a:p>
            <a:pPr marL="307975" indent="-307975"/>
            <a:r>
              <a:rPr lang="en-US">
                <a:latin typeface="Tahoma"/>
                <a:ea typeface="Tahoma"/>
                <a:cs typeface="Tahoma"/>
              </a:rPr>
              <a:t>Next CWE release: April 3, 2025 (just before </a:t>
            </a:r>
            <a:r>
              <a:rPr lang="en-US" err="1">
                <a:latin typeface="Tahoma"/>
                <a:ea typeface="Tahoma"/>
                <a:cs typeface="Tahoma"/>
              </a:rPr>
              <a:t>VulnCon</a:t>
            </a:r>
            <a:r>
              <a:rPr lang="en-US">
                <a:latin typeface="Tahoma"/>
                <a:ea typeface="Tahoma"/>
                <a:cs typeface="Tahoma"/>
              </a:rPr>
              <a:t>)</a:t>
            </a:r>
          </a:p>
          <a:p>
            <a:pPr marL="685922" lvl="1" indent="-307975"/>
            <a:r>
              <a:rPr lang="en-US">
                <a:latin typeface="Tahoma"/>
                <a:ea typeface="Tahoma"/>
                <a:cs typeface="Tahoma"/>
              </a:rPr>
              <a:t>Will include public release of CDR (registration no longer required)</a:t>
            </a:r>
            <a:endParaRPr lang="en-US"/>
          </a:p>
          <a:p>
            <a:pPr marL="0" indent="0">
              <a:buNone/>
            </a:pPr>
            <a:endParaRPr lang="en-US">
              <a:latin typeface="Tahoma"/>
              <a:ea typeface="Tahoma"/>
              <a:cs typeface="Tahoma"/>
            </a:endParaRPr>
          </a:p>
          <a:p>
            <a:pPr marL="307975" indent="-307975"/>
            <a:r>
              <a:rPr lang="en-US">
                <a:latin typeface="Tahoma"/>
                <a:ea typeface="Tahoma"/>
                <a:cs typeface="Tahoma"/>
              </a:rPr>
              <a:t>To do: addition of new subgroup leaders</a:t>
            </a:r>
          </a:p>
          <a:p>
            <a:pPr marL="307340" indent="-303530"/>
            <a:endParaRPr lang="en-US"/>
          </a:p>
          <a:p>
            <a:pPr marL="685800" lvl="1" indent="-303530"/>
            <a:endParaRPr lang="en-US"/>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21949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5450FCDD-08B1-48D8-BB50-7A17E590A5EE}">
  <ds:schemaRefs>
    <ds:schemaRef ds:uri="aff8eeb6-53bf-44bf-a224-fac977cd228b"/>
    <ds:schemaRef ds:uri="b5a44311-ed64-4a72-909f-c9dc6973bde2"/>
    <ds:schemaRef ds:uri="f3e578be-7961-41e8-91c9-b742ecb60a7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Application>Microsoft Office PowerPoint</Application>
  <PresentationFormat>Widescreen</PresentationFormat>
  <Slides>43</Slides>
  <Notes>0</Notes>
  <HiddenSlides>0</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mitre-2018</vt:lpstr>
      <vt:lpstr>CWE AI Working Group Meeting: New Entry Subgroup </vt:lpstr>
      <vt:lpstr>Agenda</vt:lpstr>
      <vt:lpstr>Status Updates</vt:lpstr>
      <vt:lpstr>Subgroups </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Other / Older Slides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revision>1</cp:revision>
  <dcterms:created xsi:type="dcterms:W3CDTF">2019-02-26T16:06:40Z</dcterms:created>
  <dcterms:modified xsi:type="dcterms:W3CDTF">2025-04-09T18:43:00Z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