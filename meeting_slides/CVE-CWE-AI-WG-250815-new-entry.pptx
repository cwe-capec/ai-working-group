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64"/>
  </p:notesMasterIdLst>
  <p:handoutMasterIdLst>
    <p:handoutMasterId r:id="rId65"/>
  </p:handoutMasterIdLst>
  <p:sldIdLst>
    <p:sldId id="459" r:id="rId5"/>
    <p:sldId id="475" r:id="rId6"/>
    <p:sldId id="514" r:id="rId7"/>
    <p:sldId id="533" r:id="rId8"/>
    <p:sldId id="583" r:id="rId9"/>
    <p:sldId id="585" r:id="rId10"/>
    <p:sldId id="594" r:id="rId11"/>
    <p:sldId id="595" r:id="rId12"/>
    <p:sldId id="495" r:id="rId13"/>
    <p:sldId id="591" r:id="rId14"/>
    <p:sldId id="587" r:id="rId15"/>
    <p:sldId id="590" r:id="rId16"/>
    <p:sldId id="588" r:id="rId17"/>
    <p:sldId id="593" r:id="rId18"/>
    <p:sldId id="589" r:id="rId19"/>
    <p:sldId id="493" r:id="rId20"/>
    <p:sldId id="488" r:id="rId21"/>
    <p:sldId id="496" r:id="rId22"/>
    <p:sldId id="586" r:id="rId23"/>
    <p:sldId id="505" r:id="rId24"/>
    <p:sldId id="494" r:id="rId25"/>
    <p:sldId id="497" r:id="rId26"/>
    <p:sldId id="560" r:id="rId27"/>
    <p:sldId id="552" r:id="rId28"/>
    <p:sldId id="575" r:id="rId29"/>
    <p:sldId id="502" r:id="rId30"/>
    <p:sldId id="501" r:id="rId31"/>
    <p:sldId id="576" r:id="rId32"/>
    <p:sldId id="503" r:id="rId33"/>
    <p:sldId id="504" r:id="rId34"/>
    <p:sldId id="547" r:id="rId35"/>
    <p:sldId id="539" r:id="rId36"/>
    <p:sldId id="592" r:id="rId37"/>
    <p:sldId id="541" r:id="rId38"/>
    <p:sldId id="543" r:id="rId39"/>
    <p:sldId id="548" r:id="rId40"/>
    <p:sldId id="542" r:id="rId41"/>
    <p:sldId id="581" r:id="rId42"/>
    <p:sldId id="582" r:id="rId43"/>
    <p:sldId id="579" r:id="rId44"/>
    <p:sldId id="580" r:id="rId45"/>
    <p:sldId id="584" r:id="rId46"/>
    <p:sldId id="554" r:id="rId47"/>
    <p:sldId id="561" r:id="rId48"/>
    <p:sldId id="562" r:id="rId49"/>
    <p:sldId id="563" r:id="rId50"/>
    <p:sldId id="564" r:id="rId51"/>
    <p:sldId id="565" r:id="rId52"/>
    <p:sldId id="566" r:id="rId53"/>
    <p:sldId id="567" r:id="rId54"/>
    <p:sldId id="568" r:id="rId55"/>
    <p:sldId id="569" r:id="rId56"/>
    <p:sldId id="570" r:id="rId57"/>
    <p:sldId id="571" r:id="rId58"/>
    <p:sldId id="572" r:id="rId59"/>
    <p:sldId id="573" r:id="rId60"/>
    <p:sldId id="574" r:id="rId61"/>
    <p:sldId id="545" r:id="rId62"/>
    <p:sldId id="53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05519F-7056-4F7D-9BDF-05628DABAED4}" v="20" dt="2025-08-15T15:26:45.2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3" autoAdjust="0"/>
    <p:restoredTop sz="94660"/>
  </p:normalViewPr>
  <p:slideViewPr>
    <p:cSldViewPr snapToGrid="0">
      <p:cViewPr varScale="1">
        <p:scale>
          <a:sx n="60" d="100"/>
          <a:sy n="60" d="100"/>
        </p:scale>
        <p:origin x="624" y="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C405519F-7056-4F7D-9BDF-05628DABAED4}"/>
    <pc:docChg chg="custSel addSld delSld modSld sldOrd">
      <pc:chgData name="Steven M Christey" userId="f24da668-4c1f-41c0-850e-113e2bdf78cf" providerId="ADAL" clId="{C405519F-7056-4F7D-9BDF-05628DABAED4}" dt="2025-08-15T15:47:50.082" v="1366" actId="313"/>
      <pc:docMkLst>
        <pc:docMk/>
      </pc:docMkLst>
      <pc:sldChg chg="modSp mod">
        <pc:chgData name="Steven M Christey" userId="f24da668-4c1f-41c0-850e-113e2bdf78cf" providerId="ADAL" clId="{C405519F-7056-4F7D-9BDF-05628DABAED4}" dt="2025-08-15T14:42:59.187" v="8" actId="20577"/>
        <pc:sldMkLst>
          <pc:docMk/>
          <pc:sldMk cId="1454278300" sldId="459"/>
        </pc:sldMkLst>
        <pc:spChg chg="mod">
          <ac:chgData name="Steven M Christey" userId="f24da668-4c1f-41c0-850e-113e2bdf78cf" providerId="ADAL" clId="{C405519F-7056-4F7D-9BDF-05628DABAED4}" dt="2025-08-15T14:42:59.187" v="8" actId="20577"/>
          <ac:spMkLst>
            <pc:docMk/>
            <pc:sldMk cId="1454278300" sldId="459"/>
            <ac:spMk id="3" creationId="{0992DF88-AC24-0FBF-1177-62DD9110498B}"/>
          </ac:spMkLst>
        </pc:spChg>
      </pc:sldChg>
      <pc:sldChg chg="modSp mod">
        <pc:chgData name="Steven M Christey" userId="f24da668-4c1f-41c0-850e-113e2bdf78cf" providerId="ADAL" clId="{C405519F-7056-4F7D-9BDF-05628DABAED4}" dt="2025-08-15T14:53:45.419" v="475" actId="20577"/>
        <pc:sldMkLst>
          <pc:docMk/>
          <pc:sldMk cId="1259113184" sldId="475"/>
        </pc:sldMkLst>
        <pc:spChg chg="mod">
          <ac:chgData name="Steven M Christey" userId="f24da668-4c1f-41c0-850e-113e2bdf78cf" providerId="ADAL" clId="{C405519F-7056-4F7D-9BDF-05628DABAED4}" dt="2025-08-15T14:53:45.419" v="475" actId="20577"/>
          <ac:spMkLst>
            <pc:docMk/>
            <pc:sldMk cId="1259113184" sldId="475"/>
            <ac:spMk id="3" creationId="{32062DF9-CFF1-0BEE-15FF-59D403B018ED}"/>
          </ac:spMkLst>
        </pc:spChg>
      </pc:sldChg>
      <pc:sldChg chg="add">
        <pc:chgData name="Steven M Christey" userId="f24da668-4c1f-41c0-850e-113e2bdf78cf" providerId="ADAL" clId="{C405519F-7056-4F7D-9BDF-05628DABAED4}" dt="2025-08-15T14:55:02.141" v="477"/>
        <pc:sldMkLst>
          <pc:docMk/>
          <pc:sldMk cId="712466533" sldId="488"/>
        </pc:sldMkLst>
      </pc:sldChg>
      <pc:sldChg chg="del">
        <pc:chgData name="Steven M Christey" userId="f24da668-4c1f-41c0-850e-113e2bdf78cf" providerId="ADAL" clId="{C405519F-7056-4F7D-9BDF-05628DABAED4}" dt="2025-08-15T14:54:52.597" v="476" actId="2696"/>
        <pc:sldMkLst>
          <pc:docMk/>
          <pc:sldMk cId="4197602607" sldId="488"/>
        </pc:sldMkLst>
      </pc:sldChg>
      <pc:sldChg chg="del">
        <pc:chgData name="Steven M Christey" userId="f24da668-4c1f-41c0-850e-113e2bdf78cf" providerId="ADAL" clId="{C405519F-7056-4F7D-9BDF-05628DABAED4}" dt="2025-08-15T14:49:33.413" v="441" actId="2696"/>
        <pc:sldMkLst>
          <pc:docMk/>
          <pc:sldMk cId="1870174279" sldId="493"/>
        </pc:sldMkLst>
      </pc:sldChg>
      <pc:sldChg chg="modSp add mod">
        <pc:chgData name="Steven M Christey" userId="f24da668-4c1f-41c0-850e-113e2bdf78cf" providerId="ADAL" clId="{C405519F-7056-4F7D-9BDF-05628DABAED4}" dt="2025-08-15T15:47:50.082" v="1366" actId="313"/>
        <pc:sldMkLst>
          <pc:docMk/>
          <pc:sldMk cId="2576501791" sldId="493"/>
        </pc:sldMkLst>
        <pc:spChg chg="mod">
          <ac:chgData name="Steven M Christey" userId="f24da668-4c1f-41c0-850e-113e2bdf78cf" providerId="ADAL" clId="{C405519F-7056-4F7D-9BDF-05628DABAED4}" dt="2025-08-15T15:47:50.082" v="1366" actId="313"/>
          <ac:spMkLst>
            <pc:docMk/>
            <pc:sldMk cId="2576501791" sldId="493"/>
            <ac:spMk id="3" creationId="{91BBE544-B07D-A22E-1C50-A45E8F9C0351}"/>
          </ac:spMkLst>
        </pc:spChg>
      </pc:sldChg>
      <pc:sldChg chg="add">
        <pc:chgData name="Steven M Christey" userId="f24da668-4c1f-41c0-850e-113e2bdf78cf" providerId="ADAL" clId="{C405519F-7056-4F7D-9BDF-05628DABAED4}" dt="2025-08-15T14:51:07.665" v="444"/>
        <pc:sldMkLst>
          <pc:docMk/>
          <pc:sldMk cId="2206607210" sldId="496"/>
        </pc:sldMkLst>
      </pc:sldChg>
      <pc:sldChg chg="del">
        <pc:chgData name="Steven M Christey" userId="f24da668-4c1f-41c0-850e-113e2bdf78cf" providerId="ADAL" clId="{C405519F-7056-4F7D-9BDF-05628DABAED4}" dt="2025-08-15T14:51:02.869" v="443" actId="2696"/>
        <pc:sldMkLst>
          <pc:docMk/>
          <pc:sldMk cId="2785828844" sldId="496"/>
        </pc:sldMkLst>
      </pc:sldChg>
      <pc:sldChg chg="add">
        <pc:chgData name="Steven M Christey" userId="f24da668-4c1f-41c0-850e-113e2bdf78cf" providerId="ADAL" clId="{C405519F-7056-4F7D-9BDF-05628DABAED4}" dt="2025-08-15T14:48:31.688" v="440"/>
        <pc:sldMkLst>
          <pc:docMk/>
          <pc:sldMk cId="775243355" sldId="503"/>
        </pc:sldMkLst>
      </pc:sldChg>
      <pc:sldChg chg="del">
        <pc:chgData name="Steven M Christey" userId="f24da668-4c1f-41c0-850e-113e2bdf78cf" providerId="ADAL" clId="{C405519F-7056-4F7D-9BDF-05628DABAED4}" dt="2025-08-15T14:48:19.372" v="439" actId="2696"/>
        <pc:sldMkLst>
          <pc:docMk/>
          <pc:sldMk cId="2072573845" sldId="503"/>
        </pc:sldMkLst>
      </pc:sldChg>
      <pc:sldChg chg="add">
        <pc:chgData name="Steven M Christey" userId="f24da668-4c1f-41c0-850e-113e2bdf78cf" providerId="ADAL" clId="{C405519F-7056-4F7D-9BDF-05628DABAED4}" dt="2025-08-15T14:48:31.688" v="440"/>
        <pc:sldMkLst>
          <pc:docMk/>
          <pc:sldMk cId="1394811699" sldId="504"/>
        </pc:sldMkLst>
      </pc:sldChg>
      <pc:sldChg chg="del">
        <pc:chgData name="Steven M Christey" userId="f24da668-4c1f-41c0-850e-113e2bdf78cf" providerId="ADAL" clId="{C405519F-7056-4F7D-9BDF-05628DABAED4}" dt="2025-08-15T14:48:19.372" v="439" actId="2696"/>
        <pc:sldMkLst>
          <pc:docMk/>
          <pc:sldMk cId="1678047159" sldId="504"/>
        </pc:sldMkLst>
      </pc:sldChg>
      <pc:sldChg chg="modSp mod">
        <pc:chgData name="Steven M Christey" userId="f24da668-4c1f-41c0-850e-113e2bdf78cf" providerId="ADAL" clId="{C405519F-7056-4F7D-9BDF-05628DABAED4}" dt="2025-08-15T14:43:13.982" v="20" actId="20577"/>
        <pc:sldMkLst>
          <pc:docMk/>
          <pc:sldMk cId="915149386" sldId="514"/>
        </pc:sldMkLst>
        <pc:spChg chg="mod">
          <ac:chgData name="Steven M Christey" userId="f24da668-4c1f-41c0-850e-113e2bdf78cf" providerId="ADAL" clId="{C405519F-7056-4F7D-9BDF-05628DABAED4}" dt="2025-08-15T14:43:13.982" v="20" actId="20577"/>
          <ac:spMkLst>
            <pc:docMk/>
            <pc:sldMk cId="915149386" sldId="514"/>
            <ac:spMk id="3" creationId="{D4348C02-DFCE-A2E4-D523-D69A254A7D49}"/>
          </ac:spMkLst>
        </pc:spChg>
      </pc:sldChg>
      <pc:sldChg chg="del">
        <pc:chgData name="Steven M Christey" userId="f24da668-4c1f-41c0-850e-113e2bdf78cf" providerId="ADAL" clId="{C405519F-7056-4F7D-9BDF-05628DABAED4}" dt="2025-08-15T14:51:11.846" v="445" actId="47"/>
        <pc:sldMkLst>
          <pc:docMk/>
          <pc:sldMk cId="2639086877" sldId="551"/>
        </pc:sldMkLst>
      </pc:sldChg>
      <pc:sldChg chg="modSp mod">
        <pc:chgData name="Steven M Christey" userId="f24da668-4c1f-41c0-850e-113e2bdf78cf" providerId="ADAL" clId="{C405519F-7056-4F7D-9BDF-05628DABAED4}" dt="2025-08-15T14:45:28.513" v="102" actId="6549"/>
        <pc:sldMkLst>
          <pc:docMk/>
          <pc:sldMk cId="1570532610" sldId="585"/>
        </pc:sldMkLst>
        <pc:spChg chg="mod">
          <ac:chgData name="Steven M Christey" userId="f24da668-4c1f-41c0-850e-113e2bdf78cf" providerId="ADAL" clId="{C405519F-7056-4F7D-9BDF-05628DABAED4}" dt="2025-08-15T14:45:28.513" v="102" actId="6549"/>
          <ac:spMkLst>
            <pc:docMk/>
            <pc:sldMk cId="1570532610" sldId="585"/>
            <ac:spMk id="3" creationId="{5F34ED3C-1922-1677-B432-4CE04C52EF75}"/>
          </ac:spMkLst>
        </pc:spChg>
      </pc:sldChg>
      <pc:sldChg chg="modSp mod">
        <pc:chgData name="Steven M Christey" userId="f24da668-4c1f-41c0-850e-113e2bdf78cf" providerId="ADAL" clId="{C405519F-7056-4F7D-9BDF-05628DABAED4}" dt="2025-08-15T15:31:56.197" v="918" actId="207"/>
        <pc:sldMkLst>
          <pc:docMk/>
          <pc:sldMk cId="3428824971" sldId="587"/>
        </pc:sldMkLst>
        <pc:spChg chg="mod">
          <ac:chgData name="Steven M Christey" userId="f24da668-4c1f-41c0-850e-113e2bdf78cf" providerId="ADAL" clId="{C405519F-7056-4F7D-9BDF-05628DABAED4}" dt="2025-08-15T15:31:56.197" v="918" actId="207"/>
          <ac:spMkLst>
            <pc:docMk/>
            <pc:sldMk cId="3428824971" sldId="587"/>
            <ac:spMk id="3" creationId="{ED01B37D-F7F7-0CB9-CC8B-17C1ED88F0E5}"/>
          </ac:spMkLst>
        </pc:spChg>
      </pc:sldChg>
      <pc:sldChg chg="modSp mod">
        <pc:chgData name="Steven M Christey" userId="f24da668-4c1f-41c0-850e-113e2bdf78cf" providerId="ADAL" clId="{C405519F-7056-4F7D-9BDF-05628DABAED4}" dt="2025-08-15T15:40:14.512" v="1266" actId="20577"/>
        <pc:sldMkLst>
          <pc:docMk/>
          <pc:sldMk cId="2203204905" sldId="588"/>
        </pc:sldMkLst>
        <pc:spChg chg="mod">
          <ac:chgData name="Steven M Christey" userId="f24da668-4c1f-41c0-850e-113e2bdf78cf" providerId="ADAL" clId="{C405519F-7056-4F7D-9BDF-05628DABAED4}" dt="2025-08-15T15:40:14.512" v="1266" actId="20577"/>
          <ac:spMkLst>
            <pc:docMk/>
            <pc:sldMk cId="2203204905" sldId="588"/>
            <ac:spMk id="3" creationId="{A331AA16-2369-4B43-DF38-B7BAB8CD25AB}"/>
          </ac:spMkLst>
        </pc:spChg>
      </pc:sldChg>
      <pc:sldChg chg="ord">
        <pc:chgData name="Steven M Christey" userId="f24da668-4c1f-41c0-850e-113e2bdf78cf" providerId="ADAL" clId="{C405519F-7056-4F7D-9BDF-05628DABAED4}" dt="2025-08-15T14:48:05.123" v="438"/>
        <pc:sldMkLst>
          <pc:docMk/>
          <pc:sldMk cId="84884298" sldId="589"/>
        </pc:sldMkLst>
      </pc:sldChg>
      <pc:sldChg chg="modSp mod">
        <pc:chgData name="Steven M Christey" userId="f24da668-4c1f-41c0-850e-113e2bdf78cf" providerId="ADAL" clId="{C405519F-7056-4F7D-9BDF-05628DABAED4}" dt="2025-08-15T15:03:44.793" v="821" actId="404"/>
        <pc:sldMkLst>
          <pc:docMk/>
          <pc:sldMk cId="2965866587" sldId="592"/>
        </pc:sldMkLst>
        <pc:spChg chg="mod">
          <ac:chgData name="Steven M Christey" userId="f24da668-4c1f-41c0-850e-113e2bdf78cf" providerId="ADAL" clId="{C405519F-7056-4F7D-9BDF-05628DABAED4}" dt="2025-08-15T15:03:44.793" v="821" actId="404"/>
          <ac:spMkLst>
            <pc:docMk/>
            <pc:sldMk cId="2965866587" sldId="592"/>
            <ac:spMk id="3" creationId="{9CA0F585-8488-AE38-3828-8BF5511D450B}"/>
          </ac:spMkLst>
        </pc:spChg>
      </pc:sldChg>
      <pc:sldChg chg="modSp mod">
        <pc:chgData name="Steven M Christey" userId="f24da668-4c1f-41c0-850e-113e2bdf78cf" providerId="ADAL" clId="{C405519F-7056-4F7D-9BDF-05628DABAED4}" dt="2025-08-15T15:41:13.177" v="1268" actId="207"/>
        <pc:sldMkLst>
          <pc:docMk/>
          <pc:sldMk cId="656038621" sldId="593"/>
        </pc:sldMkLst>
        <pc:spChg chg="mod">
          <ac:chgData name="Steven M Christey" userId="f24da668-4c1f-41c0-850e-113e2bdf78cf" providerId="ADAL" clId="{C405519F-7056-4F7D-9BDF-05628DABAED4}" dt="2025-08-15T15:41:13.177" v="1268" actId="207"/>
          <ac:spMkLst>
            <pc:docMk/>
            <pc:sldMk cId="656038621" sldId="593"/>
            <ac:spMk id="3" creationId="{4863668D-5D39-52DE-0C00-6BEDEA7DF7A0}"/>
          </ac:spMkLst>
        </pc:spChg>
      </pc:sldChg>
      <pc:sldChg chg="modSp add mod">
        <pc:chgData name="Steven M Christey" userId="f24da668-4c1f-41c0-850e-113e2bdf78cf" providerId="ADAL" clId="{C405519F-7056-4F7D-9BDF-05628DABAED4}" dt="2025-08-15T14:47:28.511" v="435" actId="404"/>
        <pc:sldMkLst>
          <pc:docMk/>
          <pc:sldMk cId="1280874337" sldId="594"/>
        </pc:sldMkLst>
        <pc:spChg chg="mod">
          <ac:chgData name="Steven M Christey" userId="f24da668-4c1f-41c0-850e-113e2bdf78cf" providerId="ADAL" clId="{C405519F-7056-4F7D-9BDF-05628DABAED4}" dt="2025-08-15T14:45:06.051" v="98" actId="20577"/>
          <ac:spMkLst>
            <pc:docMk/>
            <pc:sldMk cId="1280874337" sldId="594"/>
            <ac:spMk id="2" creationId="{DE450F8F-793D-594E-8071-F60457F47E97}"/>
          </ac:spMkLst>
        </pc:spChg>
        <pc:spChg chg="mod">
          <ac:chgData name="Steven M Christey" userId="f24da668-4c1f-41c0-850e-113e2bdf78cf" providerId="ADAL" clId="{C405519F-7056-4F7D-9BDF-05628DABAED4}" dt="2025-08-15T14:47:28.511" v="435" actId="404"/>
          <ac:spMkLst>
            <pc:docMk/>
            <pc:sldMk cId="1280874337" sldId="594"/>
            <ac:spMk id="3" creationId="{F8D36B04-5ABA-7835-4F4F-ECB15F273B98}"/>
          </ac:spMkLst>
        </pc:spChg>
      </pc:sldChg>
      <pc:sldChg chg="modSp new mod">
        <pc:chgData name="Steven M Christey" userId="f24da668-4c1f-41c0-850e-113e2bdf78cf" providerId="ADAL" clId="{C405519F-7056-4F7D-9BDF-05628DABAED4}" dt="2025-08-15T15:26:54.827" v="917" actId="20577"/>
        <pc:sldMkLst>
          <pc:docMk/>
          <pc:sldMk cId="507329500" sldId="595"/>
        </pc:sldMkLst>
        <pc:spChg chg="mod">
          <ac:chgData name="Steven M Christey" userId="f24da668-4c1f-41c0-850e-113e2bdf78cf" providerId="ADAL" clId="{C405519F-7056-4F7D-9BDF-05628DABAED4}" dt="2025-08-15T15:16:13.867" v="840" actId="20577"/>
          <ac:spMkLst>
            <pc:docMk/>
            <pc:sldMk cId="507329500" sldId="595"/>
            <ac:spMk id="2" creationId="{A6CDAF7D-739D-0444-5C75-8CA104308DE2}"/>
          </ac:spMkLst>
        </pc:spChg>
        <pc:spChg chg="mod">
          <ac:chgData name="Steven M Christey" userId="f24da668-4c1f-41c0-850e-113e2bdf78cf" providerId="ADAL" clId="{C405519F-7056-4F7D-9BDF-05628DABAED4}" dt="2025-08-15T15:26:54.827" v="917" actId="20577"/>
          <ac:spMkLst>
            <pc:docMk/>
            <pc:sldMk cId="507329500" sldId="595"/>
            <ac:spMk id="3" creationId="{FE80EE7D-31E5-1796-3CB1-C76D1E665662}"/>
          </ac:spMkLst>
        </pc:spChg>
      </pc:sldChg>
    </pc:docChg>
  </pc:docChgLst>
  <pc:docChgLst>
    <pc:chgData name="Steven M Christey" userId="f24da668-4c1f-41c0-850e-113e2bdf78cf" providerId="ADAL" clId="{AEB1D6EE-8801-498C-A083-A25B7AE7E3A5}"/>
    <pc:docChg chg="undo custSel addSld modSld sldOrd">
      <pc:chgData name="Steven M Christey" userId="f24da668-4c1f-41c0-850e-113e2bdf78cf" providerId="ADAL" clId="{AEB1D6EE-8801-498C-A083-A25B7AE7E3A5}" dt="2025-07-18T15:56:08.886" v="4256" actId="20577"/>
      <pc:docMkLst>
        <pc:docMk/>
      </pc:docMkLst>
      <pc:sldChg chg="modSp mod">
        <pc:chgData name="Steven M Christey" userId="f24da668-4c1f-41c0-850e-113e2bdf78cf" providerId="ADAL" clId="{AEB1D6EE-8801-498C-A083-A25B7AE7E3A5}" dt="2025-07-18T14:23:59.930" v="9" actId="20577"/>
        <pc:sldMkLst>
          <pc:docMk/>
          <pc:sldMk cId="1454278300" sldId="459"/>
        </pc:sldMkLst>
        <pc:spChg chg="mod">
          <ac:chgData name="Steven M Christey" userId="f24da668-4c1f-41c0-850e-113e2bdf78cf" providerId="ADAL" clId="{AEB1D6EE-8801-498C-A083-A25B7AE7E3A5}" dt="2025-07-18T14:23:59.930" v="9" actId="20577"/>
          <ac:spMkLst>
            <pc:docMk/>
            <pc:sldMk cId="1454278300" sldId="459"/>
            <ac:spMk id="3" creationId="{0992DF88-AC24-0FBF-1177-62DD9110498B}"/>
          </ac:spMkLst>
        </pc:spChg>
      </pc:sldChg>
      <pc:sldChg chg="modSp mod">
        <pc:chgData name="Steven M Christey" userId="f24da668-4c1f-41c0-850e-113e2bdf78cf" providerId="ADAL" clId="{AEB1D6EE-8801-498C-A083-A25B7AE7E3A5}" dt="2025-07-18T14:24:25.378" v="52" actId="20577"/>
        <pc:sldMkLst>
          <pc:docMk/>
          <pc:sldMk cId="1259113184" sldId="475"/>
        </pc:sldMkLst>
        <pc:spChg chg="mod">
          <ac:chgData name="Steven M Christey" userId="f24da668-4c1f-41c0-850e-113e2bdf78cf" providerId="ADAL" clId="{AEB1D6EE-8801-498C-A083-A25B7AE7E3A5}" dt="2025-07-18T14:24:25.378" v="52" actId="20577"/>
          <ac:spMkLst>
            <pc:docMk/>
            <pc:sldMk cId="1259113184" sldId="475"/>
            <ac:spMk id="3" creationId="{32062DF9-CFF1-0BEE-15FF-59D403B018ED}"/>
          </ac:spMkLst>
        </pc:spChg>
      </pc:sldChg>
      <pc:sldChg chg="modSp mod ord">
        <pc:chgData name="Steven M Christey" userId="f24da668-4c1f-41c0-850e-113e2bdf78cf" providerId="ADAL" clId="{AEB1D6EE-8801-498C-A083-A25B7AE7E3A5}" dt="2025-07-18T14:39:08.937" v="556"/>
        <pc:sldMkLst>
          <pc:docMk/>
          <pc:sldMk cId="2266223281" sldId="539"/>
        </pc:sldMkLst>
        <pc:spChg chg="mod">
          <ac:chgData name="Steven M Christey" userId="f24da668-4c1f-41c0-850e-113e2bdf78cf" providerId="ADAL" clId="{AEB1D6EE-8801-498C-A083-A25B7AE7E3A5}" dt="2025-07-18T14:38:24.749" v="554"/>
          <ac:spMkLst>
            <pc:docMk/>
            <pc:sldMk cId="2266223281" sldId="539"/>
            <ac:spMk id="3" creationId="{9915B450-3AB3-4605-EAE8-C84785DE6064}"/>
          </ac:spMkLst>
        </pc:spChg>
      </pc:sldChg>
      <pc:sldChg chg="modSp mod">
        <pc:chgData name="Steven M Christey" userId="f24da668-4c1f-41c0-850e-113e2bdf78cf" providerId="ADAL" clId="{AEB1D6EE-8801-498C-A083-A25B7AE7E3A5}" dt="2025-07-18T15:55:49.682" v="4217" actId="207"/>
        <pc:sldMkLst>
          <pc:docMk/>
          <pc:sldMk cId="1570532610" sldId="585"/>
        </pc:sldMkLst>
        <pc:spChg chg="mod">
          <ac:chgData name="Steven M Christey" userId="f24da668-4c1f-41c0-850e-113e2bdf78cf" providerId="ADAL" clId="{AEB1D6EE-8801-498C-A083-A25B7AE7E3A5}" dt="2025-07-18T15:55:49.682" v="4217" actId="207"/>
          <ac:spMkLst>
            <pc:docMk/>
            <pc:sldMk cId="1570532610" sldId="585"/>
            <ac:spMk id="3" creationId="{5F34ED3C-1922-1677-B432-4CE04C52EF75}"/>
          </ac:spMkLst>
        </pc:spChg>
      </pc:sldChg>
      <pc:sldChg chg="modSp mod ord">
        <pc:chgData name="Steven M Christey" userId="f24da668-4c1f-41c0-850e-113e2bdf78cf" providerId="ADAL" clId="{AEB1D6EE-8801-498C-A083-A25B7AE7E3A5}" dt="2025-07-18T15:34:43.857" v="3175" actId="20577"/>
        <pc:sldMkLst>
          <pc:docMk/>
          <pc:sldMk cId="3428824971" sldId="587"/>
        </pc:sldMkLst>
        <pc:spChg chg="mod">
          <ac:chgData name="Steven M Christey" userId="f24da668-4c1f-41c0-850e-113e2bdf78cf" providerId="ADAL" clId="{AEB1D6EE-8801-498C-A083-A25B7AE7E3A5}" dt="2025-07-18T14:42:55.074" v="1057" actId="20577"/>
          <ac:spMkLst>
            <pc:docMk/>
            <pc:sldMk cId="3428824971" sldId="587"/>
            <ac:spMk id="2" creationId="{9BE18D72-E9BB-62A2-AEA7-4DB8092CE81E}"/>
          </ac:spMkLst>
        </pc:spChg>
        <pc:spChg chg="mod">
          <ac:chgData name="Steven M Christey" userId="f24da668-4c1f-41c0-850e-113e2bdf78cf" providerId="ADAL" clId="{AEB1D6EE-8801-498C-A083-A25B7AE7E3A5}" dt="2025-07-18T15:34:43.857" v="3175" actId="20577"/>
          <ac:spMkLst>
            <pc:docMk/>
            <pc:sldMk cId="3428824971" sldId="587"/>
            <ac:spMk id="3" creationId="{ED01B37D-F7F7-0CB9-CC8B-17C1ED88F0E5}"/>
          </ac:spMkLst>
        </pc:spChg>
      </pc:sldChg>
      <pc:sldChg chg="modSp mod ord">
        <pc:chgData name="Steven M Christey" userId="f24da668-4c1f-41c0-850e-113e2bdf78cf" providerId="ADAL" clId="{AEB1D6EE-8801-498C-A083-A25B7AE7E3A5}" dt="2025-07-18T15:44:59.693" v="3462" actId="20577"/>
        <pc:sldMkLst>
          <pc:docMk/>
          <pc:sldMk cId="2203204905" sldId="588"/>
        </pc:sldMkLst>
        <pc:spChg chg="mod">
          <ac:chgData name="Steven M Christey" userId="f24da668-4c1f-41c0-850e-113e2bdf78cf" providerId="ADAL" clId="{AEB1D6EE-8801-498C-A083-A25B7AE7E3A5}" dt="2025-07-18T14:29:04.285" v="116" actId="20577"/>
          <ac:spMkLst>
            <pc:docMk/>
            <pc:sldMk cId="2203204905" sldId="588"/>
            <ac:spMk id="2" creationId="{498C22BD-61AB-0585-A6A0-C03ACEDA66EF}"/>
          </ac:spMkLst>
        </pc:spChg>
        <pc:spChg chg="mod">
          <ac:chgData name="Steven M Christey" userId="f24da668-4c1f-41c0-850e-113e2bdf78cf" providerId="ADAL" clId="{AEB1D6EE-8801-498C-A083-A25B7AE7E3A5}" dt="2025-07-18T15:44:59.693" v="3462" actId="20577"/>
          <ac:spMkLst>
            <pc:docMk/>
            <pc:sldMk cId="2203204905" sldId="588"/>
            <ac:spMk id="3" creationId="{A331AA16-2369-4B43-DF38-B7BAB8CD25AB}"/>
          </ac:spMkLst>
        </pc:spChg>
      </pc:sldChg>
      <pc:sldChg chg="modSp add mod ord">
        <pc:chgData name="Steven M Christey" userId="f24da668-4c1f-41c0-850e-113e2bdf78cf" providerId="ADAL" clId="{AEB1D6EE-8801-498C-A083-A25B7AE7E3A5}" dt="2025-07-18T15:40:53.369" v="3306" actId="20577"/>
        <pc:sldMkLst>
          <pc:docMk/>
          <pc:sldMk cId="84884298" sldId="589"/>
        </pc:sldMkLst>
        <pc:spChg chg="mod">
          <ac:chgData name="Steven M Christey" userId="f24da668-4c1f-41c0-850e-113e2bdf78cf" providerId="ADAL" clId="{AEB1D6EE-8801-498C-A083-A25B7AE7E3A5}" dt="2025-07-18T14:32:22.374" v="447" actId="20577"/>
          <ac:spMkLst>
            <pc:docMk/>
            <pc:sldMk cId="84884298" sldId="589"/>
            <ac:spMk id="2" creationId="{23137560-AFC4-8912-6624-754909019889}"/>
          </ac:spMkLst>
        </pc:spChg>
        <pc:spChg chg="mod">
          <ac:chgData name="Steven M Christey" userId="f24da668-4c1f-41c0-850e-113e2bdf78cf" providerId="ADAL" clId="{AEB1D6EE-8801-498C-A083-A25B7AE7E3A5}" dt="2025-07-18T15:40:53.369" v="3306" actId="20577"/>
          <ac:spMkLst>
            <pc:docMk/>
            <pc:sldMk cId="84884298" sldId="589"/>
            <ac:spMk id="3" creationId="{3559ACA0-5CE0-32AD-2881-59D00B85BE1C}"/>
          </ac:spMkLst>
        </pc:spChg>
      </pc:sldChg>
      <pc:sldChg chg="modSp add mod">
        <pc:chgData name="Steven M Christey" userId="f24da668-4c1f-41c0-850e-113e2bdf78cf" providerId="ADAL" clId="{AEB1D6EE-8801-498C-A083-A25B7AE7E3A5}" dt="2025-07-18T15:39:40.960" v="3305" actId="6549"/>
        <pc:sldMkLst>
          <pc:docMk/>
          <pc:sldMk cId="3258265038" sldId="590"/>
        </pc:sldMkLst>
        <pc:spChg chg="mod">
          <ac:chgData name="Steven M Christey" userId="f24da668-4c1f-41c0-850e-113e2bdf78cf" providerId="ADAL" clId="{AEB1D6EE-8801-498C-A083-A25B7AE7E3A5}" dt="2025-07-18T14:44:44.569" v="1081" actId="20577"/>
          <ac:spMkLst>
            <pc:docMk/>
            <pc:sldMk cId="3258265038" sldId="590"/>
            <ac:spMk id="2" creationId="{F06BDFCD-99C7-1277-36DA-8944BA76BA2C}"/>
          </ac:spMkLst>
        </pc:spChg>
        <pc:spChg chg="mod">
          <ac:chgData name="Steven M Christey" userId="f24da668-4c1f-41c0-850e-113e2bdf78cf" providerId="ADAL" clId="{AEB1D6EE-8801-498C-A083-A25B7AE7E3A5}" dt="2025-07-18T15:39:40.960" v="3305" actId="6549"/>
          <ac:spMkLst>
            <pc:docMk/>
            <pc:sldMk cId="3258265038" sldId="590"/>
            <ac:spMk id="3" creationId="{CA36D1BF-7D3D-6447-3619-3E65D5097E81}"/>
          </ac:spMkLst>
        </pc:spChg>
      </pc:sldChg>
      <pc:sldChg chg="modSp add mod">
        <pc:chgData name="Steven M Christey" userId="f24da668-4c1f-41c0-850e-113e2bdf78cf" providerId="ADAL" clId="{AEB1D6EE-8801-498C-A083-A25B7AE7E3A5}" dt="2025-07-18T14:42:41.049" v="1053" actId="20577"/>
        <pc:sldMkLst>
          <pc:docMk/>
          <pc:sldMk cId="4074219294" sldId="591"/>
        </pc:sldMkLst>
        <pc:spChg chg="mod">
          <ac:chgData name="Steven M Christey" userId="f24da668-4c1f-41c0-850e-113e2bdf78cf" providerId="ADAL" clId="{AEB1D6EE-8801-498C-A083-A25B7AE7E3A5}" dt="2025-07-18T14:33:20.318" v="472" actId="20577"/>
          <ac:spMkLst>
            <pc:docMk/>
            <pc:sldMk cId="4074219294" sldId="591"/>
            <ac:spMk id="2" creationId="{7E297EAA-66E6-0893-6F5F-C6B593E2C768}"/>
          </ac:spMkLst>
        </pc:spChg>
        <pc:spChg chg="mod">
          <ac:chgData name="Steven M Christey" userId="f24da668-4c1f-41c0-850e-113e2bdf78cf" providerId="ADAL" clId="{AEB1D6EE-8801-498C-A083-A25B7AE7E3A5}" dt="2025-07-18T14:42:41.049" v="1053" actId="20577"/>
          <ac:spMkLst>
            <pc:docMk/>
            <pc:sldMk cId="4074219294" sldId="591"/>
            <ac:spMk id="3" creationId="{50B90FC3-D31F-12FA-11F4-4BFCB61C5AB4}"/>
          </ac:spMkLst>
        </pc:spChg>
      </pc:sldChg>
      <pc:sldChg chg="modSp new mod">
        <pc:chgData name="Steven M Christey" userId="f24da668-4c1f-41c0-850e-113e2bdf78cf" providerId="ADAL" clId="{AEB1D6EE-8801-498C-A083-A25B7AE7E3A5}" dt="2025-07-18T14:37:59.583" v="552" actId="20577"/>
        <pc:sldMkLst>
          <pc:docMk/>
          <pc:sldMk cId="2965866587" sldId="592"/>
        </pc:sldMkLst>
        <pc:spChg chg="mod">
          <ac:chgData name="Steven M Christey" userId="f24da668-4c1f-41c0-850e-113e2bdf78cf" providerId="ADAL" clId="{AEB1D6EE-8801-498C-A083-A25B7AE7E3A5}" dt="2025-07-18T14:35:20.124" v="500" actId="20577"/>
          <ac:spMkLst>
            <pc:docMk/>
            <pc:sldMk cId="2965866587" sldId="592"/>
            <ac:spMk id="2" creationId="{30ABAED3-64B9-9F4A-E07C-98DD48B94568}"/>
          </ac:spMkLst>
        </pc:spChg>
        <pc:spChg chg="mod">
          <ac:chgData name="Steven M Christey" userId="f24da668-4c1f-41c0-850e-113e2bdf78cf" providerId="ADAL" clId="{AEB1D6EE-8801-498C-A083-A25B7AE7E3A5}" dt="2025-07-18T14:37:59.583" v="552" actId="20577"/>
          <ac:spMkLst>
            <pc:docMk/>
            <pc:sldMk cId="2965866587" sldId="592"/>
            <ac:spMk id="3" creationId="{9CA0F585-8488-AE38-3828-8BF5511D450B}"/>
          </ac:spMkLst>
        </pc:spChg>
      </pc:sldChg>
      <pc:sldChg chg="modSp add mod">
        <pc:chgData name="Steven M Christey" userId="f24da668-4c1f-41c0-850e-113e2bdf78cf" providerId="ADAL" clId="{AEB1D6EE-8801-498C-A083-A25B7AE7E3A5}" dt="2025-07-18T15:56:08.886" v="4256" actId="20577"/>
        <pc:sldMkLst>
          <pc:docMk/>
          <pc:sldMk cId="656038621" sldId="593"/>
        </pc:sldMkLst>
        <pc:spChg chg="mod">
          <ac:chgData name="Steven M Christey" userId="f24da668-4c1f-41c0-850e-113e2bdf78cf" providerId="ADAL" clId="{AEB1D6EE-8801-498C-A083-A25B7AE7E3A5}" dt="2025-07-18T14:52:31.746" v="1777" actId="20577"/>
          <ac:spMkLst>
            <pc:docMk/>
            <pc:sldMk cId="656038621" sldId="593"/>
            <ac:spMk id="2" creationId="{9B5C5DF9-6863-31CC-E3D8-05E2E3E59376}"/>
          </ac:spMkLst>
        </pc:spChg>
        <pc:spChg chg="mod">
          <ac:chgData name="Steven M Christey" userId="f24da668-4c1f-41c0-850e-113e2bdf78cf" providerId="ADAL" clId="{AEB1D6EE-8801-498C-A083-A25B7AE7E3A5}" dt="2025-07-18T15:56:08.886" v="4256" actId="20577"/>
          <ac:spMkLst>
            <pc:docMk/>
            <pc:sldMk cId="656038621" sldId="593"/>
            <ac:spMk id="3" creationId="{4863668D-5D39-52DE-0C00-6BEDEA7DF7A0}"/>
          </ac:spMkLst>
        </pc:spChg>
      </pc:sldChg>
    </pc:docChg>
  </pc:docChgLst>
  <pc:docChgLst>
    <pc:chgData name="Steven M Christey" userId="f24da668-4c1f-41c0-850e-113e2bdf78cf" providerId="ADAL" clId="{C2F18F40-825E-4AB2-AAE5-04A45408A365}"/>
    <pc:docChg chg="modSld">
      <pc:chgData name="Steven M Christey" userId="f24da668-4c1f-41c0-850e-113e2bdf78cf" providerId="ADAL" clId="{C2F18F40-825E-4AB2-AAE5-04A45408A365}" dt="2025-06-06T14:35:02.444" v="8" actId="20577"/>
      <pc:docMkLst>
        <pc:docMk/>
      </pc:docMkLst>
      <pc:sldChg chg="modSp mod">
        <pc:chgData name="Steven M Christey" userId="f24da668-4c1f-41c0-850e-113e2bdf78cf" providerId="ADAL" clId="{C2F18F40-825E-4AB2-AAE5-04A45408A365}" dt="2025-06-06T14:35:02.444" v="8" actId="20577"/>
        <pc:sldMkLst>
          <pc:docMk/>
          <pc:sldMk cId="1454278300" sldId="459"/>
        </pc:sldMkLst>
      </pc:sldChg>
    </pc:docChg>
  </pc:docChgLst>
  <pc:docChgLst>
    <pc:chgData name="Steven M Christey" userId="f24da668-4c1f-41c0-850e-113e2bdf78cf" providerId="ADAL" clId="{71105D66-9E5B-49CD-8B52-70669F4EA7AE}"/>
    <pc:docChg chg="undo custSel addSld modSld sldOrd">
      <pc:chgData name="Steven M Christey" userId="f24da668-4c1f-41c0-850e-113e2bdf78cf" providerId="ADAL" clId="{71105D66-9E5B-49CD-8B52-70669F4EA7AE}" dt="2025-06-20T15:59:29.421" v="1756" actId="20577"/>
      <pc:docMkLst>
        <pc:docMk/>
      </pc:docMkLst>
      <pc:sldChg chg="modSp mod">
        <pc:chgData name="Steven M Christey" userId="f24da668-4c1f-41c0-850e-113e2bdf78cf" providerId="ADAL" clId="{71105D66-9E5B-49CD-8B52-70669F4EA7AE}" dt="2025-06-20T14:27:22.836" v="12" actId="20577"/>
        <pc:sldMkLst>
          <pc:docMk/>
          <pc:sldMk cId="1454278300" sldId="459"/>
        </pc:sldMkLst>
      </pc:sldChg>
      <pc:sldChg chg="modSp mod">
        <pc:chgData name="Steven M Christey" userId="f24da668-4c1f-41c0-850e-113e2bdf78cf" providerId="ADAL" clId="{71105D66-9E5B-49CD-8B52-70669F4EA7AE}" dt="2025-06-20T15:02:16.733" v="397" actId="20577"/>
        <pc:sldMkLst>
          <pc:docMk/>
          <pc:sldMk cId="1259113184" sldId="475"/>
        </pc:sldMkLst>
      </pc:sldChg>
      <pc:sldChg chg="modSp mod ord">
        <pc:chgData name="Steven M Christey" userId="f24da668-4c1f-41c0-850e-113e2bdf78cf" providerId="ADAL" clId="{71105D66-9E5B-49CD-8B52-70669F4EA7AE}" dt="2025-06-20T14:31:46.741" v="357" actId="6549"/>
        <pc:sldMkLst>
          <pc:docMk/>
          <pc:sldMk cId="625922019" sldId="495"/>
        </pc:sldMkLst>
      </pc:sldChg>
      <pc:sldChg chg="ord">
        <pc:chgData name="Steven M Christey" userId="f24da668-4c1f-41c0-850e-113e2bdf78cf" providerId="ADAL" clId="{71105D66-9E5B-49CD-8B52-70669F4EA7AE}" dt="2025-06-20T14:28:07.333" v="14"/>
        <pc:sldMkLst>
          <pc:docMk/>
          <pc:sldMk cId="2072573845" sldId="503"/>
        </pc:sldMkLst>
      </pc:sldChg>
      <pc:sldChg chg="ord">
        <pc:chgData name="Steven M Christey" userId="f24da668-4c1f-41c0-850e-113e2bdf78cf" providerId="ADAL" clId="{71105D66-9E5B-49CD-8B52-70669F4EA7AE}" dt="2025-06-20T14:28:07.333" v="14"/>
        <pc:sldMkLst>
          <pc:docMk/>
          <pc:sldMk cId="1678047159" sldId="504"/>
        </pc:sldMkLst>
      </pc:sldChg>
      <pc:sldChg chg="ord">
        <pc:chgData name="Steven M Christey" userId="f24da668-4c1f-41c0-850e-113e2bdf78cf" providerId="ADAL" clId="{71105D66-9E5B-49CD-8B52-70669F4EA7AE}" dt="2025-06-20T14:28:39.958" v="18"/>
        <pc:sldMkLst>
          <pc:docMk/>
          <pc:sldMk cId="2639086877" sldId="551"/>
        </pc:sldMkLst>
      </pc:sldChg>
      <pc:sldChg chg="modSp mod">
        <pc:chgData name="Steven M Christey" userId="f24da668-4c1f-41c0-850e-113e2bdf78cf" providerId="ADAL" clId="{71105D66-9E5B-49CD-8B52-70669F4EA7AE}" dt="2025-06-20T14:30:11.999" v="248" actId="20577"/>
        <pc:sldMkLst>
          <pc:docMk/>
          <pc:sldMk cId="1570532610" sldId="585"/>
        </pc:sldMkLst>
      </pc:sldChg>
      <pc:sldChg chg="ord">
        <pc:chgData name="Steven M Christey" userId="f24da668-4c1f-41c0-850e-113e2bdf78cf" providerId="ADAL" clId="{71105D66-9E5B-49CD-8B52-70669F4EA7AE}" dt="2025-06-20T14:28:50.854" v="22"/>
        <pc:sldMkLst>
          <pc:docMk/>
          <pc:sldMk cId="1440328160" sldId="586"/>
        </pc:sldMkLst>
      </pc:sldChg>
      <pc:sldChg chg="modSp mod ord">
        <pc:chgData name="Steven M Christey" userId="f24da668-4c1f-41c0-850e-113e2bdf78cf" providerId="ADAL" clId="{71105D66-9E5B-49CD-8B52-70669F4EA7AE}" dt="2025-06-20T15:55:25.534" v="1439"/>
        <pc:sldMkLst>
          <pc:docMk/>
          <pc:sldMk cId="3428824971" sldId="587"/>
        </pc:sldMkLst>
      </pc:sldChg>
      <pc:sldChg chg="modSp add mod">
        <pc:chgData name="Steven M Christey" userId="f24da668-4c1f-41c0-850e-113e2bdf78cf" providerId="ADAL" clId="{71105D66-9E5B-49CD-8B52-70669F4EA7AE}" dt="2025-06-20T15:59:29.421" v="1756" actId="20577"/>
        <pc:sldMkLst>
          <pc:docMk/>
          <pc:sldMk cId="2203204905" sldId="58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8/15/2025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8/15/2025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New Entry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August 15,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Hyperparameter submission development</a:t>
            </a:r>
          </a:p>
          <a:p>
            <a:pPr marL="307975" indent="-307975"/>
            <a:r>
              <a:rPr lang="en-US" dirty="0">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dirty="0"/>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CDR is now fully public</a:t>
            </a:r>
          </a:p>
          <a:p>
            <a:pPr marL="307975" indent="-307975"/>
            <a:endParaRPr lang="en-US" dirty="0">
              <a:latin typeface="Tahoma"/>
              <a:ea typeface="Tahoma"/>
              <a:cs typeface="Tahoma"/>
            </a:endParaRPr>
          </a:p>
          <a:p>
            <a:pPr marL="307975" indent="-307975"/>
            <a:r>
              <a:rPr lang="en-US" dirty="0">
                <a:latin typeface="Tahoma"/>
                <a:ea typeface="Tahoma"/>
                <a:cs typeface="Tahoma"/>
              </a:rPr>
              <a:t>Next CWE release: version 4.18, September 9,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dirty="0"/>
              <a:t>New Entry Development:</a:t>
            </a:r>
            <a:br>
              <a:rPr lang="en-US" dirty="0"/>
            </a:br>
            <a:r>
              <a:rPr lang="en-US" dirty="0"/>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9528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dirty="0"/>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dirty="0"/>
              <a:t>(ASAP – MITRE) Need to enter all data from previous meetings into raw submission file</a:t>
            </a:r>
          </a:p>
          <a:p>
            <a:r>
              <a:rPr lang="en-US" dirty="0"/>
              <a:t>Finished developing a demonstrative example</a:t>
            </a:r>
          </a:p>
          <a:p>
            <a:r>
              <a:rPr lang="en-US" dirty="0"/>
              <a:t>CWE assignment to happen in the next 2 weeks</a:t>
            </a:r>
          </a:p>
          <a:p>
            <a:r>
              <a:rPr lang="en-US" dirty="0"/>
              <a:t>(Online) Final review by WG members</a:t>
            </a:r>
          </a:p>
          <a:p>
            <a:endParaRPr lang="en-US" dirty="0"/>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053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dirty="0"/>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dirty="0"/>
              <a:t>NAME: Insecure Setting of Generative AI/ML Model Inference Parameters</a:t>
            </a:r>
          </a:p>
          <a:p>
            <a:r>
              <a:rPr lang="en-US" sz="2000" dirty="0"/>
              <a:t>SUMMARY:</a:t>
            </a:r>
          </a:p>
          <a:p>
            <a:pPr lvl="1"/>
            <a:r>
              <a:rPr lang="en-US" sz="2000" dirty="0"/>
              <a:t>The product has a component that relies on a generative AI/ML model, but the model is configured with incorrect inference parameters that produce excessive erroneous or unexpected outputs that violate the intended security policy.</a:t>
            </a:r>
          </a:p>
          <a:p>
            <a:r>
              <a:rPr lang="en-US" sz="2000" dirty="0"/>
              <a:t>To do: </a:t>
            </a:r>
            <a:r>
              <a:rPr lang="en-US" sz="2000" dirty="0">
                <a:solidFill>
                  <a:srgbClr val="FF0000"/>
                </a:solidFill>
              </a:rPr>
              <a:t>** Add the notion that this cannot be avoided – there’s always a chance; the weakness is then the chance is higher than the intended “risk tolerance” **</a:t>
            </a:r>
          </a:p>
          <a:p>
            <a:pPr lvl="1"/>
            <a:r>
              <a:rPr lang="en-US" sz="2000" dirty="0"/>
              <a:t>Could address with effectiveness notes in mitigations</a:t>
            </a:r>
          </a:p>
          <a:p>
            <a:pPr lvl="1"/>
            <a:r>
              <a:rPr lang="en-US" sz="2000" dirty="0"/>
              <a:t>Since it’s such a key point that behavior is not as directly controllable as with written code, it might be reasonable to have a sentence or two in the extended description</a:t>
            </a:r>
          </a:p>
          <a:p>
            <a:endParaRPr lang="en-US" sz="2000" dirty="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0874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dirty="0"/>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dirty="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dirty="0"/>
              <a:t>Concerns: “security policy” phrasing</a:t>
            </a:r>
          </a:p>
          <a:p>
            <a:r>
              <a:rPr lang="en-US" sz="2000" dirty="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dirty="0"/>
              <a:t>V3: The product has a component that relies on a generative AI/ML model configured with inference parameters that produce an unexpectedly high rate of erroneous or unexpected outputs.</a:t>
            </a:r>
          </a:p>
          <a:p>
            <a:endParaRPr lang="en-US" sz="2000" dirty="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07329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dirty="0"/>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a:p>
            <a:r>
              <a:rPr lang="en-US" dirty="0"/>
              <a:t>3 scenarios so far:</a:t>
            </a:r>
          </a:p>
          <a:p>
            <a:pPr lvl="1"/>
            <a:r>
              <a:rPr lang="en-US" dirty="0"/>
              <a:t>robotic/drone control using an LLM</a:t>
            </a:r>
          </a:p>
          <a:p>
            <a:pPr lvl="1"/>
            <a:r>
              <a:rPr lang="en-US" dirty="0" err="1"/>
              <a:t>json</a:t>
            </a:r>
            <a:r>
              <a:rPr lang="en-US" dirty="0"/>
              <a:t> formatting not being correct</a:t>
            </a:r>
          </a:p>
          <a:p>
            <a:pPr lvl="1"/>
            <a:r>
              <a:rPr lang="en-US" dirty="0"/>
              <a:t>package hallucination example</a:t>
            </a:r>
          </a:p>
          <a:p>
            <a:r>
              <a:rPr lang="en-US" dirty="0"/>
              <a:t>How can we show clear security implications?</a:t>
            </a: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25922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dirty="0"/>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dirty="0"/>
              <a:t>Introductory text – basic free-form text describing what the developer is trying to do</a:t>
            </a:r>
            <a:endParaRPr lang="en-US" dirty="0">
              <a:solidFill>
                <a:srgbClr val="FF0000"/>
              </a:solidFill>
            </a:endParaRPr>
          </a:p>
          <a:p>
            <a:endParaRPr lang="en-US" dirty="0">
              <a:solidFill>
                <a:srgbClr val="FF0000"/>
              </a:solidFill>
            </a:endParaRPr>
          </a:p>
          <a:p>
            <a:r>
              <a:rPr lang="en-US" dirty="0"/>
              <a:t>“Bad” code – design or code that contains the target weakness</a:t>
            </a:r>
          </a:p>
          <a:p>
            <a:endParaRPr lang="en-US" dirty="0">
              <a:solidFill>
                <a:srgbClr val="FF0000"/>
              </a:solidFill>
            </a:endParaRPr>
          </a:p>
          <a:p>
            <a:r>
              <a:rPr lang="en-US" dirty="0"/>
              <a:t>Explanation of the weakness – free-form text to explain to the reader where the weakness is located and why it’s important</a:t>
            </a:r>
            <a:endParaRPr lang="en-US" dirty="0">
              <a:solidFill>
                <a:srgbClr val="FF0000"/>
              </a:solidFill>
            </a:endParaRPr>
          </a:p>
          <a:p>
            <a:endParaRPr lang="en-US" dirty="0">
              <a:solidFill>
                <a:srgbClr val="FF0000"/>
              </a:solidFill>
            </a:endParaRPr>
          </a:p>
          <a:p>
            <a:r>
              <a:rPr lang="en-US" dirty="0"/>
              <a:t>(optional) how the weakness is attacked/exploited – provides one or more specific attack examples, e.g. the attack string, and how the weakness is exploited</a:t>
            </a:r>
            <a:endParaRPr lang="en-US" dirty="0">
              <a:solidFill>
                <a:srgbClr val="FF0000"/>
              </a:solidFill>
            </a:endParaRPr>
          </a:p>
          <a:p>
            <a:endParaRPr lang="en-US" dirty="0">
              <a:solidFill>
                <a:srgbClr val="FF0000"/>
              </a:solidFill>
            </a:endParaRPr>
          </a:p>
          <a:p>
            <a:r>
              <a:rPr lang="en-US" dirty="0"/>
              <a:t>“Good” code – changes to the “Bad” code/design that fix the weakness</a:t>
            </a:r>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74219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dirty="0"/>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dirty="0"/>
              <a:t>Introductory text: </a:t>
            </a:r>
            <a:r>
              <a:rPr lang="en-US" sz="1600" dirty="0">
                <a:solidFill>
                  <a:srgbClr val="FF0000"/>
                </a:solidFill>
              </a:rPr>
              <a:t>The product provides an AI assistant to help users to write code. The product has Windsurf/Cursor with an IDE integrated. Assume the model has been trained correctly.</a:t>
            </a:r>
          </a:p>
          <a:p>
            <a:pPr lvl="1"/>
            <a:r>
              <a:rPr lang="en-US" sz="1600" dirty="0"/>
              <a:t>Should we use a generic term for Windsurf/Cursor?</a:t>
            </a:r>
          </a:p>
          <a:p>
            <a:pPr lvl="2"/>
            <a:r>
              <a:rPr lang="en-US" sz="1600" dirty="0"/>
              <a:t>“uses an AI-assisted Integrated Development Environment (IDE)”</a:t>
            </a:r>
          </a:p>
          <a:p>
            <a:pPr lvl="2"/>
            <a:r>
              <a:rPr lang="en-US" sz="1600" dirty="0"/>
              <a:t>“AI coding assistant”</a:t>
            </a:r>
          </a:p>
          <a:p>
            <a:pPr lvl="1"/>
            <a:r>
              <a:rPr lang="en-US" sz="1600" dirty="0"/>
              <a:t>What would “trained correctly” mean? (“behaves normally under its default temperature” – also see chat for many other recommendations)</a:t>
            </a:r>
          </a:p>
          <a:p>
            <a:r>
              <a:rPr lang="en-US" sz="1600" dirty="0"/>
              <a:t>What’s the activity to support?</a:t>
            </a:r>
          </a:p>
          <a:p>
            <a:pPr lvl="1"/>
            <a:r>
              <a:rPr lang="en-US" sz="1600" dirty="0"/>
              <a:t>Having it write code that interacts with a product (should be caught during basic debugging/test)</a:t>
            </a:r>
          </a:p>
          <a:p>
            <a:pPr lvl="1"/>
            <a:r>
              <a:rPr lang="en-US" sz="1600" b="1" dirty="0"/>
              <a:t>Or as you’re writing code, it makes suggestions for libraries to import</a:t>
            </a:r>
            <a:r>
              <a:rPr lang="en-US" sz="1600" dirty="0"/>
              <a:t>. E.g., if importing pandas, auto-suggestions of </a:t>
            </a:r>
            <a:r>
              <a:rPr lang="en-US" sz="1600" dirty="0" err="1"/>
              <a:t>numPy</a:t>
            </a:r>
            <a:endParaRPr lang="en-US" sz="1600" dirty="0"/>
          </a:p>
          <a:p>
            <a:r>
              <a:rPr lang="en-US" sz="1600" dirty="0"/>
              <a:t>For simplicity, maybe assume a particular programming language?</a:t>
            </a:r>
          </a:p>
          <a:p>
            <a:pPr lvl="1"/>
            <a:r>
              <a:rPr lang="en-US" sz="1600" dirty="0"/>
              <a:t>Language should be understandable to many users (i.e. popular)</a:t>
            </a:r>
          </a:p>
          <a:p>
            <a:pPr lvl="1"/>
            <a:r>
              <a:rPr lang="en-US" sz="1600" dirty="0"/>
              <a:t>Should have well-known package-management frameworks / ecosystems</a:t>
            </a:r>
          </a:p>
          <a:p>
            <a:pPr lvl="2"/>
            <a:r>
              <a:rPr lang="en-US" sz="1600" dirty="0"/>
              <a:t>Python example – centralized repositories where people can introduce their own packages</a:t>
            </a:r>
          </a:p>
          <a:p>
            <a:endParaRPr lang="en-US" sz="1600" dirty="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28824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dirty="0"/>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dirty="0"/>
              <a:t>(background: package hallucination)</a:t>
            </a:r>
          </a:p>
          <a:p>
            <a:pPr lvl="1"/>
            <a:r>
              <a:rPr lang="en-US" sz="1800" dirty="0"/>
              <a:t>Making example more realistic: might hallucinate most when dealing with uncommon data sources / APIs that aren’t part of the training data.</a:t>
            </a:r>
          </a:p>
          <a:p>
            <a:r>
              <a:rPr lang="en-US" sz="1800" dirty="0"/>
              <a:t>&lt;sample config file&gt;</a:t>
            </a:r>
          </a:p>
          <a:p>
            <a:pPr lvl="1"/>
            <a:r>
              <a:rPr lang="en-US" sz="1800" dirty="0"/>
              <a:t>Can we generically specify a particular model?</a:t>
            </a:r>
          </a:p>
          <a:p>
            <a:pPr lvl="2"/>
            <a:r>
              <a:rPr lang="en-US" sz="1800" dirty="0"/>
              <a:t>(use </a:t>
            </a:r>
            <a:r>
              <a:rPr lang="en-US" sz="1800" dirty="0" err="1"/>
              <a:t>openai</a:t>
            </a:r>
            <a:r>
              <a:rPr lang="en-US" sz="1800" dirty="0"/>
              <a:t> spec that can work with a variety of model types)</a:t>
            </a:r>
          </a:p>
          <a:p>
            <a:pPr lvl="2"/>
            <a:r>
              <a:rPr lang="en-US" sz="1800" dirty="0"/>
              <a:t>Genericize model name e.g. “your-model-here”</a:t>
            </a:r>
          </a:p>
          <a:p>
            <a:pPr lvl="1"/>
            <a:r>
              <a:rPr lang="en-US" sz="1800" u="sng" dirty="0"/>
              <a:t>Temperature is set too high</a:t>
            </a:r>
          </a:p>
          <a:p>
            <a:pPr lvl="2"/>
            <a:r>
              <a:rPr lang="en-US" sz="1800" dirty="0"/>
              <a:t>(if we rely on </a:t>
            </a:r>
            <a:r>
              <a:rPr lang="en-US" sz="1800" dirty="0" err="1"/>
              <a:t>openai</a:t>
            </a:r>
            <a:r>
              <a:rPr lang="en-US" sz="1800" dirty="0"/>
              <a:t> spec, the max temperature is 2, and default for most is 1 – setting to 1.8 might be useful)</a:t>
            </a:r>
          </a:p>
          <a:p>
            <a:pPr lvl="1"/>
            <a:r>
              <a:rPr lang="en-US" sz="1800" dirty="0"/>
              <a:t>Is temperature always required to be specified?</a:t>
            </a:r>
          </a:p>
          <a:p>
            <a:pPr lvl="2"/>
            <a:r>
              <a:rPr lang="en-US" sz="1800" dirty="0"/>
              <a:t>If not: might be helpful to have a higher-than-hoped default temperature</a:t>
            </a:r>
          </a:p>
          <a:p>
            <a:r>
              <a:rPr lang="en-US" sz="1800" dirty="0"/>
              <a:t>Show short code snippets performing the suggestion</a:t>
            </a:r>
            <a:endParaRPr lang="en-US" sz="1800" dirty="0">
              <a:solidFill>
                <a:srgbClr val="FF0000"/>
              </a:solidFill>
            </a:endParaRPr>
          </a:p>
          <a:p>
            <a:r>
              <a:rPr lang="en-US" sz="1800" dirty="0"/>
              <a:t>Garak example: - </a:t>
            </a:r>
            <a:r>
              <a:rPr lang="en-US" sz="1800" b="0" dirty="0">
                <a:solidFill>
                  <a:srgbClr val="FF0000"/>
                </a:solidFill>
              </a:rPr>
              <a:t>Erick can pull some inputs and outputs from previous Garak run, e.g. import of an SDO package that doesn’t exist </a:t>
            </a:r>
            <a:r>
              <a:rPr lang="en-US" sz="1800" dirty="0"/>
              <a:t>https://github.com/NVIDIA/garak/blob/main/garak/probes/packagehallucination.py </a:t>
            </a:r>
          </a:p>
          <a:p>
            <a:endParaRPr lang="en-US" sz="1800" dirty="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8265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dirty="0"/>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dirty="0"/>
              <a:t>Explanation of the weakness</a:t>
            </a:r>
          </a:p>
          <a:p>
            <a:pPr lvl="1"/>
            <a:r>
              <a:rPr lang="en-US" sz="2000" dirty="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dirty="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dirty="0" err="1"/>
              <a:t>typosquatting</a:t>
            </a:r>
            <a:r>
              <a:rPr lang="en-US" sz="2000" dirty="0"/>
              <a:t>.”</a:t>
            </a:r>
          </a:p>
          <a:p>
            <a:pPr lvl="1"/>
            <a:r>
              <a:rPr lang="en-US" sz="2000" dirty="0">
                <a:solidFill>
                  <a:srgbClr val="FF0000"/>
                </a:solidFill>
              </a:rPr>
              <a:t>Update desc to ensure that other possible behaviors could arise from higher temperature, not just package hallucination</a:t>
            </a:r>
          </a:p>
          <a:p>
            <a:pPr lvl="1"/>
            <a:r>
              <a:rPr lang="en-US" sz="2000" dirty="0">
                <a:solidFill>
                  <a:srgbClr val="FF0000"/>
                </a:solidFill>
              </a:rPr>
              <a:t>E.g., there might be fewer examples in training for some past insecure-behavior data, which may have lower probabilities and more likely to be sampled with high inference parameters</a:t>
            </a:r>
          </a:p>
          <a:p>
            <a:endParaRPr lang="en-US" sz="2000" dirty="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3204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dirty="0"/>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dirty="0"/>
              <a:t>“Good” code – code changes that fix the weakness</a:t>
            </a:r>
          </a:p>
          <a:p>
            <a:r>
              <a:rPr lang="en-US" sz="2000" dirty="0"/>
              <a:t>Show an updated config that changes the inference parameter</a:t>
            </a:r>
          </a:p>
          <a:p>
            <a:pPr lvl="1"/>
            <a:r>
              <a:rPr lang="en-US" sz="2000" dirty="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dirty="0"/>
              <a:t>Could use 0.8 as an example</a:t>
            </a:r>
          </a:p>
          <a:p>
            <a:pPr lvl="1"/>
            <a:r>
              <a:rPr lang="en-US" sz="2000" dirty="0"/>
              <a:t>Annotate the config to state that 1.0 is the default for this model</a:t>
            </a:r>
          </a:p>
          <a:p>
            <a:r>
              <a:rPr lang="en-US" sz="2000" dirty="0">
                <a:solidFill>
                  <a:srgbClr val="FF0000"/>
                </a:solidFill>
              </a:rPr>
              <a:t>Also, describe guardrails that test for the presence and age of the package, and if it can be trusted</a:t>
            </a:r>
          </a:p>
          <a:p>
            <a:pPr lvl="1"/>
            <a:r>
              <a:rPr lang="en-US" sz="2000" dirty="0"/>
              <a:t>(some models have a knowledge date cutoff)</a:t>
            </a:r>
          </a:p>
          <a:p>
            <a:r>
              <a:rPr lang="en-US" sz="2000" dirty="0">
                <a:solidFill>
                  <a:srgbClr val="FF0000"/>
                </a:solidFill>
              </a:rPr>
              <a:t>Include disclaimer that this doesn’t eliminate risk of package hallucination</a:t>
            </a:r>
          </a:p>
          <a:p>
            <a:pPr lvl="1"/>
            <a:r>
              <a:rPr lang="en-US" sz="2000" dirty="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56038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dirty="0"/>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dirty="0"/>
              <a:t>Consider avoiding cases of referencing real packages found in training data but highly unlikely</a:t>
            </a:r>
          </a:p>
          <a:p>
            <a:r>
              <a:rPr lang="en-US" sz="2000" dirty="0"/>
              <a:t>Hallucination here may be “suggesting a package that it did not see at training time because it didn’t exist”</a:t>
            </a:r>
          </a:p>
          <a:p>
            <a:r>
              <a:rPr lang="en-US" sz="2000" dirty="0"/>
              <a:t>Note: the training directly influences the inference</a:t>
            </a:r>
          </a:p>
          <a:p>
            <a:r>
              <a:rPr lang="en-US" sz="2000" dirty="0"/>
              <a:t>In some languages, there can be assumptions of “crossover” across languages – e.g. writing Ruby code that resembles packages from </a:t>
            </a:r>
            <a:r>
              <a:rPr lang="en-US" sz="2000" dirty="0" err="1"/>
              <a:t>PyPy</a:t>
            </a:r>
            <a:r>
              <a:rPr lang="en-US" sz="2000" dirty="0"/>
              <a:t> that don’t exist in </a:t>
            </a:r>
            <a:r>
              <a:rPr lang="en-US" sz="2000" dirty="0" err="1"/>
              <a:t>RubyGems</a:t>
            </a:r>
            <a:r>
              <a:rPr lang="en-US" sz="2000" dirty="0"/>
              <a:t>.</a:t>
            </a:r>
          </a:p>
          <a:p>
            <a:r>
              <a:rPr lang="en-US" sz="2000" dirty="0"/>
              <a:t>Considering abandoned libraries – not a hallucination</a:t>
            </a:r>
          </a:p>
          <a:p>
            <a:endParaRPr lang="en-US" sz="2000" dirty="0"/>
          </a:p>
          <a:p>
            <a:r>
              <a:rPr lang="en-US" sz="2000" dirty="0"/>
              <a:t>"use of disallowed/vulnerable packages" could be an example of CWE-1426 (chain)</a:t>
            </a:r>
          </a:p>
          <a:p>
            <a:endParaRPr lang="en-US" sz="2000" dirty="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4884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 – Implementation? Build and compilation?&gt;</a:t>
            </a:r>
          </a:p>
          <a:p>
            <a:pPr lvl="1"/>
            <a:r>
              <a:rPr lang="en-US" dirty="0"/>
              <a:t>Notes: </a:t>
            </a:r>
            <a:r>
              <a:rPr lang="en-US" dirty="0">
                <a:solidFill>
                  <a:srgbClr val="FF0000"/>
                </a:solidFill>
              </a:rPr>
              <a:t>&lt;During model training, when hyperparameters are set without adequate validation or understanding of their impact. “</a:t>
            </a:r>
            <a:r>
              <a:rPr lang="en-US">
                <a:solidFill>
                  <a:srgbClr val="FF0000"/>
                </a:solidFill>
              </a:rPr>
              <a:t>this includes tuning”&gt;</a:t>
            </a:r>
            <a:endParaRPr lang="en-US" dirty="0">
              <a:solidFill>
                <a:srgbClr val="FF0000"/>
              </a:solidFill>
            </a:endParaRPr>
          </a:p>
          <a:p>
            <a:r>
              <a:rPr lang="en-US" dirty="0"/>
              <a:t>Mode 2:</a:t>
            </a:r>
          </a:p>
          <a:p>
            <a:pPr lvl="1"/>
            <a:r>
              <a:rPr lang="en-US" dirty="0"/>
              <a:t>SDLC phase: </a:t>
            </a:r>
            <a:r>
              <a:rPr lang="en-US" dirty="0">
                <a:solidFill>
                  <a:srgbClr val="FF0000"/>
                </a:solidFill>
              </a:rPr>
              <a:t>&lt;fill in here – System Configuration&gt;</a:t>
            </a:r>
          </a:p>
          <a:p>
            <a:pPr lvl="1"/>
            <a:r>
              <a:rPr lang="en-US" dirty="0"/>
              <a:t>Notes: </a:t>
            </a:r>
            <a:r>
              <a:rPr lang="en-US" dirty="0">
                <a:solidFill>
                  <a:srgbClr val="FF0000"/>
                </a:solidFill>
              </a:rPr>
              <a:t>&lt;During deployment, when model parameters are adjusted to optimize performance without comprehensive testing&gt;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&lt;Through updates or modifications to the model that alter its behavior without thorough re-evaluation&gt;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76501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&lt;Develop and adhere to robust parameter tuning processes that include extensive testing and validation&gt;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&lt;Implement feedback mechanisms to continuously assess and adjust model performance&gt;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&lt;Provide comprehensive documentation and guidelines for parameter settings to ensure consistent and accurate model behavior&gt;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12466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&lt;package hallucination&gt;</a:t>
            </a:r>
            <a:endParaRPr lang="en-US" sz="1600" dirty="0"/>
          </a:p>
          <a:p>
            <a:pPr lvl="1"/>
            <a:r>
              <a:rPr lang="en-US" sz="1600" dirty="0"/>
              <a:t>URL: </a:t>
            </a:r>
            <a:r>
              <a:rPr lang="en-US" sz="1600" dirty="0">
                <a:solidFill>
                  <a:srgbClr val="FF0000"/>
                </a:solidFill>
              </a:rPr>
              <a:t>&lt;https://arxiv.org/abs/2406.10279&gt;</a:t>
            </a:r>
            <a:endParaRPr lang="en-US" sz="1600" dirty="0"/>
          </a:p>
          <a:p>
            <a:r>
              <a:rPr lang="en-US" sz="1600" dirty="0"/>
              <a:t>Reference 2</a:t>
            </a:r>
          </a:p>
          <a:p>
            <a:pPr lvl="1"/>
            <a:r>
              <a:rPr lang="en-US" sz="1600" dirty="0"/>
              <a:t>Title: </a:t>
            </a:r>
            <a:r>
              <a:rPr lang="en-US" sz="1600" dirty="0">
                <a:solidFill>
                  <a:srgbClr val="FF0000"/>
                </a:solidFill>
              </a:rPr>
              <a:t>&lt;Garak issue&gt; </a:t>
            </a:r>
          </a:p>
          <a:p>
            <a:pPr lvl="1"/>
            <a:r>
              <a:rPr lang="en-US" sz="1600" dirty="0"/>
              <a:t>URL: </a:t>
            </a:r>
            <a:r>
              <a:rPr lang="en-US" sz="1600" dirty="0">
                <a:solidFill>
                  <a:srgbClr val="FF0000"/>
                </a:solidFill>
              </a:rPr>
              <a:t>&lt;https://github.com/NVIDIA/garak/issues/1233&gt;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6607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dirty="0"/>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0328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&lt;automated and manual dynamic analysis&gt;</a:t>
            </a:r>
          </a:p>
          <a:p>
            <a:pPr lvl="1"/>
            <a:r>
              <a:rPr lang="en-US" sz="1800" dirty="0"/>
              <a:t>Desc:</a:t>
            </a:r>
            <a:r>
              <a:rPr lang="en-US" sz="1800" dirty="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dirty="0"/>
              <a:t>Detection Method 2</a:t>
            </a:r>
          </a:p>
          <a:p>
            <a:pPr lvl="1"/>
            <a:r>
              <a:rPr lang="en-US" sz="1800" dirty="0"/>
              <a:t>Method: </a:t>
            </a:r>
            <a:r>
              <a:rPr lang="en-US" sz="1800" dirty="0">
                <a:solidFill>
                  <a:srgbClr val="FF0000"/>
                </a:solidFill>
              </a:rPr>
              <a:t>&lt;&gt;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0156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a:solidFill>
                  <a:srgbClr val="FF0000"/>
                </a:solidFill>
                <a:highlight>
                  <a:srgbClr val="FFFF00"/>
                </a:highlight>
              </a:rPr>
              <a:t>Why no obvious </a:t>
            </a:r>
            <a:r>
              <a:rPr lang="en-US" sz="1600" dirty="0" err="1">
                <a:solidFill>
                  <a:srgbClr val="FF0000"/>
                </a:solidFill>
                <a:highlight>
                  <a:srgbClr val="FFFF00"/>
                </a:highlight>
              </a:rPr>
              <a:t>obex</a:t>
            </a:r>
            <a:r>
              <a:rPr lang="en-US" sz="1600" dirty="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dirty="0">
                <a:highlight>
                  <a:srgbClr val="FFFF00"/>
                </a:highlight>
              </a:rPr>
              <a:t>Maybe this is often associated with other weaknesses (can help exploitation of other weaknesses)</a:t>
            </a: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1328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91636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“configuration” can imply manual/human steps. If the parameters are programmatically set, this could be a misstatement (or unnecessarily restrictive). Can we say “setting”?</a:t>
            </a:r>
          </a:p>
          <a:p>
            <a:r>
              <a:rPr lang="en-US" sz="1800" dirty="0"/>
              <a:t>Does “parameters” include mode than hyperparameters?</a:t>
            </a:r>
          </a:p>
          <a:p>
            <a:r>
              <a:rPr lang="en-US" sz="1800" dirty="0"/>
              <a:t>Name 1: </a:t>
            </a:r>
            <a:r>
              <a:rPr lang="en-US" sz="1800" dirty="0">
                <a:solidFill>
                  <a:srgbClr val="FF0000"/>
                </a:solidFill>
              </a:rPr>
              <a:t>&lt;Insecure Setting of Generative Machine Learning Model Parameters&gt;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&lt;Say “inference parameters” (aka “generation parameters”) – not to confuse with weights in the model itself, or “hyperparameters” that are used in training&gt;</a:t>
            </a:r>
          </a:p>
          <a:p>
            <a:r>
              <a:rPr lang="en-US" sz="1800" dirty="0">
                <a:solidFill>
                  <a:srgbClr val="FF0000"/>
                </a:solidFill>
              </a:rPr>
              <a:t>Does this apply to guardrails?</a:t>
            </a:r>
          </a:p>
          <a:p>
            <a:r>
              <a:rPr lang="en-US" sz="1800" dirty="0">
                <a:solidFill>
                  <a:srgbClr val="FF0000"/>
                </a:solidFill>
              </a:rPr>
              <a:t>Distinct from making a bad system prompt</a:t>
            </a:r>
          </a:p>
          <a:p>
            <a:endParaRPr lang="en-US" sz="1800" dirty="0"/>
          </a:p>
          <a:p>
            <a:endParaRPr lang="en-US" sz="1800" dirty="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dirty="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378741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dirty="0"/>
              <a:t>Integrates comments from Lily, Erick, Steve, and Martin</a:t>
            </a:r>
          </a:p>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r>
              <a:rPr lang="en-US" sz="2000" dirty="0"/>
              <a:t>Just say “ML” here?</a:t>
            </a:r>
          </a:p>
          <a:p>
            <a:pPr lvl="1"/>
            <a:r>
              <a:rPr lang="en-US" sz="2000" dirty="0"/>
              <a:t>“intended security policy” is important</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dirty="0">
                <a:solidFill>
                  <a:srgbClr val="1F2328"/>
                </a:solidFill>
                <a:effectLst/>
                <a:latin typeface="-apple-system"/>
              </a:rPr>
              <a:t>The product uses a generative </a:t>
            </a:r>
            <a:r>
              <a:rPr lang="en-US" b="0" i="1" dirty="0">
                <a:solidFill>
                  <a:srgbClr val="1F2328"/>
                </a:solidFill>
                <a:effectLst/>
                <a:latin typeface="-apple-system"/>
              </a:rPr>
              <a:t>AI/ML</a:t>
            </a:r>
            <a:r>
              <a:rPr lang="en-US" b="0" i="0" dirty="0">
                <a:solidFill>
                  <a:srgbClr val="1F2328"/>
                </a:solidFill>
                <a:effectLst/>
                <a:latin typeface="-apple-system"/>
              </a:rPr>
              <a:t> model that </a:t>
            </a:r>
            <a:r>
              <a:rPr lang="en-US" b="0" i="1" dirty="0">
                <a:solidFill>
                  <a:srgbClr val="1F2328"/>
                </a:solidFill>
                <a:effectLst/>
                <a:latin typeface="-apple-system"/>
              </a:rPr>
              <a:t>is configured with </a:t>
            </a:r>
            <a:r>
              <a:rPr lang="en-US" b="0" i="0" dirty="0">
                <a:solidFill>
                  <a:srgbClr val="1F2328"/>
                </a:solidFill>
                <a:effectLst/>
                <a:latin typeface="-apple-system"/>
              </a:rPr>
              <a:t>incorrect [</a:t>
            </a:r>
            <a:r>
              <a:rPr lang="en-US" b="0" i="0" dirty="0">
                <a:solidFill>
                  <a:srgbClr val="1F2328"/>
                </a:solidFill>
                <a:effectLst/>
                <a:highlight>
                  <a:srgbClr val="FFFF00"/>
                </a:highlight>
                <a:latin typeface="-apple-system"/>
              </a:rPr>
              <a:t>inference parameters</a:t>
            </a:r>
            <a:r>
              <a:rPr lang="en-US" b="0" i="0" dirty="0">
                <a:solidFill>
                  <a:srgbClr val="1F2328"/>
                </a:solidFill>
                <a:effectLst/>
                <a:latin typeface="-apple-system"/>
              </a:rPr>
              <a:t>] that produce a high frequency of erroneous or unexpected outputs that </a:t>
            </a:r>
            <a:r>
              <a:rPr lang="en-US" b="1" i="0" dirty="0">
                <a:solidFill>
                  <a:srgbClr val="1F2328"/>
                </a:solidFill>
                <a:effectLst/>
                <a:latin typeface="-apple-system"/>
              </a:rPr>
              <a:t>violate the intended security policy</a:t>
            </a:r>
            <a:r>
              <a:rPr lang="en-US" b="0" i="0" dirty="0">
                <a:solidFill>
                  <a:srgbClr val="1F2328"/>
                </a:solidFill>
                <a:effectLst/>
                <a:latin typeface="-apple-system"/>
              </a:rPr>
              <a:t>.</a:t>
            </a:r>
            <a:endParaRPr lang="en-US" b="1" dirty="0">
              <a:solidFill>
                <a:srgbClr val="FF0000"/>
              </a:solidFill>
            </a:endParaRPr>
          </a:p>
        </p:txBody>
      </p:sp>
    </p:spTree>
    <p:extLst>
      <p:ext uri="{BB962C8B-B14F-4D97-AF65-F5344CB8AC3E}">
        <p14:creationId xmlns:p14="http://schemas.microsoft.com/office/powerpoint/2010/main" val="1946407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dirty="0"/>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dirty="0"/>
              <a:t>Focused on technical nuance</a:t>
            </a:r>
          </a:p>
          <a:p>
            <a:r>
              <a:rPr lang="en-US" sz="2000" dirty="0"/>
              <a:t>Can be multiple sentences or paragraphs</a:t>
            </a:r>
          </a:p>
          <a:p>
            <a:r>
              <a:rPr lang="en-US" sz="2000" dirty="0"/>
              <a:t>Avoid any emphasis on attacks, technical impacts, mitigations, etc.</a:t>
            </a:r>
          </a:p>
          <a:p>
            <a:r>
              <a:rPr lang="en-US" sz="2000" dirty="0"/>
              <a:t>Ext Desc 1: </a:t>
            </a:r>
            <a:r>
              <a:rPr lang="en-US" sz="2000" dirty="0">
                <a:solidFill>
                  <a:srgbClr val="FF0000"/>
                </a:solidFill>
              </a:rPr>
              <a:t>&lt;fill in here&gt;</a:t>
            </a:r>
          </a:p>
          <a:p>
            <a:r>
              <a:rPr lang="en-US" sz="2000" dirty="0"/>
              <a:t>Ext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[Many proposals in CDR; skipping discussion for February 28 meeting]</a:t>
            </a:r>
          </a:p>
        </p:txBody>
      </p:sp>
    </p:spTree>
    <p:extLst>
      <p:ext uri="{BB962C8B-B14F-4D97-AF65-F5344CB8AC3E}">
        <p14:creationId xmlns:p14="http://schemas.microsoft.com/office/powerpoint/2010/main" val="1418569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dirty="0"/>
              <a:t>(</a:t>
            </a:r>
            <a:r>
              <a:rPr lang="en-US" sz="1800" dirty="0" err="1">
                <a:solidFill>
                  <a:srgbClr val="FF0000"/>
                </a:solidFill>
              </a:rPr>
              <a:t>ChildOf|Other</a:t>
            </a:r>
            <a:r>
              <a:rPr lang="en-US" sz="1800" dirty="0"/>
              <a:t>) </a:t>
            </a:r>
            <a:r>
              <a:rPr lang="en-US" sz="1800" dirty="0">
                <a:solidFill>
                  <a:srgbClr val="FF0000"/>
                </a:solidFill>
              </a:rPr>
              <a:t>CWE-440: Expected Behavior Violation</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ChildOf|Other</a:t>
            </a:r>
            <a:r>
              <a:rPr lang="en-US" sz="1800" dirty="0"/>
              <a:t>) </a:t>
            </a:r>
            <a:r>
              <a:rPr lang="en-US" sz="1800" dirty="0">
                <a:solidFill>
                  <a:srgbClr val="FF0000"/>
                </a:solidFill>
              </a:rPr>
              <a:t>CWE-684: Incorrect Provision of Specified Functionality</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CWE-691: Insufficient Control Flow Management</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endParaRPr lang="en-US" sz="1800" dirty="0"/>
          </a:p>
          <a:p>
            <a:r>
              <a:rPr lang="en-US" sz="1800" dirty="0"/>
              <a:t>(</a:t>
            </a:r>
            <a:r>
              <a:rPr lang="en-US" sz="1800" dirty="0" err="1">
                <a:solidFill>
                  <a:srgbClr val="FF0000"/>
                </a:solidFill>
              </a:rPr>
              <a:t>ChildOf|ParentOf|Other</a:t>
            </a:r>
            <a:r>
              <a:rPr lang="en-US" sz="1800" dirty="0"/>
              <a:t>) proposed – CWE-665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&lt;Generation of inaccurate, misleading, or nonsensical information.&gt;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&lt;Reduced reliability and trust in the application or system utilizing the model&gt;</a:t>
            </a:r>
          </a:p>
          <a:p>
            <a:pPr lvl="1"/>
            <a:endParaRPr lang="en-US" sz="2000" dirty="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dirty="0"/>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dirty="0"/>
              <a:t>Typical consequences when this weakness appears in real-world vulnerabilities</a:t>
            </a:r>
          </a:p>
          <a:p>
            <a:r>
              <a:rPr lang="en-US" sz="1400" u="sng" dirty="0"/>
              <a:t>Values for Scope</a:t>
            </a:r>
            <a:r>
              <a:rPr lang="en-US" sz="1400" dirty="0"/>
              <a:t>: </a:t>
            </a:r>
            <a:r>
              <a:rPr lang="en-US" sz="1100" dirty="0"/>
              <a:t>Confidentiality, Integrity, Availability, Access Control, Accountability, Authentication, Authorization, Non-Repudiation, Other</a:t>
            </a:r>
          </a:p>
          <a:p>
            <a:r>
              <a:rPr lang="en-US" sz="1400" u="sng" dirty="0"/>
              <a:t>Values for Impact</a:t>
            </a:r>
            <a:r>
              <a:rPr lang="en-US" sz="1400" dirty="0"/>
              <a:t>: </a:t>
            </a:r>
            <a:r>
              <a:rPr lang="en-US" sz="11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3</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&lt;Propagation of errors if outputs are used in critical decision-making processes.&gt;</a:t>
            </a:r>
          </a:p>
          <a:p>
            <a:r>
              <a:rPr lang="en-US" sz="2000" dirty="0" err="1"/>
              <a:t>Conseq</a:t>
            </a:r>
            <a:r>
              <a:rPr lang="en-US" sz="2000" dirty="0"/>
              <a:t> 4</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55762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dirty="0"/>
              <a:t>Introductory text – </a:t>
            </a:r>
            <a:r>
              <a:rPr lang="en-US" dirty="0">
                <a:solidFill>
                  <a:srgbClr val="FF0000"/>
                </a:solidFill>
              </a:rPr>
              <a:t>&lt;robotic / drone control using an LLM&gt;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75243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dirty="0"/>
              <a:t>Introductory text – </a:t>
            </a:r>
            <a:r>
              <a:rPr lang="en-US" dirty="0">
                <a:solidFill>
                  <a:srgbClr val="FF0000"/>
                </a:solidFill>
              </a:rPr>
              <a:t>&lt;</a:t>
            </a:r>
            <a:r>
              <a:rPr lang="en-US" dirty="0" err="1">
                <a:solidFill>
                  <a:srgbClr val="FF0000"/>
                </a:solidFill>
              </a:rPr>
              <a:t>json</a:t>
            </a:r>
            <a:r>
              <a:rPr lang="en-US" dirty="0">
                <a:solidFill>
                  <a:srgbClr val="FF0000"/>
                </a:solidFill>
              </a:rPr>
              <a:t> formatting not being correct&gt;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394811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Delayed / TBD</a:t>
            </a:r>
          </a:p>
          <a:p>
            <a:pPr lvl="1"/>
            <a:r>
              <a:rPr lang="en-US" sz="2000" dirty="0"/>
              <a:t>“Bias in AI Models” (Kurt Seifried) - ES2402-38e20ce6</a:t>
            </a:r>
          </a:p>
          <a:p>
            <a:pPr lvl="1"/>
            <a:r>
              <a:rPr lang="en-US" sz="2000" dirty="0"/>
              <a:t>“Insufficient Input Validation in Generative AI Applications” (Steve / AI WG) - ES2405-84711fc4</a:t>
            </a:r>
          </a:p>
          <a:p>
            <a:pPr lvl="1"/>
            <a:r>
              <a:rPr lang="en-US" sz="2000" dirty="0"/>
              <a:t>New: “Improper Neutralization of Configurations Used for MCP Client” (</a:t>
            </a:r>
            <a:r>
              <a:rPr lang="en-US" sz="2000" dirty="0" err="1"/>
              <a:t>Xinpeng</a:t>
            </a:r>
            <a:r>
              <a:rPr lang="en-US" sz="2000" dirty="0"/>
              <a:t> Liu) ES2506-e3c78a2a </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dirty="0"/>
              <a:t>New: “Improper Neutralization of Configurations Used for MCP Client” (</a:t>
            </a:r>
            <a:r>
              <a:rPr lang="en-US" dirty="0" err="1"/>
              <a:t>Xinpeng</a:t>
            </a:r>
            <a:r>
              <a:rPr lang="en-US" dirty="0"/>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600" dirty="0"/>
              <a:t>Name: Improper Neutralization of Configurations Used for MCP Client</a:t>
            </a:r>
          </a:p>
          <a:p>
            <a:r>
              <a:rPr lang="en-US" sz="1600" dirty="0"/>
              <a:t>Description:</a:t>
            </a:r>
          </a:p>
          <a:p>
            <a:pPr lvl="1"/>
            <a:r>
              <a:rPr lang="en-US" sz="1600" dirty="0"/>
              <a:t>The product utilizes an AI Agent to generate or modify configuration files within the MCP Client, based on input provided by the MCP Server or prompt that has not been strictly reviewed by the user (e.g. a GitHub repo link or technical blog link containing the modified "vibe-coding" guidance). However, the MCP Client does not properly neutralize special elements when executing the server start command in configuration files, which allows attackers to inject malicious operating system commands. These commands are executed by the system when an arbitrary MCP Server is started, without disrupting the normal server connection, thereby remaining imperceptible to the user.</a:t>
            </a:r>
          </a:p>
          <a:p>
            <a:r>
              <a:rPr lang="en-US" sz="1600" dirty="0"/>
              <a:t>Submitter states this is distinct from CWE-77 (command injection) or CWE-1427 (prompt injection)</a:t>
            </a:r>
          </a:p>
          <a:p>
            <a:r>
              <a:rPr lang="en-US" sz="1600" dirty="0"/>
              <a:t>Consider: CWE-1426: Improper Validation of Generative AI Output</a:t>
            </a:r>
          </a:p>
          <a:p>
            <a:r>
              <a:rPr lang="en-US" sz="1600" dirty="0"/>
              <a:t>Low-level and very “vulnerability topology” specific – not clear it deserves its own CWE</a:t>
            </a:r>
          </a:p>
          <a:p>
            <a:r>
              <a:rPr lang="en-US" sz="1600" dirty="0"/>
              <a:t>… but MCP is all the rage, so there should be some recognizable CWE coverage</a:t>
            </a:r>
          </a:p>
          <a:p>
            <a:r>
              <a:rPr lang="en-US" sz="1600" dirty="0">
                <a:hlinkClick r:id="rId2"/>
              </a:rPr>
              <a:t>https://github.com/CWE-CAPEC/CWE-Content-Development-Repository/issues/158</a:t>
            </a:r>
            <a:endParaRPr lang="en-US" sz="1600" dirty="0"/>
          </a:p>
          <a:p>
            <a:r>
              <a:rPr lang="en-US" sz="1600" dirty="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65866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First published in March 2018</a:t>
            </a:r>
          </a:p>
          <a:p>
            <a:r>
              <a:rPr lang="en-US" dirty="0"/>
              <a:t>Initial focus on image recognition</a:t>
            </a:r>
          </a:p>
          <a:p>
            <a:r>
              <a:rPr lang="en-US" dirty="0"/>
              <a:t>No real changes since its creation</a:t>
            </a:r>
          </a:p>
          <a:p>
            <a:r>
              <a:rPr lang="en-US" dirty="0"/>
              <a:t>Incomplete entry</a:t>
            </a:r>
          </a:p>
          <a:p>
            <a:pPr lvl="1"/>
            <a:r>
              <a:rPr lang="en-US" dirty="0"/>
              <a:t>No examples (observed or demonstrative)</a:t>
            </a:r>
          </a:p>
          <a:p>
            <a:pPr lvl="1"/>
            <a:r>
              <a:rPr lang="en-US" dirty="0"/>
              <a:t>No mitigations</a:t>
            </a:r>
          </a:p>
          <a:p>
            <a:r>
              <a:rPr lang="en-US" dirty="0"/>
              <a:t>Focused improvements by Marissa Dotter</a:t>
            </a:r>
          </a:p>
          <a:p>
            <a:r>
              <a:rPr lang="en-US" dirty="0"/>
              <a:t>Changes to be made in CWE 4.17 (April 3)</a:t>
            </a:r>
          </a:p>
          <a:p>
            <a:endParaRPr lang="en-US" dirty="0"/>
          </a:p>
          <a:p>
            <a:r>
              <a:rPr lang="en-US" dirty="0">
                <a:hlinkClick r:id="rId2"/>
              </a:rPr>
              <a:t>https://cwe.mitre.org/data/definitions/1039.html</a:t>
            </a:r>
            <a:endParaRPr lang="en-US" dirty="0"/>
          </a:p>
          <a:p>
            <a:endParaRPr lang="en-US" dirty="0"/>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dirty="0"/>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dirty="0"/>
          </a:p>
          <a:p>
            <a:endParaRPr lang="en-US" dirty="0"/>
          </a:p>
          <a:p>
            <a:r>
              <a:rPr lang="en-US" dirty="0"/>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dirty="0"/>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dirty="0"/>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dirty="0"/>
              <a:t> Should we focus on specific elements in a variety of CWEs?</a:t>
            </a:r>
          </a:p>
          <a:p>
            <a:pPr lvl="1"/>
            <a:r>
              <a:rPr lang="en-US" sz="2000" dirty="0"/>
              <a:t>Observed (real-world) and demonstrative examples</a:t>
            </a:r>
          </a:p>
          <a:p>
            <a:pPr lvl="2"/>
            <a:r>
              <a:rPr lang="en-US" sz="2000" dirty="0" err="1"/>
              <a:t>Obex</a:t>
            </a:r>
            <a:r>
              <a:rPr lang="en-US" sz="2000" dirty="0"/>
              <a:t> can be hard to find; </a:t>
            </a:r>
            <a:r>
              <a:rPr lang="en-US" sz="2000" dirty="0" err="1"/>
              <a:t>demox</a:t>
            </a:r>
            <a:r>
              <a:rPr lang="en-US" sz="2000" dirty="0"/>
              <a:t> are labor-intensive</a:t>
            </a:r>
          </a:p>
          <a:p>
            <a:pPr lvl="1"/>
            <a:r>
              <a:rPr lang="en-US" sz="2000" dirty="0"/>
              <a:t>References</a:t>
            </a:r>
          </a:p>
          <a:p>
            <a:pPr lvl="1"/>
            <a:r>
              <a:rPr lang="en-US" sz="2000" dirty="0"/>
              <a:t>AI-specific mitigations</a:t>
            </a:r>
          </a:p>
          <a:p>
            <a:pPr lvl="1"/>
            <a:r>
              <a:rPr lang="en-US" sz="2000" dirty="0"/>
              <a:t>(examples and references were suggested last year; Steve will dig them up)</a:t>
            </a:r>
          </a:p>
          <a:p>
            <a:r>
              <a:rPr lang="en-US" sz="2000" dirty="0"/>
              <a:t>Should we look for other CWEs that should be tagged as affecting AI/ML?</a:t>
            </a:r>
          </a:p>
          <a:p>
            <a:pPr lvl="1"/>
            <a:r>
              <a:rPr lang="en-US" sz="2000" dirty="0"/>
              <a:t>CWE-912: Hidden Functionality</a:t>
            </a:r>
          </a:p>
          <a:p>
            <a:r>
              <a:rPr lang="en-US" sz="2000" dirty="0"/>
              <a:t>Systematic review of AI-vuln related documents?</a:t>
            </a:r>
          </a:p>
          <a:p>
            <a:pPr lvl="1"/>
            <a:r>
              <a:rPr lang="en-US" sz="2000" dirty="0"/>
              <a:t>OWASP, NIST, ATLAS, etc.</a:t>
            </a:r>
          </a:p>
          <a:p>
            <a:pPr lvl="1"/>
            <a:r>
              <a:rPr lang="en-US" sz="2000" dirty="0"/>
              <a:t>Result: taxonomy mappings and references; but also time-consuming</a:t>
            </a:r>
          </a:p>
          <a:p>
            <a:r>
              <a:rPr lang="en-US" sz="2000" dirty="0"/>
              <a:t>Or... just any kind of modification that people think of along the way?</a:t>
            </a:r>
          </a:p>
          <a:p>
            <a:r>
              <a:rPr lang="en-US" sz="2000" dirty="0"/>
              <a:t>CWE 5.0 (future) – schema changes to support AI-specific data (e.g., lifecycle)</a:t>
            </a:r>
          </a:p>
          <a:p>
            <a:endParaRPr lang="en-US" sz="2000" dirty="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dirty="0"/>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dirty="0"/>
              <a:t>AIWG mailing list</a:t>
            </a:r>
          </a:p>
          <a:p>
            <a:r>
              <a:rPr lang="en-US" dirty="0"/>
              <a:t>Focused discussion in CDR</a:t>
            </a:r>
          </a:p>
          <a:p>
            <a:r>
              <a:rPr lang="en-US" dirty="0"/>
              <a:t>Could be tied to CDR submissions</a:t>
            </a:r>
          </a:p>
          <a:p>
            <a:pPr lvl="1"/>
            <a:r>
              <a:rPr lang="en-US" dirty="0"/>
              <a:t>Similar to how we track new entries</a:t>
            </a:r>
          </a:p>
          <a:p>
            <a:pPr lvl="1"/>
            <a:r>
              <a:rPr lang="en-US" dirty="0"/>
              <a:t>This isn’t essential</a:t>
            </a:r>
          </a:p>
          <a:p>
            <a:endParaRPr lang="en-US" dirty="0"/>
          </a:p>
          <a:p>
            <a:r>
              <a:rPr lang="en-US" dirty="0"/>
              <a:t>Shared document editing?</a:t>
            </a:r>
          </a:p>
          <a:p>
            <a:pPr lvl="1"/>
            <a:r>
              <a:rPr lang="en-US" dirty="0"/>
              <a:t>Many pros and cons</a:t>
            </a:r>
          </a:p>
          <a:p>
            <a:pPr lvl="1"/>
            <a:r>
              <a:rPr lang="en-US" dirty="0"/>
              <a:t>Maybe “review and comment”</a:t>
            </a:r>
          </a:p>
          <a:p>
            <a:pPr lvl="1"/>
            <a:r>
              <a:rPr lang="en-US" dirty="0"/>
              <a:t>Google docs? Or a shared CDR submission file (text-based)</a:t>
            </a:r>
          </a:p>
          <a:p>
            <a:pPr lvl="1"/>
            <a:endParaRPr lang="en-US" dirty="0"/>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dirty="0"/>
              <a:t>Upcoming meetings:</a:t>
            </a:r>
          </a:p>
          <a:p>
            <a:pPr lvl="1"/>
            <a:r>
              <a:rPr lang="en-US" dirty="0"/>
              <a:t>Modifications: April 11 (after 4.17 release)</a:t>
            </a:r>
          </a:p>
          <a:p>
            <a:pPr lvl="1"/>
            <a:r>
              <a:rPr lang="en-US" dirty="0"/>
              <a:t>New entries: March 28</a:t>
            </a:r>
          </a:p>
          <a:p>
            <a:endParaRPr lang="en-US" dirty="0"/>
          </a:p>
          <a:p>
            <a:r>
              <a:rPr lang="en-US" dirty="0"/>
              <a:t>Formalize subgroup leadership</a:t>
            </a:r>
          </a:p>
          <a:p>
            <a:endParaRPr lang="en-US" dirty="0"/>
          </a:p>
          <a:p>
            <a:r>
              <a:rPr lang="en-US" dirty="0"/>
              <a:t>Focused modifications for CWE 4.17</a:t>
            </a:r>
          </a:p>
          <a:p>
            <a:endParaRPr lang="en-US" dirty="0"/>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dirty="0"/>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Name 1: </a:t>
            </a:r>
            <a:r>
              <a:rPr lang="en-US" sz="1800" dirty="0">
                <a:solidFill>
                  <a:srgbClr val="FF0000"/>
                </a:solidFill>
              </a:rPr>
              <a:t>&lt;fill in here&gt;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&lt;fill in here&gt;</a:t>
            </a:r>
          </a:p>
          <a:p>
            <a:endParaRPr lang="en-US" sz="1800" dirty="0"/>
          </a:p>
          <a:p>
            <a:endParaRPr lang="en-US" sz="1800" dirty="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&lt;fill in here&gt;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BF1B93-B3BA-449B-B707-FB0682944CCF}"/>
</file>

<file path=customXml/itemProps2.xml><?xml version="1.0" encoding="utf-8"?>
<ds:datastoreItem xmlns:ds="http://schemas.openxmlformats.org/officeDocument/2006/customXml" ds:itemID="{5450FCDD-08B1-48D8-BB50-7A17E590A5EE}">
  <ds:schemaRefs>
    <ds:schemaRef ds:uri="http://purl.org/dc/terms/"/>
    <ds:schemaRef ds:uri="http://schemas.microsoft.com/office/infopath/2007/PartnerControls"/>
    <ds:schemaRef ds:uri="http://schemas.openxmlformats.org/package/2006/metadata/core-properties"/>
    <ds:schemaRef ds:uri="http://purl.org/dc/dcmitype/"/>
    <ds:schemaRef ds:uri="http://purl.org/dc/elements/1.1/"/>
    <ds:schemaRef ds:uri="http://schemas.microsoft.com/office/2006/documentManagement/types"/>
    <ds:schemaRef ds:uri="http://www.w3.org/XML/1998/namespace"/>
    <ds:schemaRef ds:uri="aff8eeb6-53bf-44bf-a224-fac977cd228b"/>
    <ds:schemaRef ds:uri="b5a44311-ed64-4a72-909f-c9dc6973bde2"/>
    <ds:schemaRef ds:uri="f3e578be-7961-41e8-91c9-b742ecb60a74"/>
    <ds:schemaRef ds:uri="http://schemas.microsoft.com/office/2006/metadata/properties"/>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678</TotalTime>
  <Words>6053</Words>
  <Application>Microsoft Office PowerPoint</Application>
  <PresentationFormat>Widescreen</PresentationFormat>
  <Paragraphs>607</Paragraphs>
  <Slides>59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Future Content Work</vt:lpstr>
      <vt:lpstr>Other Work Items - New Entry Submissions</vt:lpstr>
      <vt:lpstr>New: “Improper Neutralization of Configurations Used for MCP Client” (Xinpeng Liu) ES2506-e3c78a2a </vt:lpstr>
      <vt:lpstr>Delayed: “Bias in AI Models” (Kurt Seifried) - ES2402-38e20ce6 </vt:lpstr>
      <vt:lpstr>Delayed: Insufficient Input Validation in Generative AI Applications (Steve / AI WG) ES2405-84711fc4</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19</cp:revision>
  <dcterms:created xsi:type="dcterms:W3CDTF">2019-02-26T16:06:40Z</dcterms:created>
  <dcterms:modified xsi:type="dcterms:W3CDTF">2025-08-15T15:47:52Z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