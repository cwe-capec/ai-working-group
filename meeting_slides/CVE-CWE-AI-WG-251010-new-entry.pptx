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75"/>
  </p:notesMasterIdLst>
  <p:handoutMasterIdLst>
    <p:handoutMasterId r:id="rId76"/>
  </p:handoutMasterIdLst>
  <p:sldIdLst>
    <p:sldId id="459" r:id="rId5"/>
    <p:sldId id="475" r:id="rId6"/>
    <p:sldId id="514" r:id="rId7"/>
    <p:sldId id="533" r:id="rId8"/>
    <p:sldId id="596" r:id="rId9"/>
    <p:sldId id="547" r:id="rId10"/>
    <p:sldId id="598" r:id="rId11"/>
    <p:sldId id="597" r:id="rId12"/>
    <p:sldId id="539" r:id="rId13"/>
    <p:sldId id="541" r:id="rId14"/>
    <p:sldId id="592" r:id="rId15"/>
    <p:sldId id="599" r:id="rId16"/>
    <p:sldId id="600" r:id="rId17"/>
    <p:sldId id="602" r:id="rId18"/>
    <p:sldId id="543" r:id="rId19"/>
    <p:sldId id="603" r:id="rId20"/>
    <p:sldId id="604" r:id="rId21"/>
    <p:sldId id="606" r:id="rId22"/>
    <p:sldId id="605" r:id="rId23"/>
    <p:sldId id="601" r:id="rId24"/>
    <p:sldId id="583" r:id="rId25"/>
    <p:sldId id="585" r:id="rId26"/>
    <p:sldId id="594" r:id="rId27"/>
    <p:sldId id="595" r:id="rId28"/>
    <p:sldId id="495" r:id="rId29"/>
    <p:sldId id="591" r:id="rId30"/>
    <p:sldId id="587" r:id="rId31"/>
    <p:sldId id="590" r:id="rId32"/>
    <p:sldId id="588" r:id="rId33"/>
    <p:sldId id="593" r:id="rId34"/>
    <p:sldId id="589" r:id="rId35"/>
    <p:sldId id="493" r:id="rId36"/>
    <p:sldId id="488" r:id="rId37"/>
    <p:sldId id="496" r:id="rId38"/>
    <p:sldId id="586" r:id="rId39"/>
    <p:sldId id="505" r:id="rId40"/>
    <p:sldId id="494" r:id="rId41"/>
    <p:sldId id="497" r:id="rId42"/>
    <p:sldId id="560" r:id="rId43"/>
    <p:sldId id="552" r:id="rId44"/>
    <p:sldId id="575" r:id="rId45"/>
    <p:sldId id="502" r:id="rId46"/>
    <p:sldId id="501" r:id="rId47"/>
    <p:sldId id="576" r:id="rId48"/>
    <p:sldId id="503" r:id="rId49"/>
    <p:sldId id="504" r:id="rId50"/>
    <p:sldId id="548" r:id="rId51"/>
    <p:sldId id="542" r:id="rId52"/>
    <p:sldId id="581" r:id="rId53"/>
    <p:sldId id="582" r:id="rId54"/>
    <p:sldId id="579" r:id="rId55"/>
    <p:sldId id="580" r:id="rId56"/>
    <p:sldId id="584" r:id="rId57"/>
    <p:sldId id="554" r:id="rId58"/>
    <p:sldId id="561" r:id="rId59"/>
    <p:sldId id="562" r:id="rId60"/>
    <p:sldId id="563" r:id="rId61"/>
    <p:sldId id="564" r:id="rId62"/>
    <p:sldId id="565" r:id="rId63"/>
    <p:sldId id="566" r:id="rId64"/>
    <p:sldId id="567" r:id="rId65"/>
    <p:sldId id="568" r:id="rId66"/>
    <p:sldId id="569" r:id="rId67"/>
    <p:sldId id="570" r:id="rId68"/>
    <p:sldId id="571" r:id="rId69"/>
    <p:sldId id="572" r:id="rId70"/>
    <p:sldId id="573" r:id="rId71"/>
    <p:sldId id="574" r:id="rId72"/>
    <p:sldId id="545" r:id="rId73"/>
    <p:sldId id="534"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01BF2-0A5C-DD44-BC2A-0DD38BDE2117}" v="1" dt="2025-10-10T15:23:17.348"/>
    <p1510:client id="{54C68DDC-EC25-4787-AB1A-48C9BA5E9DFF}" v="9" dt="2025-10-10T14:59:15.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modSld sldOrd">
      <pc:chgData name="Steven M Christey" userId="f24da668-4c1f-41c0-850e-113e2bdf78cf" providerId="ADAL" clId="{4664C2C3-D7E1-4188-BB25-E34F4B7B5B59}" dt="2025-10-10T14:59:15.639" v="310"/>
      <pc:docMkLst>
        <pc:docMk/>
      </pc:docMkLst>
      <pc:sldChg chg="modSp mod">
        <pc:chgData name="Steven M Christey" userId="f24da668-4c1f-41c0-850e-113e2bdf78cf" providerId="ADAL" clId="{4664C2C3-D7E1-4188-BB25-E34F4B7B5B59}" dt="2025-10-10T14:41:55.537" v="21" actId="20577"/>
        <pc:sldMkLst>
          <pc:docMk/>
          <pc:sldMk cId="1454278300" sldId="459"/>
        </pc:sldMkLst>
        <pc:spChg chg="mod">
          <ac:chgData name="Steven M Christey" userId="f24da668-4c1f-41c0-850e-113e2bdf78cf" providerId="ADAL" clId="{4664C2C3-D7E1-4188-BB25-E34F4B7B5B59}" dt="2025-10-10T14:41:55.537" v="21"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5-10-10T14:42:47.660" v="131" actId="20577"/>
        <pc:sldMkLst>
          <pc:docMk/>
          <pc:sldMk cId="915149386" sldId="514"/>
        </pc:sldMkLst>
        <pc:spChg chg="mod">
          <ac:chgData name="Steven M Christey" userId="f24da668-4c1f-41c0-850e-113e2bdf78cf" providerId="ADAL" clId="{4664C2C3-D7E1-4188-BB25-E34F4B7B5B59}" dt="2025-10-10T14:42:47.660" v="131" actId="20577"/>
          <ac:spMkLst>
            <pc:docMk/>
            <pc:sldMk cId="915149386" sldId="514"/>
            <ac:spMk id="3" creationId="{D4348C02-DFCE-A2E4-D523-D69A254A7D49}"/>
          </ac:spMkLst>
        </pc:spChg>
      </pc:sldChg>
      <pc:sldChg chg="modSp mod">
        <pc:chgData name="Steven M Christey" userId="f24da668-4c1f-41c0-850e-113e2bdf78cf" providerId="ADAL" clId="{4664C2C3-D7E1-4188-BB25-E34F4B7B5B59}" dt="2025-10-10T14:43:52.599" v="137" actId="13926"/>
        <pc:sldMkLst>
          <pc:docMk/>
          <pc:sldMk cId="1502259985" sldId="541"/>
        </pc:sldMkLst>
        <pc:spChg chg="mod">
          <ac:chgData name="Steven M Christey" userId="f24da668-4c1f-41c0-850e-113e2bdf78cf" providerId="ADAL" clId="{4664C2C3-D7E1-4188-BB25-E34F4B7B5B59}" dt="2025-10-10T14:43:10.633" v="132" actId="6549"/>
          <ac:spMkLst>
            <pc:docMk/>
            <pc:sldMk cId="1502259985" sldId="541"/>
            <ac:spMk id="2" creationId="{FE27698D-BC9A-28D2-4336-B8478BD9DE4F}"/>
          </ac:spMkLst>
        </pc:spChg>
        <pc:spChg chg="mod">
          <ac:chgData name="Steven M Christey" userId="f24da668-4c1f-41c0-850e-113e2bdf78cf" providerId="ADAL" clId="{4664C2C3-D7E1-4188-BB25-E34F4B7B5B59}" dt="2025-10-10T14:43:52.599" v="137" actId="13926"/>
          <ac:spMkLst>
            <pc:docMk/>
            <pc:sldMk cId="1502259985" sldId="541"/>
            <ac:spMk id="3" creationId="{8E18EDAB-114A-7565-3477-1309F48B90FB}"/>
          </ac:spMkLst>
        </pc:spChg>
      </pc:sldChg>
      <pc:sldChg chg="ord">
        <pc:chgData name="Steven M Christey" userId="f24da668-4c1f-41c0-850e-113e2bdf78cf" providerId="ADAL" clId="{4664C2C3-D7E1-4188-BB25-E34F4B7B5B59}" dt="2025-10-10T14:54:01.375" v="207"/>
        <pc:sldMkLst>
          <pc:docMk/>
          <pc:sldMk cId="373026186" sldId="543"/>
        </pc:sldMkLst>
      </pc:sldChg>
      <pc:sldChg chg="modSp mod">
        <pc:chgData name="Steven M Christey" userId="f24da668-4c1f-41c0-850e-113e2bdf78cf" providerId="ADAL" clId="{4664C2C3-D7E1-4188-BB25-E34F4B7B5B59}" dt="2025-10-10T14:53:36.943" v="205" actId="404"/>
        <pc:sldMkLst>
          <pc:docMk/>
          <pc:sldMk cId="2965866587" sldId="592"/>
        </pc:sldMkLst>
        <pc:spChg chg="mod">
          <ac:chgData name="Steven M Christey" userId="f24da668-4c1f-41c0-850e-113e2bdf78cf" providerId="ADAL" clId="{4664C2C3-D7E1-4188-BB25-E34F4B7B5B59}" dt="2025-10-10T14:44:04.861" v="142" actId="20577"/>
          <ac:spMkLst>
            <pc:docMk/>
            <pc:sldMk cId="2965866587" sldId="592"/>
            <ac:spMk id="2" creationId="{30ABAED3-64B9-9F4A-E07C-98DD48B94568}"/>
          </ac:spMkLst>
        </pc:spChg>
        <pc:spChg chg="mod">
          <ac:chgData name="Steven M Christey" userId="f24da668-4c1f-41c0-850e-113e2bdf78cf" providerId="ADAL" clId="{4664C2C3-D7E1-4188-BB25-E34F4B7B5B59}" dt="2025-10-10T14:53:36.943" v="205" actId="404"/>
          <ac:spMkLst>
            <pc:docMk/>
            <pc:sldMk cId="2965866587" sldId="592"/>
            <ac:spMk id="3" creationId="{9CA0F585-8488-AE38-3828-8BF5511D450B}"/>
          </ac:spMkLst>
        </pc:spChg>
      </pc:sldChg>
      <pc:sldChg chg="modSp mod">
        <pc:chgData name="Steven M Christey" userId="f24da668-4c1f-41c0-850e-113e2bdf78cf" providerId="ADAL" clId="{4664C2C3-D7E1-4188-BB25-E34F4B7B5B59}" dt="2025-10-10T14:56:58.466" v="287" actId="6549"/>
        <pc:sldMkLst>
          <pc:docMk/>
          <pc:sldMk cId="1680666144" sldId="599"/>
        </pc:sldMkLst>
        <pc:spChg chg="mod">
          <ac:chgData name="Steven M Christey" userId="f24da668-4c1f-41c0-850e-113e2bdf78cf" providerId="ADAL" clId="{4664C2C3-D7E1-4188-BB25-E34F4B7B5B59}" dt="2025-10-10T14:56:04.860" v="251" actId="20577"/>
          <ac:spMkLst>
            <pc:docMk/>
            <pc:sldMk cId="1680666144" sldId="599"/>
            <ac:spMk id="2" creationId="{6B2D1101-7C9F-7495-D56C-1D51522ED7A5}"/>
          </ac:spMkLst>
        </pc:spChg>
        <pc:spChg chg="mod">
          <ac:chgData name="Steven M Christey" userId="f24da668-4c1f-41c0-850e-113e2bdf78cf" providerId="ADAL" clId="{4664C2C3-D7E1-4188-BB25-E34F4B7B5B59}" dt="2025-10-10T14:56:58.466" v="287" actId="6549"/>
          <ac:spMkLst>
            <pc:docMk/>
            <pc:sldMk cId="1680666144" sldId="599"/>
            <ac:spMk id="3" creationId="{DB6A4387-1FE7-CE01-5DE8-DF9417BCDCEC}"/>
          </ac:spMkLst>
        </pc:spChg>
      </pc:sldChg>
      <pc:sldChg chg="modSp mod">
        <pc:chgData name="Steven M Christey" userId="f24da668-4c1f-41c0-850e-113e2bdf78cf" providerId="ADAL" clId="{4664C2C3-D7E1-4188-BB25-E34F4B7B5B59}" dt="2025-10-10T14:56:34.921" v="286" actId="20577"/>
        <pc:sldMkLst>
          <pc:docMk/>
          <pc:sldMk cId="2248564156" sldId="600"/>
        </pc:sldMkLst>
        <pc:spChg chg="mod">
          <ac:chgData name="Steven M Christey" userId="f24da668-4c1f-41c0-850e-113e2bdf78cf" providerId="ADAL" clId="{4664C2C3-D7E1-4188-BB25-E34F4B7B5B59}" dt="2025-10-10T14:56:34.921" v="286" actId="20577"/>
          <ac:spMkLst>
            <pc:docMk/>
            <pc:sldMk cId="2248564156" sldId="600"/>
            <ac:spMk id="3" creationId="{EF251B09-2795-CDF8-DEFA-98E8D21B04C0}"/>
          </ac:spMkLst>
        </pc:spChg>
      </pc:sldChg>
      <pc:sldChg chg="modSp mod ord">
        <pc:chgData name="Steven M Christey" userId="f24da668-4c1f-41c0-850e-113e2bdf78cf" providerId="ADAL" clId="{4664C2C3-D7E1-4188-BB25-E34F4B7B5B59}" dt="2025-10-10T14:58:53.524" v="297" actId="20577"/>
        <pc:sldMkLst>
          <pc:docMk/>
          <pc:sldMk cId="702320256" sldId="602"/>
        </pc:sldMkLst>
        <pc:spChg chg="mod">
          <ac:chgData name="Steven M Christey" userId="f24da668-4c1f-41c0-850e-113e2bdf78cf" providerId="ADAL" clId="{4664C2C3-D7E1-4188-BB25-E34F4B7B5B59}" dt="2025-10-10T14:58:53.524" v="297" actId="20577"/>
          <ac:spMkLst>
            <pc:docMk/>
            <pc:sldMk cId="702320256" sldId="602"/>
            <ac:spMk id="3" creationId="{BD2D8855-69B0-63EC-B138-745740AF05E0}"/>
          </ac:spMkLst>
        </pc:spChg>
      </pc:sldChg>
      <pc:sldChg chg="modSp mod">
        <pc:chgData name="Steven M Christey" userId="f24da668-4c1f-41c0-850e-113e2bdf78cf" providerId="ADAL" clId="{4664C2C3-D7E1-4188-BB25-E34F4B7B5B59}" dt="2025-10-10T14:59:15.639" v="310"/>
        <pc:sldMkLst>
          <pc:docMk/>
          <pc:sldMk cId="3329228180" sldId="606"/>
        </pc:sldMkLst>
        <pc:spChg chg="mod">
          <ac:chgData name="Steven M Christey" userId="f24da668-4c1f-41c0-850e-113e2bdf78cf" providerId="ADAL" clId="{4664C2C3-D7E1-4188-BB25-E34F4B7B5B59}" dt="2025-10-10T14:59:15.639" v="310"/>
          <ac:spMkLst>
            <pc:docMk/>
            <pc:sldMk cId="3329228180" sldId="606"/>
            <ac:spMk id="3" creationId="{8754BE33-23EB-99D2-B3D5-31779558DDA6}"/>
          </ac:spMkLst>
        </pc:spChg>
      </pc:sldChg>
    </pc:docChg>
  </pc:docChgLst>
  <pc:docChgLst>
    <pc:chgData name="Steven M Christey" userId="f24da668-4c1f-41c0-850e-113e2bdf78cf" providerId="ADAL" clId="{AEB1D6EE-8801-498C-A083-A25B7AE7E3A5}"/>
    <pc:docChg chg="undo custSel addSld modSld sldOrd">
      <pc:chgData name="Steven M Christey" userId="f24da668-4c1f-41c0-850e-113e2bdf78cf" providerId="ADAL" clId="{AEB1D6EE-8801-498C-A083-A25B7AE7E3A5}" dt="2025-07-18T15:56:08.886" v="4256" actId="20577"/>
      <pc:docMkLst>
        <pc:docMk/>
      </pc:docMkLst>
      <pc:sldChg chg="modSp mod">
        <pc:chgData name="Steven M Christey" userId="f24da668-4c1f-41c0-850e-113e2bdf78cf" providerId="ADAL" clId="{AEB1D6EE-8801-498C-A083-A25B7AE7E3A5}" dt="2025-07-18T14:23:59.930" v="9" actId="20577"/>
        <pc:sldMkLst>
          <pc:docMk/>
          <pc:sldMk cId="1454278300" sldId="459"/>
        </pc:sldMkLst>
      </pc:sldChg>
      <pc:sldChg chg="modSp mod">
        <pc:chgData name="Steven M Christey" userId="f24da668-4c1f-41c0-850e-113e2bdf78cf" providerId="ADAL" clId="{AEB1D6EE-8801-498C-A083-A25B7AE7E3A5}" dt="2025-07-18T14:24:25.378" v="52" actId="20577"/>
        <pc:sldMkLst>
          <pc:docMk/>
          <pc:sldMk cId="1259113184" sldId="475"/>
        </pc:sldMkLst>
      </pc:sldChg>
      <pc:sldChg chg="modSp mod ord">
        <pc:chgData name="Steven M Christey" userId="f24da668-4c1f-41c0-850e-113e2bdf78cf" providerId="ADAL" clId="{AEB1D6EE-8801-498C-A083-A25B7AE7E3A5}" dt="2025-07-18T14:39:08.937" v="556"/>
        <pc:sldMkLst>
          <pc:docMk/>
          <pc:sldMk cId="2266223281" sldId="539"/>
        </pc:sldMkLst>
      </pc:sldChg>
      <pc:sldChg chg="modSp mod">
        <pc:chgData name="Steven M Christey" userId="f24da668-4c1f-41c0-850e-113e2bdf78cf" providerId="ADAL" clId="{AEB1D6EE-8801-498C-A083-A25B7AE7E3A5}" dt="2025-07-18T15:55:49.682" v="4217" actId="207"/>
        <pc:sldMkLst>
          <pc:docMk/>
          <pc:sldMk cId="1570532610" sldId="585"/>
        </pc:sldMkLst>
      </pc:sldChg>
      <pc:sldChg chg="modSp mod ord">
        <pc:chgData name="Steven M Christey" userId="f24da668-4c1f-41c0-850e-113e2bdf78cf" providerId="ADAL" clId="{AEB1D6EE-8801-498C-A083-A25B7AE7E3A5}" dt="2025-07-18T15:34:43.857" v="3175" actId="20577"/>
        <pc:sldMkLst>
          <pc:docMk/>
          <pc:sldMk cId="3428824971" sldId="587"/>
        </pc:sldMkLst>
      </pc:sldChg>
      <pc:sldChg chg="modSp mod ord">
        <pc:chgData name="Steven M Christey" userId="f24da668-4c1f-41c0-850e-113e2bdf78cf" providerId="ADAL" clId="{AEB1D6EE-8801-498C-A083-A25B7AE7E3A5}" dt="2025-07-18T15:44:59.693" v="3462" actId="20577"/>
        <pc:sldMkLst>
          <pc:docMk/>
          <pc:sldMk cId="2203204905" sldId="588"/>
        </pc:sldMkLst>
      </pc:sldChg>
      <pc:sldChg chg="modSp add mod ord">
        <pc:chgData name="Steven M Christey" userId="f24da668-4c1f-41c0-850e-113e2bdf78cf" providerId="ADAL" clId="{AEB1D6EE-8801-498C-A083-A25B7AE7E3A5}" dt="2025-07-18T15:40:53.369" v="3306" actId="20577"/>
        <pc:sldMkLst>
          <pc:docMk/>
          <pc:sldMk cId="84884298" sldId="589"/>
        </pc:sldMkLst>
      </pc:sldChg>
      <pc:sldChg chg="modSp add mod">
        <pc:chgData name="Steven M Christey" userId="f24da668-4c1f-41c0-850e-113e2bdf78cf" providerId="ADAL" clId="{AEB1D6EE-8801-498C-A083-A25B7AE7E3A5}" dt="2025-07-18T15:39:40.960" v="3305" actId="6549"/>
        <pc:sldMkLst>
          <pc:docMk/>
          <pc:sldMk cId="3258265038" sldId="590"/>
        </pc:sldMkLst>
      </pc:sldChg>
      <pc:sldChg chg="modSp add mod">
        <pc:chgData name="Steven M Christey" userId="f24da668-4c1f-41c0-850e-113e2bdf78cf" providerId="ADAL" clId="{AEB1D6EE-8801-498C-A083-A25B7AE7E3A5}" dt="2025-07-18T14:42:41.049" v="1053" actId="20577"/>
        <pc:sldMkLst>
          <pc:docMk/>
          <pc:sldMk cId="4074219294" sldId="591"/>
        </pc:sldMkLst>
      </pc:sldChg>
      <pc:sldChg chg="modSp new mod">
        <pc:chgData name="Steven M Christey" userId="f24da668-4c1f-41c0-850e-113e2bdf78cf" providerId="ADAL" clId="{AEB1D6EE-8801-498C-A083-A25B7AE7E3A5}" dt="2025-07-18T14:37:59.583" v="552" actId="20577"/>
        <pc:sldMkLst>
          <pc:docMk/>
          <pc:sldMk cId="2965866587" sldId="592"/>
        </pc:sldMkLst>
      </pc:sldChg>
      <pc:sldChg chg="modSp add mod">
        <pc:chgData name="Steven M Christey" userId="f24da668-4c1f-41c0-850e-113e2bdf78cf" providerId="ADAL" clId="{AEB1D6EE-8801-498C-A083-A25B7AE7E3A5}" dt="2025-07-18T15:56:08.886" v="4256" actId="20577"/>
        <pc:sldMkLst>
          <pc:docMk/>
          <pc:sldMk cId="656038621" sldId="593"/>
        </pc:sldMkLst>
      </pc:sldChg>
    </pc:docChg>
  </pc:docChgLst>
  <pc:docChgLst>
    <pc:chgData name="Steven M Christey" userId="f24da668-4c1f-41c0-850e-113e2bdf78cf" providerId="ADAL" clId="{9CEC7566-FE38-4CD1-9FA4-E6E953CA2F18}"/>
    <pc:docChg chg="undo custSel addSld delSld modSld">
      <pc:chgData name="Steven M Christey" userId="f24da668-4c1f-41c0-850e-113e2bdf78cf" providerId="ADAL" clId="{9CEC7566-FE38-4CD1-9FA4-E6E953CA2F18}" dt="2025-09-12T15:54:50.818" v="2141" actId="20577"/>
      <pc:docMkLst>
        <pc:docMk/>
      </pc:docMkLst>
      <pc:sldChg chg="modSp mod">
        <pc:chgData name="Steven M Christey" userId="f24da668-4c1f-41c0-850e-113e2bdf78cf" providerId="ADAL" clId="{9CEC7566-FE38-4CD1-9FA4-E6E953CA2F18}" dt="2025-09-12T14:36:16.850" v="11" actId="20577"/>
        <pc:sldMkLst>
          <pc:docMk/>
          <pc:sldMk cId="1454278300" sldId="459"/>
        </pc:sldMkLst>
        <pc:spChg chg="mod">
          <ac:chgData name="Steven M Christey" userId="f24da668-4c1f-41c0-850e-113e2bdf78cf" providerId="ADAL" clId="{9CEC7566-FE38-4CD1-9FA4-E6E953CA2F18}" dt="2025-09-12T14:36:16.850" v="11" actId="20577"/>
          <ac:spMkLst>
            <pc:docMk/>
            <pc:sldMk cId="1454278300" sldId="459"/>
            <ac:spMk id="3" creationId="{0992DF88-AC24-0FBF-1177-62DD9110498B}"/>
          </ac:spMkLst>
        </pc:spChg>
      </pc:sldChg>
      <pc:sldChg chg="modSp mod">
        <pc:chgData name="Steven M Christey" userId="f24da668-4c1f-41c0-850e-113e2bdf78cf" providerId="ADAL" clId="{9CEC7566-FE38-4CD1-9FA4-E6E953CA2F18}" dt="2025-09-12T15:03:47.499" v="1725" actId="20577"/>
        <pc:sldMkLst>
          <pc:docMk/>
          <pc:sldMk cId="1259113184" sldId="475"/>
        </pc:sldMkLst>
        <pc:spChg chg="mod">
          <ac:chgData name="Steven M Christey" userId="f24da668-4c1f-41c0-850e-113e2bdf78cf" providerId="ADAL" clId="{9CEC7566-FE38-4CD1-9FA4-E6E953CA2F18}" dt="2025-09-12T15:03:47.499" v="1725" actId="20577"/>
          <ac:spMkLst>
            <pc:docMk/>
            <pc:sldMk cId="1259113184" sldId="475"/>
            <ac:spMk id="3" creationId="{32062DF9-CFF1-0BEE-15FF-59D403B018ED}"/>
          </ac:spMkLst>
        </pc:spChg>
      </pc:sldChg>
      <pc:sldChg chg="del">
        <pc:chgData name="Steven M Christey" userId="f24da668-4c1f-41c0-850e-113e2bdf78cf" providerId="ADAL" clId="{9CEC7566-FE38-4CD1-9FA4-E6E953CA2F18}" dt="2025-09-12T14:40:00.826" v="247" actId="2696"/>
        <pc:sldMkLst>
          <pc:docMk/>
          <pc:sldMk cId="712466533" sldId="488"/>
        </pc:sldMkLst>
      </pc:sldChg>
      <pc:sldChg chg="add">
        <pc:chgData name="Steven M Christey" userId="f24da668-4c1f-41c0-850e-113e2bdf78cf" providerId="ADAL" clId="{9CEC7566-FE38-4CD1-9FA4-E6E953CA2F18}" dt="2025-09-12T14:40:09.105" v="248"/>
        <pc:sldMkLst>
          <pc:docMk/>
          <pc:sldMk cId="2014152433" sldId="488"/>
        </pc:sldMkLst>
      </pc:sldChg>
      <pc:sldChg chg="add">
        <pc:chgData name="Steven M Christey" userId="f24da668-4c1f-41c0-850e-113e2bdf78cf" providerId="ADAL" clId="{9CEC7566-FE38-4CD1-9FA4-E6E953CA2F18}" dt="2025-09-12T14:40:09.105" v="248"/>
        <pc:sldMkLst>
          <pc:docMk/>
          <pc:sldMk cId="2192985751" sldId="493"/>
        </pc:sldMkLst>
      </pc:sldChg>
      <pc:sldChg chg="del">
        <pc:chgData name="Steven M Christey" userId="f24da668-4c1f-41c0-850e-113e2bdf78cf" providerId="ADAL" clId="{9CEC7566-FE38-4CD1-9FA4-E6E953CA2F18}" dt="2025-09-12T14:40:00.826" v="247" actId="2696"/>
        <pc:sldMkLst>
          <pc:docMk/>
          <pc:sldMk cId="2576501791" sldId="493"/>
        </pc:sldMkLst>
      </pc:sldChg>
      <pc:sldChg chg="del">
        <pc:chgData name="Steven M Christey" userId="f24da668-4c1f-41c0-850e-113e2bdf78cf" providerId="ADAL" clId="{9CEC7566-FE38-4CD1-9FA4-E6E953CA2F18}" dt="2025-09-12T14:40:00.826" v="247" actId="2696"/>
        <pc:sldMkLst>
          <pc:docMk/>
          <pc:sldMk cId="251328882" sldId="494"/>
        </pc:sldMkLst>
      </pc:sldChg>
      <pc:sldChg chg="add">
        <pc:chgData name="Steven M Christey" userId="f24da668-4c1f-41c0-850e-113e2bdf78cf" providerId="ADAL" clId="{9CEC7566-FE38-4CD1-9FA4-E6E953CA2F18}" dt="2025-09-12T14:40:09.105" v="248"/>
        <pc:sldMkLst>
          <pc:docMk/>
          <pc:sldMk cId="2091921391" sldId="494"/>
        </pc:sldMkLst>
      </pc:sldChg>
      <pc:sldChg chg="del">
        <pc:chgData name="Steven M Christey" userId="f24da668-4c1f-41c0-850e-113e2bdf78cf" providerId="ADAL" clId="{9CEC7566-FE38-4CD1-9FA4-E6E953CA2F18}" dt="2025-09-12T14:40:00.826" v="247" actId="2696"/>
        <pc:sldMkLst>
          <pc:docMk/>
          <pc:sldMk cId="625922019" sldId="495"/>
        </pc:sldMkLst>
      </pc:sldChg>
      <pc:sldChg chg="add">
        <pc:chgData name="Steven M Christey" userId="f24da668-4c1f-41c0-850e-113e2bdf78cf" providerId="ADAL" clId="{9CEC7566-FE38-4CD1-9FA4-E6E953CA2F18}" dt="2025-09-12T14:40:09.105" v="248"/>
        <pc:sldMkLst>
          <pc:docMk/>
          <pc:sldMk cId="1746193301" sldId="495"/>
        </pc:sldMkLst>
      </pc:sldChg>
      <pc:sldChg chg="del">
        <pc:chgData name="Steven M Christey" userId="f24da668-4c1f-41c0-850e-113e2bdf78cf" providerId="ADAL" clId="{9CEC7566-FE38-4CD1-9FA4-E6E953CA2F18}" dt="2025-09-12T14:40:00.826" v="247" actId="2696"/>
        <pc:sldMkLst>
          <pc:docMk/>
          <pc:sldMk cId="2206607210" sldId="496"/>
        </pc:sldMkLst>
      </pc:sldChg>
      <pc:sldChg chg="add">
        <pc:chgData name="Steven M Christey" userId="f24da668-4c1f-41c0-850e-113e2bdf78cf" providerId="ADAL" clId="{9CEC7566-FE38-4CD1-9FA4-E6E953CA2F18}" dt="2025-09-12T14:40:09.105" v="248"/>
        <pc:sldMkLst>
          <pc:docMk/>
          <pc:sldMk cId="4163045049" sldId="496"/>
        </pc:sldMkLst>
      </pc:sldChg>
      <pc:sldChg chg="add">
        <pc:chgData name="Steven M Christey" userId="f24da668-4c1f-41c0-850e-113e2bdf78cf" providerId="ADAL" clId="{9CEC7566-FE38-4CD1-9FA4-E6E953CA2F18}" dt="2025-09-12T14:40:09.105" v="248"/>
        <pc:sldMkLst>
          <pc:docMk/>
          <pc:sldMk cId="2437701710" sldId="497"/>
        </pc:sldMkLst>
      </pc:sldChg>
      <pc:sldChg chg="del">
        <pc:chgData name="Steven M Christey" userId="f24da668-4c1f-41c0-850e-113e2bdf78cf" providerId="ADAL" clId="{9CEC7566-FE38-4CD1-9FA4-E6E953CA2F18}" dt="2025-09-12T14:40:00.826" v="247" actId="2696"/>
        <pc:sldMkLst>
          <pc:docMk/>
          <pc:sldMk cId="3791636204" sldId="497"/>
        </pc:sldMkLst>
      </pc:sldChg>
      <pc:sldChg chg="add">
        <pc:chgData name="Steven M Christey" userId="f24da668-4c1f-41c0-850e-113e2bdf78cf" providerId="ADAL" clId="{9CEC7566-FE38-4CD1-9FA4-E6E953CA2F18}" dt="2025-09-12T14:40:09.105" v="248"/>
        <pc:sldMkLst>
          <pc:docMk/>
          <pc:sldMk cId="2102883440" sldId="501"/>
        </pc:sldMkLst>
      </pc:sldChg>
      <pc:sldChg chg="del">
        <pc:chgData name="Steven M Christey" userId="f24da668-4c1f-41c0-850e-113e2bdf78cf" providerId="ADAL" clId="{9CEC7566-FE38-4CD1-9FA4-E6E953CA2F18}" dt="2025-09-12T14:40:00.826" v="247" actId="2696"/>
        <pc:sldMkLst>
          <pc:docMk/>
          <pc:sldMk cId="2746674832" sldId="501"/>
        </pc:sldMkLst>
      </pc:sldChg>
      <pc:sldChg chg="del">
        <pc:chgData name="Steven M Christey" userId="f24da668-4c1f-41c0-850e-113e2bdf78cf" providerId="ADAL" clId="{9CEC7566-FE38-4CD1-9FA4-E6E953CA2F18}" dt="2025-09-12T14:40:00.826" v="247" actId="2696"/>
        <pc:sldMkLst>
          <pc:docMk/>
          <pc:sldMk cId="1027931571" sldId="502"/>
        </pc:sldMkLst>
      </pc:sldChg>
      <pc:sldChg chg="add">
        <pc:chgData name="Steven M Christey" userId="f24da668-4c1f-41c0-850e-113e2bdf78cf" providerId="ADAL" clId="{9CEC7566-FE38-4CD1-9FA4-E6E953CA2F18}" dt="2025-09-12T14:40:09.105" v="248"/>
        <pc:sldMkLst>
          <pc:docMk/>
          <pc:sldMk cId="2897182333" sldId="502"/>
        </pc:sldMkLst>
      </pc:sldChg>
      <pc:sldChg chg="del">
        <pc:chgData name="Steven M Christey" userId="f24da668-4c1f-41c0-850e-113e2bdf78cf" providerId="ADAL" clId="{9CEC7566-FE38-4CD1-9FA4-E6E953CA2F18}" dt="2025-09-12T14:40:00.826" v="247" actId="2696"/>
        <pc:sldMkLst>
          <pc:docMk/>
          <pc:sldMk cId="775243355" sldId="503"/>
        </pc:sldMkLst>
      </pc:sldChg>
      <pc:sldChg chg="add">
        <pc:chgData name="Steven M Christey" userId="f24da668-4c1f-41c0-850e-113e2bdf78cf" providerId="ADAL" clId="{9CEC7566-FE38-4CD1-9FA4-E6E953CA2F18}" dt="2025-09-12T14:40:09.105" v="248"/>
        <pc:sldMkLst>
          <pc:docMk/>
          <pc:sldMk cId="4059783316" sldId="503"/>
        </pc:sldMkLst>
      </pc:sldChg>
      <pc:sldChg chg="del">
        <pc:chgData name="Steven M Christey" userId="f24da668-4c1f-41c0-850e-113e2bdf78cf" providerId="ADAL" clId="{9CEC7566-FE38-4CD1-9FA4-E6E953CA2F18}" dt="2025-09-12T14:40:00.826" v="247" actId="2696"/>
        <pc:sldMkLst>
          <pc:docMk/>
          <pc:sldMk cId="1394811699" sldId="504"/>
        </pc:sldMkLst>
      </pc:sldChg>
      <pc:sldChg chg="add">
        <pc:chgData name="Steven M Christey" userId="f24da668-4c1f-41c0-850e-113e2bdf78cf" providerId="ADAL" clId="{9CEC7566-FE38-4CD1-9FA4-E6E953CA2F18}" dt="2025-09-12T14:40:09.105" v="248"/>
        <pc:sldMkLst>
          <pc:docMk/>
          <pc:sldMk cId="3708401930" sldId="504"/>
        </pc:sldMkLst>
      </pc:sldChg>
      <pc:sldChg chg="add">
        <pc:chgData name="Steven M Christey" userId="f24da668-4c1f-41c0-850e-113e2bdf78cf" providerId="ADAL" clId="{9CEC7566-FE38-4CD1-9FA4-E6E953CA2F18}" dt="2025-09-12T14:40:09.105" v="248"/>
        <pc:sldMkLst>
          <pc:docMk/>
          <pc:sldMk cId="2984651380" sldId="505"/>
        </pc:sldMkLst>
      </pc:sldChg>
      <pc:sldChg chg="del">
        <pc:chgData name="Steven M Christey" userId="f24da668-4c1f-41c0-850e-113e2bdf78cf" providerId="ADAL" clId="{9CEC7566-FE38-4CD1-9FA4-E6E953CA2F18}" dt="2025-09-12T14:40:00.826" v="247" actId="2696"/>
        <pc:sldMkLst>
          <pc:docMk/>
          <pc:sldMk cId="4160156297" sldId="505"/>
        </pc:sldMkLst>
      </pc:sldChg>
      <pc:sldChg chg="modSp mod">
        <pc:chgData name="Steven M Christey" userId="f24da668-4c1f-41c0-850e-113e2bdf78cf" providerId="ADAL" clId="{9CEC7566-FE38-4CD1-9FA4-E6E953CA2F18}" dt="2025-09-12T15:08:14.722" v="1959" actId="20577"/>
        <pc:sldMkLst>
          <pc:docMk/>
          <pc:sldMk cId="915149386" sldId="514"/>
        </pc:sldMkLst>
        <pc:spChg chg="mod">
          <ac:chgData name="Steven M Christey" userId="f24da668-4c1f-41c0-850e-113e2bdf78cf" providerId="ADAL" clId="{9CEC7566-FE38-4CD1-9FA4-E6E953CA2F18}" dt="2025-09-12T15:08:14.722" v="1959" actId="20577"/>
          <ac:spMkLst>
            <pc:docMk/>
            <pc:sldMk cId="915149386" sldId="514"/>
            <ac:spMk id="3" creationId="{D4348C02-DFCE-A2E4-D523-D69A254A7D49}"/>
          </ac:spMkLst>
        </pc:spChg>
      </pc:sldChg>
      <pc:sldChg chg="modSp mod">
        <pc:chgData name="Steven M Christey" userId="f24da668-4c1f-41c0-850e-113e2bdf78cf" providerId="ADAL" clId="{9CEC7566-FE38-4CD1-9FA4-E6E953CA2F18}" dt="2025-09-12T15:07:57.529" v="1955" actId="20577"/>
        <pc:sldMkLst>
          <pc:docMk/>
          <pc:sldMk cId="150708501" sldId="533"/>
        </pc:sldMkLst>
        <pc:spChg chg="mod">
          <ac:chgData name="Steven M Christey" userId="f24da668-4c1f-41c0-850e-113e2bdf78cf" providerId="ADAL" clId="{9CEC7566-FE38-4CD1-9FA4-E6E953CA2F18}" dt="2025-09-12T15:07:57.529" v="1955" actId="20577"/>
          <ac:spMkLst>
            <pc:docMk/>
            <pc:sldMk cId="150708501" sldId="533"/>
            <ac:spMk id="5" creationId="{F150325F-23B4-2959-C512-1363416E3D5B}"/>
          </ac:spMkLst>
        </pc:spChg>
      </pc:sldChg>
      <pc:sldChg chg="modSp mod">
        <pc:chgData name="Steven M Christey" userId="f24da668-4c1f-41c0-850e-113e2bdf78cf" providerId="ADAL" clId="{9CEC7566-FE38-4CD1-9FA4-E6E953CA2F18}" dt="2025-09-12T14:45:36.414" v="501"/>
        <pc:sldMkLst>
          <pc:docMk/>
          <pc:sldMk cId="2266223281" sldId="539"/>
        </pc:sldMkLst>
        <pc:spChg chg="mod">
          <ac:chgData name="Steven M Christey" userId="f24da668-4c1f-41c0-850e-113e2bdf78cf" providerId="ADAL" clId="{9CEC7566-FE38-4CD1-9FA4-E6E953CA2F18}" dt="2025-09-12T14:45:36.414" v="501"/>
          <ac:spMkLst>
            <pc:docMk/>
            <pc:sldMk cId="2266223281" sldId="539"/>
            <ac:spMk id="3" creationId="{9915B450-3AB3-4605-EAE8-C84785DE6064}"/>
          </ac:spMkLst>
        </pc:spChg>
      </pc:sldChg>
      <pc:sldChg chg="modSp mod">
        <pc:chgData name="Steven M Christey" userId="f24da668-4c1f-41c0-850e-113e2bdf78cf" providerId="ADAL" clId="{9CEC7566-FE38-4CD1-9FA4-E6E953CA2F18}" dt="2025-09-12T15:00:08.426" v="1709" actId="20577"/>
        <pc:sldMkLst>
          <pc:docMk/>
          <pc:sldMk cId="373026186" sldId="543"/>
        </pc:sldMkLst>
        <pc:spChg chg="mod">
          <ac:chgData name="Steven M Christey" userId="f24da668-4c1f-41c0-850e-113e2bdf78cf" providerId="ADAL" clId="{9CEC7566-FE38-4CD1-9FA4-E6E953CA2F18}" dt="2025-09-12T15:00:08.426" v="1709" actId="20577"/>
          <ac:spMkLst>
            <pc:docMk/>
            <pc:sldMk cId="373026186" sldId="543"/>
            <ac:spMk id="3" creationId="{4AAD0163-4D5C-07F0-AD94-0E567808EB5B}"/>
          </ac:spMkLst>
        </pc:spChg>
      </pc:sldChg>
      <pc:sldChg chg="modSp mod">
        <pc:chgData name="Steven M Christey" userId="f24da668-4c1f-41c0-850e-113e2bdf78cf" providerId="ADAL" clId="{9CEC7566-FE38-4CD1-9FA4-E6E953CA2F18}" dt="2025-09-12T14:41:47.448" v="358" actId="20577"/>
        <pc:sldMkLst>
          <pc:docMk/>
          <pc:sldMk cId="853201468" sldId="547"/>
        </pc:sldMkLst>
        <pc:spChg chg="mod">
          <ac:chgData name="Steven M Christey" userId="f24da668-4c1f-41c0-850e-113e2bdf78cf" providerId="ADAL" clId="{9CEC7566-FE38-4CD1-9FA4-E6E953CA2F18}" dt="2025-09-12T14:41:47.448" v="358" actId="20577"/>
          <ac:spMkLst>
            <pc:docMk/>
            <pc:sldMk cId="853201468" sldId="547"/>
            <ac:spMk id="2" creationId="{40F73B08-2967-AAF3-53F0-447CEF4E99B5}"/>
          </ac:spMkLst>
        </pc:spChg>
      </pc:sldChg>
      <pc:sldChg chg="add">
        <pc:chgData name="Steven M Christey" userId="f24da668-4c1f-41c0-850e-113e2bdf78cf" providerId="ADAL" clId="{9CEC7566-FE38-4CD1-9FA4-E6E953CA2F18}" dt="2025-09-12T14:40:09.105" v="248"/>
        <pc:sldMkLst>
          <pc:docMk/>
          <pc:sldMk cId="645936177" sldId="552"/>
        </pc:sldMkLst>
      </pc:sldChg>
      <pc:sldChg chg="del">
        <pc:chgData name="Steven M Christey" userId="f24da668-4c1f-41c0-850e-113e2bdf78cf" providerId="ADAL" clId="{9CEC7566-FE38-4CD1-9FA4-E6E953CA2F18}" dt="2025-09-12T14:40:00.826" v="247" actId="2696"/>
        <pc:sldMkLst>
          <pc:docMk/>
          <pc:sldMk cId="1946407008" sldId="552"/>
        </pc:sldMkLst>
      </pc:sldChg>
      <pc:sldChg chg="del">
        <pc:chgData name="Steven M Christey" userId="f24da668-4c1f-41c0-850e-113e2bdf78cf" providerId="ADAL" clId="{9CEC7566-FE38-4CD1-9FA4-E6E953CA2F18}" dt="2025-09-12T14:40:00.826" v="247" actId="2696"/>
        <pc:sldMkLst>
          <pc:docMk/>
          <pc:sldMk cId="1378741067" sldId="560"/>
        </pc:sldMkLst>
      </pc:sldChg>
      <pc:sldChg chg="add">
        <pc:chgData name="Steven M Christey" userId="f24da668-4c1f-41c0-850e-113e2bdf78cf" providerId="ADAL" clId="{9CEC7566-FE38-4CD1-9FA4-E6E953CA2F18}" dt="2025-09-12T14:40:09.105" v="248"/>
        <pc:sldMkLst>
          <pc:docMk/>
          <pc:sldMk cId="1641807260" sldId="560"/>
        </pc:sldMkLst>
      </pc:sldChg>
      <pc:sldChg chg="del">
        <pc:chgData name="Steven M Christey" userId="f24da668-4c1f-41c0-850e-113e2bdf78cf" providerId="ADAL" clId="{9CEC7566-FE38-4CD1-9FA4-E6E953CA2F18}" dt="2025-09-12T14:40:00.826" v="247" actId="2696"/>
        <pc:sldMkLst>
          <pc:docMk/>
          <pc:sldMk cId="1418569140" sldId="575"/>
        </pc:sldMkLst>
      </pc:sldChg>
      <pc:sldChg chg="add">
        <pc:chgData name="Steven M Christey" userId="f24da668-4c1f-41c0-850e-113e2bdf78cf" providerId="ADAL" clId="{9CEC7566-FE38-4CD1-9FA4-E6E953CA2F18}" dt="2025-09-12T14:40:09.105" v="248"/>
        <pc:sldMkLst>
          <pc:docMk/>
          <pc:sldMk cId="3498970029" sldId="575"/>
        </pc:sldMkLst>
      </pc:sldChg>
      <pc:sldChg chg="add">
        <pc:chgData name="Steven M Christey" userId="f24da668-4c1f-41c0-850e-113e2bdf78cf" providerId="ADAL" clId="{9CEC7566-FE38-4CD1-9FA4-E6E953CA2F18}" dt="2025-09-12T14:40:09.105" v="248"/>
        <pc:sldMkLst>
          <pc:docMk/>
          <pc:sldMk cId="1477218667" sldId="576"/>
        </pc:sldMkLst>
      </pc:sldChg>
      <pc:sldChg chg="del">
        <pc:chgData name="Steven M Christey" userId="f24da668-4c1f-41c0-850e-113e2bdf78cf" providerId="ADAL" clId="{9CEC7566-FE38-4CD1-9FA4-E6E953CA2F18}" dt="2025-09-12T14:40:00.826" v="247" actId="2696"/>
        <pc:sldMkLst>
          <pc:docMk/>
          <pc:sldMk cId="3655762862" sldId="576"/>
        </pc:sldMkLst>
      </pc:sldChg>
      <pc:sldChg chg="del">
        <pc:chgData name="Steven M Christey" userId="f24da668-4c1f-41c0-850e-113e2bdf78cf" providerId="ADAL" clId="{9CEC7566-FE38-4CD1-9FA4-E6E953CA2F18}" dt="2025-09-12T14:40:00.826" v="247" actId="2696"/>
        <pc:sldMkLst>
          <pc:docMk/>
          <pc:sldMk cId="189528037" sldId="583"/>
        </pc:sldMkLst>
      </pc:sldChg>
      <pc:sldChg chg="add">
        <pc:chgData name="Steven M Christey" userId="f24da668-4c1f-41c0-850e-113e2bdf78cf" providerId="ADAL" clId="{9CEC7566-FE38-4CD1-9FA4-E6E953CA2F18}" dt="2025-09-12T14:40:09.105" v="248"/>
        <pc:sldMkLst>
          <pc:docMk/>
          <pc:sldMk cId="1222190396" sldId="583"/>
        </pc:sldMkLst>
      </pc:sldChg>
      <pc:sldChg chg="add">
        <pc:chgData name="Steven M Christey" userId="f24da668-4c1f-41c0-850e-113e2bdf78cf" providerId="ADAL" clId="{9CEC7566-FE38-4CD1-9FA4-E6E953CA2F18}" dt="2025-09-12T14:40:09.105" v="248"/>
        <pc:sldMkLst>
          <pc:docMk/>
          <pc:sldMk cId="1148006286" sldId="585"/>
        </pc:sldMkLst>
      </pc:sldChg>
      <pc:sldChg chg="del">
        <pc:chgData name="Steven M Christey" userId="f24da668-4c1f-41c0-850e-113e2bdf78cf" providerId="ADAL" clId="{9CEC7566-FE38-4CD1-9FA4-E6E953CA2F18}" dt="2025-09-12T14:40:00.826" v="247" actId="2696"/>
        <pc:sldMkLst>
          <pc:docMk/>
          <pc:sldMk cId="1570532610" sldId="585"/>
        </pc:sldMkLst>
      </pc:sldChg>
      <pc:sldChg chg="add">
        <pc:chgData name="Steven M Christey" userId="f24da668-4c1f-41c0-850e-113e2bdf78cf" providerId="ADAL" clId="{9CEC7566-FE38-4CD1-9FA4-E6E953CA2F18}" dt="2025-09-12T14:40:09.105" v="248"/>
        <pc:sldMkLst>
          <pc:docMk/>
          <pc:sldMk cId="1167105080" sldId="586"/>
        </pc:sldMkLst>
      </pc:sldChg>
      <pc:sldChg chg="del">
        <pc:chgData name="Steven M Christey" userId="f24da668-4c1f-41c0-850e-113e2bdf78cf" providerId="ADAL" clId="{9CEC7566-FE38-4CD1-9FA4-E6E953CA2F18}" dt="2025-09-12T14:40:00.826" v="247" actId="2696"/>
        <pc:sldMkLst>
          <pc:docMk/>
          <pc:sldMk cId="1440328160" sldId="586"/>
        </pc:sldMkLst>
      </pc:sldChg>
      <pc:sldChg chg="add">
        <pc:chgData name="Steven M Christey" userId="f24da668-4c1f-41c0-850e-113e2bdf78cf" providerId="ADAL" clId="{9CEC7566-FE38-4CD1-9FA4-E6E953CA2F18}" dt="2025-09-12T14:40:09.105" v="248"/>
        <pc:sldMkLst>
          <pc:docMk/>
          <pc:sldMk cId="1099874395" sldId="587"/>
        </pc:sldMkLst>
      </pc:sldChg>
      <pc:sldChg chg="del">
        <pc:chgData name="Steven M Christey" userId="f24da668-4c1f-41c0-850e-113e2bdf78cf" providerId="ADAL" clId="{9CEC7566-FE38-4CD1-9FA4-E6E953CA2F18}" dt="2025-09-12T14:40:00.826" v="247" actId="2696"/>
        <pc:sldMkLst>
          <pc:docMk/>
          <pc:sldMk cId="3428824971" sldId="587"/>
        </pc:sldMkLst>
      </pc:sldChg>
      <pc:sldChg chg="del">
        <pc:chgData name="Steven M Christey" userId="f24da668-4c1f-41c0-850e-113e2bdf78cf" providerId="ADAL" clId="{9CEC7566-FE38-4CD1-9FA4-E6E953CA2F18}" dt="2025-09-12T14:40:00.826" v="247" actId="2696"/>
        <pc:sldMkLst>
          <pc:docMk/>
          <pc:sldMk cId="2203204905" sldId="588"/>
        </pc:sldMkLst>
      </pc:sldChg>
      <pc:sldChg chg="add">
        <pc:chgData name="Steven M Christey" userId="f24da668-4c1f-41c0-850e-113e2bdf78cf" providerId="ADAL" clId="{9CEC7566-FE38-4CD1-9FA4-E6E953CA2F18}" dt="2025-09-12T14:40:09.105" v="248"/>
        <pc:sldMkLst>
          <pc:docMk/>
          <pc:sldMk cId="2929312174" sldId="588"/>
        </pc:sldMkLst>
      </pc:sldChg>
      <pc:sldChg chg="del">
        <pc:chgData name="Steven M Christey" userId="f24da668-4c1f-41c0-850e-113e2bdf78cf" providerId="ADAL" clId="{9CEC7566-FE38-4CD1-9FA4-E6E953CA2F18}" dt="2025-09-12T14:40:00.826" v="247" actId="2696"/>
        <pc:sldMkLst>
          <pc:docMk/>
          <pc:sldMk cId="84884298" sldId="589"/>
        </pc:sldMkLst>
      </pc:sldChg>
      <pc:sldChg chg="add">
        <pc:chgData name="Steven M Christey" userId="f24da668-4c1f-41c0-850e-113e2bdf78cf" providerId="ADAL" clId="{9CEC7566-FE38-4CD1-9FA4-E6E953CA2F18}" dt="2025-09-12T14:40:09.105" v="248"/>
        <pc:sldMkLst>
          <pc:docMk/>
          <pc:sldMk cId="3417000376" sldId="589"/>
        </pc:sldMkLst>
      </pc:sldChg>
      <pc:sldChg chg="add">
        <pc:chgData name="Steven M Christey" userId="f24da668-4c1f-41c0-850e-113e2bdf78cf" providerId="ADAL" clId="{9CEC7566-FE38-4CD1-9FA4-E6E953CA2F18}" dt="2025-09-12T14:40:09.105" v="248"/>
        <pc:sldMkLst>
          <pc:docMk/>
          <pc:sldMk cId="2205109428" sldId="590"/>
        </pc:sldMkLst>
      </pc:sldChg>
      <pc:sldChg chg="del">
        <pc:chgData name="Steven M Christey" userId="f24da668-4c1f-41c0-850e-113e2bdf78cf" providerId="ADAL" clId="{9CEC7566-FE38-4CD1-9FA4-E6E953CA2F18}" dt="2025-09-12T14:40:00.826" v="247" actId="2696"/>
        <pc:sldMkLst>
          <pc:docMk/>
          <pc:sldMk cId="3258265038" sldId="590"/>
        </pc:sldMkLst>
      </pc:sldChg>
      <pc:sldChg chg="add">
        <pc:chgData name="Steven M Christey" userId="f24da668-4c1f-41c0-850e-113e2bdf78cf" providerId="ADAL" clId="{9CEC7566-FE38-4CD1-9FA4-E6E953CA2F18}" dt="2025-09-12T14:40:09.105" v="248"/>
        <pc:sldMkLst>
          <pc:docMk/>
          <pc:sldMk cId="57588450" sldId="591"/>
        </pc:sldMkLst>
      </pc:sldChg>
      <pc:sldChg chg="del">
        <pc:chgData name="Steven M Christey" userId="f24da668-4c1f-41c0-850e-113e2bdf78cf" providerId="ADAL" clId="{9CEC7566-FE38-4CD1-9FA4-E6E953CA2F18}" dt="2025-09-12T14:40:00.826" v="247" actId="2696"/>
        <pc:sldMkLst>
          <pc:docMk/>
          <pc:sldMk cId="4074219294" sldId="591"/>
        </pc:sldMkLst>
      </pc:sldChg>
      <pc:sldChg chg="del">
        <pc:chgData name="Steven M Christey" userId="f24da668-4c1f-41c0-850e-113e2bdf78cf" providerId="ADAL" clId="{9CEC7566-FE38-4CD1-9FA4-E6E953CA2F18}" dt="2025-09-12T14:40:00.826" v="247" actId="2696"/>
        <pc:sldMkLst>
          <pc:docMk/>
          <pc:sldMk cId="656038621" sldId="593"/>
        </pc:sldMkLst>
      </pc:sldChg>
      <pc:sldChg chg="add">
        <pc:chgData name="Steven M Christey" userId="f24da668-4c1f-41c0-850e-113e2bdf78cf" providerId="ADAL" clId="{9CEC7566-FE38-4CD1-9FA4-E6E953CA2F18}" dt="2025-09-12T14:40:09.105" v="248"/>
        <pc:sldMkLst>
          <pc:docMk/>
          <pc:sldMk cId="2454665117" sldId="593"/>
        </pc:sldMkLst>
      </pc:sldChg>
      <pc:sldChg chg="del">
        <pc:chgData name="Steven M Christey" userId="f24da668-4c1f-41c0-850e-113e2bdf78cf" providerId="ADAL" clId="{9CEC7566-FE38-4CD1-9FA4-E6E953CA2F18}" dt="2025-09-12T14:40:00.826" v="247" actId="2696"/>
        <pc:sldMkLst>
          <pc:docMk/>
          <pc:sldMk cId="1280874337" sldId="594"/>
        </pc:sldMkLst>
      </pc:sldChg>
      <pc:sldChg chg="add">
        <pc:chgData name="Steven M Christey" userId="f24da668-4c1f-41c0-850e-113e2bdf78cf" providerId="ADAL" clId="{9CEC7566-FE38-4CD1-9FA4-E6E953CA2F18}" dt="2025-09-12T14:40:09.105" v="248"/>
        <pc:sldMkLst>
          <pc:docMk/>
          <pc:sldMk cId="2414035460" sldId="594"/>
        </pc:sldMkLst>
      </pc:sldChg>
      <pc:sldChg chg="del">
        <pc:chgData name="Steven M Christey" userId="f24da668-4c1f-41c0-850e-113e2bdf78cf" providerId="ADAL" clId="{9CEC7566-FE38-4CD1-9FA4-E6E953CA2F18}" dt="2025-09-12T14:40:00.826" v="247" actId="2696"/>
        <pc:sldMkLst>
          <pc:docMk/>
          <pc:sldMk cId="507329500" sldId="595"/>
        </pc:sldMkLst>
      </pc:sldChg>
      <pc:sldChg chg="add">
        <pc:chgData name="Steven M Christey" userId="f24da668-4c1f-41c0-850e-113e2bdf78cf" providerId="ADAL" clId="{9CEC7566-FE38-4CD1-9FA4-E6E953CA2F18}" dt="2025-09-12T14:40:09.105" v="248"/>
        <pc:sldMkLst>
          <pc:docMk/>
          <pc:sldMk cId="3414056382" sldId="595"/>
        </pc:sldMkLst>
      </pc:sldChg>
      <pc:sldChg chg="modSp new mod">
        <pc:chgData name="Steven M Christey" userId="f24da668-4c1f-41c0-850e-113e2bdf78cf" providerId="ADAL" clId="{9CEC7566-FE38-4CD1-9FA4-E6E953CA2F18}" dt="2025-09-12T15:08:33.452" v="1983" actId="20577"/>
        <pc:sldMkLst>
          <pc:docMk/>
          <pc:sldMk cId="428931698" sldId="596"/>
        </pc:sldMkLst>
        <pc:spChg chg="mod">
          <ac:chgData name="Steven M Christey" userId="f24da668-4c1f-41c0-850e-113e2bdf78cf" providerId="ADAL" clId="{9CEC7566-FE38-4CD1-9FA4-E6E953CA2F18}" dt="2025-09-12T14:37:00.284" v="61" actId="20577"/>
          <ac:spMkLst>
            <pc:docMk/>
            <pc:sldMk cId="428931698" sldId="596"/>
            <ac:spMk id="2" creationId="{AA8C1E67-6D5C-2384-C9DC-009F5255503E}"/>
          </ac:spMkLst>
        </pc:spChg>
        <pc:spChg chg="mod">
          <ac:chgData name="Steven M Christey" userId="f24da668-4c1f-41c0-850e-113e2bdf78cf" providerId="ADAL" clId="{9CEC7566-FE38-4CD1-9FA4-E6E953CA2F18}" dt="2025-09-12T15:08:33.452" v="1983" actId="20577"/>
          <ac:spMkLst>
            <pc:docMk/>
            <pc:sldMk cId="428931698" sldId="596"/>
            <ac:spMk id="3" creationId="{E50530C7-06BB-A237-C82F-312CBBC46751}"/>
          </ac:spMkLst>
        </pc:spChg>
      </pc:sldChg>
      <pc:sldChg chg="add">
        <pc:chgData name="Steven M Christey" userId="f24da668-4c1f-41c0-850e-113e2bdf78cf" providerId="ADAL" clId="{9CEC7566-FE38-4CD1-9FA4-E6E953CA2F18}" dt="2025-09-12T14:41:30.665" v="301"/>
        <pc:sldMkLst>
          <pc:docMk/>
          <pc:sldMk cId="411241409" sldId="597"/>
        </pc:sldMkLst>
      </pc:sldChg>
      <pc:sldChg chg="modSp new mod">
        <pc:chgData name="Steven M Christey" userId="f24da668-4c1f-41c0-850e-113e2bdf78cf" providerId="ADAL" clId="{9CEC7566-FE38-4CD1-9FA4-E6E953CA2F18}" dt="2025-09-12T15:40:29.100" v="2118" actId="6549"/>
        <pc:sldMkLst>
          <pc:docMk/>
          <pc:sldMk cId="73265659" sldId="598"/>
        </pc:sldMkLst>
        <pc:spChg chg="mod">
          <ac:chgData name="Steven M Christey" userId="f24da668-4c1f-41c0-850e-113e2bdf78cf" providerId="ADAL" clId="{9CEC7566-FE38-4CD1-9FA4-E6E953CA2F18}" dt="2025-09-12T14:42:16.533" v="434" actId="6549"/>
          <ac:spMkLst>
            <pc:docMk/>
            <pc:sldMk cId="73265659" sldId="598"/>
            <ac:spMk id="2" creationId="{A79B8D90-AE1E-61E6-A8AE-966211EB5CB3}"/>
          </ac:spMkLst>
        </pc:spChg>
        <pc:spChg chg="mod">
          <ac:chgData name="Steven M Christey" userId="f24da668-4c1f-41c0-850e-113e2bdf78cf" providerId="ADAL" clId="{9CEC7566-FE38-4CD1-9FA4-E6E953CA2F18}" dt="2025-09-12T15:40:29.100" v="2118" actId="6549"/>
          <ac:spMkLst>
            <pc:docMk/>
            <pc:sldMk cId="73265659" sldId="598"/>
            <ac:spMk id="3" creationId="{C8B3929B-252C-092D-7EEE-6EDA7076798B}"/>
          </ac:spMkLst>
        </pc:spChg>
      </pc:sldChg>
      <pc:sldChg chg="modSp new mod">
        <pc:chgData name="Steven M Christey" userId="f24da668-4c1f-41c0-850e-113e2bdf78cf" providerId="ADAL" clId="{9CEC7566-FE38-4CD1-9FA4-E6E953CA2F18}" dt="2025-09-12T14:50:16.160" v="773" actId="21"/>
        <pc:sldMkLst>
          <pc:docMk/>
          <pc:sldMk cId="1680666144" sldId="599"/>
        </pc:sldMkLst>
        <pc:spChg chg="mod">
          <ac:chgData name="Steven M Christey" userId="f24da668-4c1f-41c0-850e-113e2bdf78cf" providerId="ADAL" clId="{9CEC7566-FE38-4CD1-9FA4-E6E953CA2F18}" dt="2025-09-12T14:46:52.527" v="526" actId="20577"/>
          <ac:spMkLst>
            <pc:docMk/>
            <pc:sldMk cId="1680666144" sldId="599"/>
            <ac:spMk id="2" creationId="{6B2D1101-7C9F-7495-D56C-1D51522ED7A5}"/>
          </ac:spMkLst>
        </pc:spChg>
        <pc:spChg chg="mod">
          <ac:chgData name="Steven M Christey" userId="f24da668-4c1f-41c0-850e-113e2bdf78cf" providerId="ADAL" clId="{9CEC7566-FE38-4CD1-9FA4-E6E953CA2F18}" dt="2025-09-12T14:50:16.160" v="773" actId="21"/>
          <ac:spMkLst>
            <pc:docMk/>
            <pc:sldMk cId="1680666144" sldId="599"/>
            <ac:spMk id="3" creationId="{DB6A4387-1FE7-CE01-5DE8-DF9417BCDCEC}"/>
          </ac:spMkLst>
        </pc:spChg>
      </pc:sldChg>
      <pc:sldChg chg="modSp add mod">
        <pc:chgData name="Steven M Christey" userId="f24da668-4c1f-41c0-850e-113e2bdf78cf" providerId="ADAL" clId="{9CEC7566-FE38-4CD1-9FA4-E6E953CA2F18}" dt="2025-09-12T15:54:50.818" v="2141" actId="20577"/>
        <pc:sldMkLst>
          <pc:docMk/>
          <pc:sldMk cId="2248564156" sldId="600"/>
        </pc:sldMkLst>
        <pc:spChg chg="mod">
          <ac:chgData name="Steven M Christey" userId="f24da668-4c1f-41c0-850e-113e2bdf78cf" providerId="ADAL" clId="{9CEC7566-FE38-4CD1-9FA4-E6E953CA2F18}" dt="2025-09-12T14:50:26.551" v="779" actId="20577"/>
          <ac:spMkLst>
            <pc:docMk/>
            <pc:sldMk cId="2248564156" sldId="600"/>
            <ac:spMk id="2" creationId="{3BCD3F36-B417-99B5-0904-35E78CF612D3}"/>
          </ac:spMkLst>
        </pc:spChg>
        <pc:spChg chg="mod">
          <ac:chgData name="Steven M Christey" userId="f24da668-4c1f-41c0-850e-113e2bdf78cf" providerId="ADAL" clId="{9CEC7566-FE38-4CD1-9FA4-E6E953CA2F18}" dt="2025-09-12T15:54:50.818" v="2141" actId="20577"/>
          <ac:spMkLst>
            <pc:docMk/>
            <pc:sldMk cId="2248564156" sldId="600"/>
            <ac:spMk id="3" creationId="{EF251B09-2795-CDF8-DEFA-98E8D21B04C0}"/>
          </ac:spMkLst>
        </pc:spChg>
      </pc:sldChg>
      <pc:sldChg chg="new">
        <pc:chgData name="Steven M Christey" userId="f24da668-4c1f-41c0-850e-113e2bdf78cf" providerId="ADAL" clId="{9CEC7566-FE38-4CD1-9FA4-E6E953CA2F18}" dt="2025-09-12T14:53:10.990" v="957" actId="680"/>
        <pc:sldMkLst>
          <pc:docMk/>
          <pc:sldMk cId="1875688239" sldId="601"/>
        </pc:sldMkLst>
      </pc:sldChg>
      <pc:sldChg chg="modSp new mod">
        <pc:chgData name="Steven M Christey" userId="f24da668-4c1f-41c0-850e-113e2bdf78cf" providerId="ADAL" clId="{9CEC7566-FE38-4CD1-9FA4-E6E953CA2F18}" dt="2025-09-12T14:55:31.122" v="1041" actId="404"/>
        <pc:sldMkLst>
          <pc:docMk/>
          <pc:sldMk cId="702320256" sldId="602"/>
        </pc:sldMkLst>
        <pc:spChg chg="mod">
          <ac:chgData name="Steven M Christey" userId="f24da668-4c1f-41c0-850e-113e2bdf78cf" providerId="ADAL" clId="{9CEC7566-FE38-4CD1-9FA4-E6E953CA2F18}" dt="2025-09-12T14:53:58.457" v="969" actId="20577"/>
          <ac:spMkLst>
            <pc:docMk/>
            <pc:sldMk cId="702320256" sldId="602"/>
            <ac:spMk id="2" creationId="{9CFCF172-E2A3-6D2F-4294-C5E37951695E}"/>
          </ac:spMkLst>
        </pc:spChg>
        <pc:spChg chg="mod">
          <ac:chgData name="Steven M Christey" userId="f24da668-4c1f-41c0-850e-113e2bdf78cf" providerId="ADAL" clId="{9CEC7566-FE38-4CD1-9FA4-E6E953CA2F18}" dt="2025-09-12T14:55:31.122" v="1041" actId="404"/>
          <ac:spMkLst>
            <pc:docMk/>
            <pc:sldMk cId="702320256" sldId="602"/>
            <ac:spMk id="3" creationId="{BD2D8855-69B0-63EC-B138-745740AF05E0}"/>
          </ac:spMkLst>
        </pc:spChg>
      </pc:sldChg>
      <pc:sldChg chg="modSp new mod">
        <pc:chgData name="Steven M Christey" userId="f24da668-4c1f-41c0-850e-113e2bdf78cf" providerId="ADAL" clId="{9CEC7566-FE38-4CD1-9FA4-E6E953CA2F18}" dt="2025-09-12T14:57:03.306" v="1416" actId="20577"/>
        <pc:sldMkLst>
          <pc:docMk/>
          <pc:sldMk cId="2291983724" sldId="603"/>
        </pc:sldMkLst>
        <pc:spChg chg="mod">
          <ac:chgData name="Steven M Christey" userId="f24da668-4c1f-41c0-850e-113e2bdf78cf" providerId="ADAL" clId="{9CEC7566-FE38-4CD1-9FA4-E6E953CA2F18}" dt="2025-09-12T14:55:39.244" v="1052" actId="20577"/>
          <ac:spMkLst>
            <pc:docMk/>
            <pc:sldMk cId="2291983724" sldId="603"/>
            <ac:spMk id="2" creationId="{83BE59BF-CA3E-CDE3-C060-CB3B092BB8E3}"/>
          </ac:spMkLst>
        </pc:spChg>
        <pc:spChg chg="mod">
          <ac:chgData name="Steven M Christey" userId="f24da668-4c1f-41c0-850e-113e2bdf78cf" providerId="ADAL" clId="{9CEC7566-FE38-4CD1-9FA4-E6E953CA2F18}" dt="2025-09-12T14:57:03.306" v="1416" actId="20577"/>
          <ac:spMkLst>
            <pc:docMk/>
            <pc:sldMk cId="2291983724" sldId="603"/>
            <ac:spMk id="3" creationId="{DF983D4B-9C49-BB2A-4F5A-F0DB2139812B}"/>
          </ac:spMkLst>
        </pc:spChg>
      </pc:sldChg>
      <pc:sldChg chg="modSp add mod">
        <pc:chgData name="Steven M Christey" userId="f24da668-4c1f-41c0-850e-113e2bdf78cf" providerId="ADAL" clId="{9CEC7566-FE38-4CD1-9FA4-E6E953CA2F18}" dt="2025-09-12T14:58:21.083" v="1452" actId="20577"/>
        <pc:sldMkLst>
          <pc:docMk/>
          <pc:sldMk cId="2567930599" sldId="604"/>
        </pc:sldMkLst>
        <pc:spChg chg="mod">
          <ac:chgData name="Steven M Christey" userId="f24da668-4c1f-41c0-850e-113e2bdf78cf" providerId="ADAL" clId="{9CEC7566-FE38-4CD1-9FA4-E6E953CA2F18}" dt="2025-09-12T14:58:21.083" v="1452" actId="20577"/>
          <ac:spMkLst>
            <pc:docMk/>
            <pc:sldMk cId="2567930599" sldId="604"/>
            <ac:spMk id="2" creationId="{6D3E2E97-8808-E69A-32B7-0931DFAA5918}"/>
          </ac:spMkLst>
        </pc:spChg>
      </pc:sldChg>
      <pc:sldChg chg="modSp add mod">
        <pc:chgData name="Steven M Christey" userId="f24da668-4c1f-41c0-850e-113e2bdf78cf" providerId="ADAL" clId="{9CEC7566-FE38-4CD1-9FA4-E6E953CA2F18}" dt="2025-09-12T14:58:13.630" v="1439" actId="20577"/>
        <pc:sldMkLst>
          <pc:docMk/>
          <pc:sldMk cId="3401077441" sldId="605"/>
        </pc:sldMkLst>
        <pc:spChg chg="mod">
          <ac:chgData name="Steven M Christey" userId="f24da668-4c1f-41c0-850e-113e2bdf78cf" providerId="ADAL" clId="{9CEC7566-FE38-4CD1-9FA4-E6E953CA2F18}" dt="2025-09-12T14:58:13.630" v="1439" actId="20577"/>
          <ac:spMkLst>
            <pc:docMk/>
            <pc:sldMk cId="3401077441" sldId="605"/>
            <ac:spMk id="2" creationId="{F586E8D5-1660-CA57-6D3B-70493948D6D6}"/>
          </ac:spMkLst>
        </pc:spChg>
      </pc:sldChg>
      <pc:sldChg chg="modSp new mod">
        <pc:chgData name="Steven M Christey" userId="f24da668-4c1f-41c0-850e-113e2bdf78cf" providerId="ADAL" clId="{9CEC7566-FE38-4CD1-9FA4-E6E953CA2F18}" dt="2025-09-12T14:59:46.879" v="1631" actId="20577"/>
        <pc:sldMkLst>
          <pc:docMk/>
          <pc:sldMk cId="3329228180" sldId="606"/>
        </pc:sldMkLst>
        <pc:spChg chg="mod">
          <ac:chgData name="Steven M Christey" userId="f24da668-4c1f-41c0-850e-113e2bdf78cf" providerId="ADAL" clId="{9CEC7566-FE38-4CD1-9FA4-E6E953CA2F18}" dt="2025-09-12T14:59:17.962" v="1544" actId="20577"/>
          <ac:spMkLst>
            <pc:docMk/>
            <pc:sldMk cId="3329228180" sldId="606"/>
            <ac:spMk id="2" creationId="{9D8633AA-2C2D-8939-4026-D51EC14631B3}"/>
          </ac:spMkLst>
        </pc:spChg>
        <pc:spChg chg="mod">
          <ac:chgData name="Steven M Christey" userId="f24da668-4c1f-41c0-850e-113e2bdf78cf" providerId="ADAL" clId="{9CEC7566-FE38-4CD1-9FA4-E6E953CA2F18}" dt="2025-09-12T14:59:46.879" v="1631" actId="20577"/>
          <ac:spMkLst>
            <pc:docMk/>
            <pc:sldMk cId="3329228180" sldId="606"/>
            <ac:spMk id="3" creationId="{8754BE33-23EB-99D2-B3D5-31779558DDA6}"/>
          </ac:spMkLst>
        </pc:spChg>
      </pc:sldChg>
    </pc:docChg>
  </pc:docChgLst>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ldChg>
      <pc:sldChg chg="modSp mod">
        <pc:chgData name="Steven M Christey" userId="f24da668-4c1f-41c0-850e-113e2bdf78cf" providerId="ADAL" clId="{71105D66-9E5B-49CD-8B52-70669F4EA7AE}" dt="2025-06-20T15:02:16.733" v="397" actId="20577"/>
        <pc:sldMkLst>
          <pc:docMk/>
          <pc:sldMk cId="1259113184" sldId="475"/>
        </pc:sldMkLst>
      </pc:sldChg>
      <pc:sldChg chg="modSp mod ord">
        <pc:chgData name="Steven M Christey" userId="f24da668-4c1f-41c0-850e-113e2bdf78cf" providerId="ADAL" clId="{71105D66-9E5B-49CD-8B52-70669F4EA7AE}" dt="2025-06-20T14:31:46.741" v="357" actId="6549"/>
        <pc:sldMkLst>
          <pc:docMk/>
          <pc:sldMk cId="625922019" sldId="495"/>
        </pc:sldMkLst>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ldChg>
      <pc:sldChg chg="modSp add mod">
        <pc:chgData name="Steven M Christey" userId="f24da668-4c1f-41c0-850e-113e2bdf78cf" providerId="ADAL" clId="{71105D66-9E5B-49CD-8B52-70669F4EA7AE}" dt="2025-06-20T15:59:29.421" v="1756" actId="20577"/>
        <pc:sldMkLst>
          <pc:docMk/>
          <pc:sldMk cId="2203204905" sldId="588"/>
        </pc:sldMkLst>
      </pc:sldChg>
    </pc:docChg>
  </pc:docChgLst>
  <pc:docChgLst>
    <pc:chgData name="Alec J Summers" userId="d9c4246f-ffa8-4c52-a253-9dc5efe19efc" providerId="ADAL" clId="{52F0D3D4-0F6F-5987-9DE5-639842AA3128}"/>
    <pc:docChg chg="sldOrd">
      <pc:chgData name="Alec J Summers" userId="d9c4246f-ffa8-4c52-a253-9dc5efe19efc" providerId="ADAL" clId="{52F0D3D4-0F6F-5987-9DE5-639842AA3128}" dt="2025-10-10T15:23:17.348" v="0" actId="20578"/>
      <pc:docMkLst>
        <pc:docMk/>
      </pc:docMkLst>
      <pc:sldChg chg="ord">
        <pc:chgData name="Alec J Summers" userId="d9c4246f-ffa8-4c52-a253-9dc5efe19efc" providerId="ADAL" clId="{52F0D3D4-0F6F-5987-9DE5-639842AA3128}" dt="2025-10-10T15:23:17.348" v="0" actId="20578"/>
        <pc:sldMkLst>
          <pc:docMk/>
          <pc:sldMk cId="1502259985" sldId="541"/>
        </pc:sldMkLst>
      </pc:sldChg>
    </pc:docChg>
  </pc:docChgLst>
  <pc:docChgLst>
    <pc:chgData name="Steven M Christey" userId="f24da668-4c1f-41c0-850e-113e2bdf78cf" providerId="ADAL" clId="{C405519F-7056-4F7D-9BDF-05628DABAED4}"/>
    <pc:docChg chg="custSel addSld delSld modSld sldOrd">
      <pc:chgData name="Steven M Christey" userId="f24da668-4c1f-41c0-850e-113e2bdf78cf" providerId="ADAL" clId="{C405519F-7056-4F7D-9BDF-05628DABAED4}" dt="2025-08-15T15:47:50.082" v="1366" actId="313"/>
      <pc:docMkLst>
        <pc:docMk/>
      </pc:docMkLst>
      <pc:sldChg chg="modSp mod">
        <pc:chgData name="Steven M Christey" userId="f24da668-4c1f-41c0-850e-113e2bdf78cf" providerId="ADAL" clId="{C405519F-7056-4F7D-9BDF-05628DABAED4}" dt="2025-08-15T14:42:59.187" v="8" actId="20577"/>
        <pc:sldMkLst>
          <pc:docMk/>
          <pc:sldMk cId="1454278300" sldId="459"/>
        </pc:sldMkLst>
      </pc:sldChg>
      <pc:sldChg chg="modSp mod">
        <pc:chgData name="Steven M Christey" userId="f24da668-4c1f-41c0-850e-113e2bdf78cf" providerId="ADAL" clId="{C405519F-7056-4F7D-9BDF-05628DABAED4}" dt="2025-08-15T14:53:45.419" v="475" actId="20577"/>
        <pc:sldMkLst>
          <pc:docMk/>
          <pc:sldMk cId="1259113184" sldId="475"/>
        </pc:sldMkLst>
      </pc:sldChg>
      <pc:sldChg chg="add">
        <pc:chgData name="Steven M Christey" userId="f24da668-4c1f-41c0-850e-113e2bdf78cf" providerId="ADAL" clId="{C405519F-7056-4F7D-9BDF-05628DABAED4}" dt="2025-08-15T14:55:02.141" v="477"/>
        <pc:sldMkLst>
          <pc:docMk/>
          <pc:sldMk cId="712466533" sldId="488"/>
        </pc:sldMkLst>
      </pc:sldChg>
      <pc:sldChg chg="del">
        <pc:chgData name="Steven M Christey" userId="f24da668-4c1f-41c0-850e-113e2bdf78cf" providerId="ADAL" clId="{C405519F-7056-4F7D-9BDF-05628DABAED4}" dt="2025-08-15T14:54:52.597" v="476" actId="2696"/>
        <pc:sldMkLst>
          <pc:docMk/>
          <pc:sldMk cId="4197602607" sldId="488"/>
        </pc:sldMkLst>
      </pc:sldChg>
      <pc:sldChg chg="del">
        <pc:chgData name="Steven M Christey" userId="f24da668-4c1f-41c0-850e-113e2bdf78cf" providerId="ADAL" clId="{C405519F-7056-4F7D-9BDF-05628DABAED4}" dt="2025-08-15T14:49:33.413" v="441" actId="2696"/>
        <pc:sldMkLst>
          <pc:docMk/>
          <pc:sldMk cId="1870174279" sldId="493"/>
        </pc:sldMkLst>
      </pc:sldChg>
      <pc:sldChg chg="modSp add mod">
        <pc:chgData name="Steven M Christey" userId="f24da668-4c1f-41c0-850e-113e2bdf78cf" providerId="ADAL" clId="{C405519F-7056-4F7D-9BDF-05628DABAED4}" dt="2025-08-15T15:47:50.082" v="1366" actId="313"/>
        <pc:sldMkLst>
          <pc:docMk/>
          <pc:sldMk cId="2576501791" sldId="493"/>
        </pc:sldMkLst>
      </pc:sldChg>
      <pc:sldChg chg="add">
        <pc:chgData name="Steven M Christey" userId="f24da668-4c1f-41c0-850e-113e2bdf78cf" providerId="ADAL" clId="{C405519F-7056-4F7D-9BDF-05628DABAED4}" dt="2025-08-15T14:51:07.665" v="444"/>
        <pc:sldMkLst>
          <pc:docMk/>
          <pc:sldMk cId="2206607210" sldId="496"/>
        </pc:sldMkLst>
      </pc:sldChg>
      <pc:sldChg chg="del">
        <pc:chgData name="Steven M Christey" userId="f24da668-4c1f-41c0-850e-113e2bdf78cf" providerId="ADAL" clId="{C405519F-7056-4F7D-9BDF-05628DABAED4}" dt="2025-08-15T14:51:02.869" v="443" actId="2696"/>
        <pc:sldMkLst>
          <pc:docMk/>
          <pc:sldMk cId="2785828844" sldId="496"/>
        </pc:sldMkLst>
      </pc:sldChg>
      <pc:sldChg chg="add">
        <pc:chgData name="Steven M Christey" userId="f24da668-4c1f-41c0-850e-113e2bdf78cf" providerId="ADAL" clId="{C405519F-7056-4F7D-9BDF-05628DABAED4}" dt="2025-08-15T14:48:31.688" v="440"/>
        <pc:sldMkLst>
          <pc:docMk/>
          <pc:sldMk cId="775243355" sldId="503"/>
        </pc:sldMkLst>
      </pc:sldChg>
      <pc:sldChg chg="del">
        <pc:chgData name="Steven M Christey" userId="f24da668-4c1f-41c0-850e-113e2bdf78cf" providerId="ADAL" clId="{C405519F-7056-4F7D-9BDF-05628DABAED4}" dt="2025-08-15T14:48:19.372" v="439" actId="2696"/>
        <pc:sldMkLst>
          <pc:docMk/>
          <pc:sldMk cId="2072573845" sldId="503"/>
        </pc:sldMkLst>
      </pc:sldChg>
      <pc:sldChg chg="add">
        <pc:chgData name="Steven M Christey" userId="f24da668-4c1f-41c0-850e-113e2bdf78cf" providerId="ADAL" clId="{C405519F-7056-4F7D-9BDF-05628DABAED4}" dt="2025-08-15T14:48:31.688" v="440"/>
        <pc:sldMkLst>
          <pc:docMk/>
          <pc:sldMk cId="1394811699" sldId="504"/>
        </pc:sldMkLst>
      </pc:sldChg>
      <pc:sldChg chg="del">
        <pc:chgData name="Steven M Christey" userId="f24da668-4c1f-41c0-850e-113e2bdf78cf" providerId="ADAL" clId="{C405519F-7056-4F7D-9BDF-05628DABAED4}" dt="2025-08-15T14:48:19.372" v="439" actId="2696"/>
        <pc:sldMkLst>
          <pc:docMk/>
          <pc:sldMk cId="1678047159" sldId="504"/>
        </pc:sldMkLst>
      </pc:sldChg>
      <pc:sldChg chg="modSp mod">
        <pc:chgData name="Steven M Christey" userId="f24da668-4c1f-41c0-850e-113e2bdf78cf" providerId="ADAL" clId="{C405519F-7056-4F7D-9BDF-05628DABAED4}" dt="2025-08-15T14:43:13.982" v="20" actId="20577"/>
        <pc:sldMkLst>
          <pc:docMk/>
          <pc:sldMk cId="915149386" sldId="514"/>
        </pc:sldMkLst>
      </pc:sldChg>
      <pc:sldChg chg="del">
        <pc:chgData name="Steven M Christey" userId="f24da668-4c1f-41c0-850e-113e2bdf78cf" providerId="ADAL" clId="{C405519F-7056-4F7D-9BDF-05628DABAED4}" dt="2025-08-15T14:51:11.846" v="445" actId="47"/>
        <pc:sldMkLst>
          <pc:docMk/>
          <pc:sldMk cId="2639086877" sldId="551"/>
        </pc:sldMkLst>
      </pc:sldChg>
      <pc:sldChg chg="modSp mod">
        <pc:chgData name="Steven M Christey" userId="f24da668-4c1f-41c0-850e-113e2bdf78cf" providerId="ADAL" clId="{C405519F-7056-4F7D-9BDF-05628DABAED4}" dt="2025-08-15T14:45:28.513" v="102" actId="6549"/>
        <pc:sldMkLst>
          <pc:docMk/>
          <pc:sldMk cId="1570532610" sldId="585"/>
        </pc:sldMkLst>
      </pc:sldChg>
      <pc:sldChg chg="modSp mod">
        <pc:chgData name="Steven M Christey" userId="f24da668-4c1f-41c0-850e-113e2bdf78cf" providerId="ADAL" clId="{C405519F-7056-4F7D-9BDF-05628DABAED4}" dt="2025-08-15T15:31:56.197" v="918" actId="207"/>
        <pc:sldMkLst>
          <pc:docMk/>
          <pc:sldMk cId="3428824971" sldId="587"/>
        </pc:sldMkLst>
      </pc:sldChg>
      <pc:sldChg chg="modSp mod">
        <pc:chgData name="Steven M Christey" userId="f24da668-4c1f-41c0-850e-113e2bdf78cf" providerId="ADAL" clId="{C405519F-7056-4F7D-9BDF-05628DABAED4}" dt="2025-08-15T15:40:14.512" v="1266" actId="20577"/>
        <pc:sldMkLst>
          <pc:docMk/>
          <pc:sldMk cId="2203204905" sldId="588"/>
        </pc:sldMkLst>
      </pc:sldChg>
      <pc:sldChg chg="ord">
        <pc:chgData name="Steven M Christey" userId="f24da668-4c1f-41c0-850e-113e2bdf78cf" providerId="ADAL" clId="{C405519F-7056-4F7D-9BDF-05628DABAED4}" dt="2025-08-15T14:48:05.123" v="438"/>
        <pc:sldMkLst>
          <pc:docMk/>
          <pc:sldMk cId="84884298" sldId="589"/>
        </pc:sldMkLst>
      </pc:sldChg>
      <pc:sldChg chg="modSp mod">
        <pc:chgData name="Steven M Christey" userId="f24da668-4c1f-41c0-850e-113e2bdf78cf" providerId="ADAL" clId="{C405519F-7056-4F7D-9BDF-05628DABAED4}" dt="2025-08-15T15:03:44.793" v="821" actId="404"/>
        <pc:sldMkLst>
          <pc:docMk/>
          <pc:sldMk cId="2965866587" sldId="592"/>
        </pc:sldMkLst>
      </pc:sldChg>
      <pc:sldChg chg="modSp mod">
        <pc:chgData name="Steven M Christey" userId="f24da668-4c1f-41c0-850e-113e2bdf78cf" providerId="ADAL" clId="{C405519F-7056-4F7D-9BDF-05628DABAED4}" dt="2025-08-15T15:41:13.177" v="1268" actId="207"/>
        <pc:sldMkLst>
          <pc:docMk/>
          <pc:sldMk cId="656038621" sldId="593"/>
        </pc:sldMkLst>
      </pc:sldChg>
      <pc:sldChg chg="modSp add mod">
        <pc:chgData name="Steven M Christey" userId="f24da668-4c1f-41c0-850e-113e2bdf78cf" providerId="ADAL" clId="{C405519F-7056-4F7D-9BDF-05628DABAED4}" dt="2025-08-15T14:47:28.511" v="435" actId="404"/>
        <pc:sldMkLst>
          <pc:docMk/>
          <pc:sldMk cId="1280874337" sldId="594"/>
        </pc:sldMkLst>
      </pc:sldChg>
      <pc:sldChg chg="modSp new mod">
        <pc:chgData name="Steven M Christey" userId="f24da668-4c1f-41c0-850e-113e2bdf78cf" providerId="ADAL" clId="{C405519F-7056-4F7D-9BDF-05628DABAED4}" dt="2025-08-15T15:26:54.827" v="917" actId="20577"/>
        <pc:sldMkLst>
          <pc:docMk/>
          <pc:sldMk cId="507329500" sldId="5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10/10/2025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we.mitre.org/data/definitions/1434.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a:t>October 10, 2025</a:t>
            </a:r>
          </a:p>
          <a:p>
            <a:endParaRPr lang="en-US"/>
          </a:p>
          <a:p>
            <a:r>
              <a:rPr lang="en-US"/>
              <a:t>Steve Christey Coley</a:t>
            </a:r>
          </a:p>
          <a:p>
            <a:r>
              <a:rPr lang="en-US"/>
              <a:t>Erick </a:t>
            </a:r>
            <a:r>
              <a:rPr lang="en-US" err="1"/>
              <a:t>Galinkin</a:t>
            </a:r>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Any new subgroup members? Introductions</a:t>
            </a:r>
          </a:p>
          <a:p>
            <a:pPr marL="0" indent="0">
              <a:buNone/>
            </a:pPr>
            <a:endParaRPr lang="en-US">
              <a:latin typeface="Tahoma"/>
              <a:ea typeface="Tahoma"/>
              <a:cs typeface="Tahoma"/>
            </a:endParaRPr>
          </a:p>
          <a:p>
            <a:pPr marL="307975" indent="-307975"/>
            <a:r>
              <a:rPr lang="en-US">
                <a:latin typeface="Tahoma"/>
                <a:ea typeface="Tahoma"/>
                <a:cs typeface="Tahoma"/>
              </a:rPr>
              <a:t>CWE 4.19 release in late November / early December</a:t>
            </a:r>
          </a:p>
          <a:p>
            <a:pPr marL="685922" lvl="1" indent="-307975"/>
            <a:r>
              <a:rPr lang="en-US">
                <a:latin typeface="Tahoma"/>
                <a:ea typeface="Tahoma"/>
                <a:cs typeface="Tahoma"/>
              </a:rPr>
              <a:t>In conjunction with the Top 25</a:t>
            </a:r>
          </a:p>
          <a:p>
            <a:pPr marL="685922" lvl="1" indent="-307975"/>
            <a:endParaRPr lang="en-US">
              <a:latin typeface="Tahoma"/>
              <a:ea typeface="Tahoma"/>
              <a:cs typeface="Tahoma"/>
            </a:endParaRPr>
          </a:p>
          <a:p>
            <a:pPr marL="307975" indent="-307975"/>
            <a:r>
              <a:rPr lang="en-US">
                <a:latin typeface="Tahoma"/>
                <a:ea typeface="Tahoma"/>
                <a:cs typeface="Tahoma"/>
              </a:rPr>
              <a:t>To do: addition of new subgroup leaders</a:t>
            </a:r>
          </a:p>
          <a:p>
            <a:pPr marL="307340" indent="-303530"/>
            <a:endParaRPr lang="en-US"/>
          </a:p>
          <a:p>
            <a:pPr marL="685800" lvl="1" indent="-303530"/>
            <a:endParaRPr lang="en-US"/>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1E67-6D5C-2384-C9DC-009F5255503E}"/>
              </a:ext>
            </a:extLst>
          </p:cNvPr>
          <p:cNvSpPr>
            <a:spLocks noGrp="1"/>
          </p:cNvSpPr>
          <p:nvPr>
            <p:ph type="title"/>
          </p:nvPr>
        </p:nvSpPr>
        <p:spPr/>
        <p:txBody>
          <a:bodyPr/>
          <a:lstStyle/>
          <a:p>
            <a:r>
              <a:rPr lang="en-US"/>
              <a:t>CWE 4.18 Release – AI-Related Details</a:t>
            </a:r>
          </a:p>
        </p:txBody>
      </p:sp>
      <p:sp>
        <p:nvSpPr>
          <p:cNvPr id="3" name="Content Placeholder 2">
            <a:extLst>
              <a:ext uri="{FF2B5EF4-FFF2-40B4-BE49-F238E27FC236}">
                <a16:creationId xmlns:a16="http://schemas.microsoft.com/office/drawing/2014/main" id="{E50530C7-06BB-A237-C82F-312CBBC46751}"/>
              </a:ext>
            </a:extLst>
          </p:cNvPr>
          <p:cNvSpPr>
            <a:spLocks noGrp="1"/>
          </p:cNvSpPr>
          <p:nvPr>
            <p:ph idx="1"/>
          </p:nvPr>
        </p:nvSpPr>
        <p:spPr/>
        <p:txBody>
          <a:bodyPr/>
          <a:lstStyle/>
          <a:p>
            <a:r>
              <a:rPr lang="en-US"/>
              <a:t>Released on September 9</a:t>
            </a:r>
          </a:p>
          <a:p>
            <a:r>
              <a:rPr lang="en-US"/>
              <a:t>New CWE-1434: Insecure Setting of Generative AI/ML Model Inference Parameters</a:t>
            </a:r>
          </a:p>
          <a:p>
            <a:r>
              <a:rPr lang="en-US">
                <a:hlinkClick r:id="rId2"/>
              </a:rPr>
              <a:t>https://cwe.mitre.org/data/definitions/1434.html</a:t>
            </a:r>
            <a:endParaRPr lang="en-US"/>
          </a:p>
          <a:p>
            <a:r>
              <a:rPr lang="en-US"/>
              <a:t>Credit to AI WG “New Entry” Subgroup</a:t>
            </a:r>
          </a:p>
          <a:p>
            <a:pPr lvl="1"/>
            <a:r>
              <a:rPr lang="en-US"/>
              <a:t>“Participated in regular meetings from February to August 2025 to develop and refine most elements of this entry.”</a:t>
            </a:r>
          </a:p>
          <a:p>
            <a:r>
              <a:rPr lang="en-US"/>
              <a:t>Modifications</a:t>
            </a:r>
          </a:p>
          <a:p>
            <a:pPr lvl="1"/>
            <a:r>
              <a:rPr lang="en-US"/>
              <a:t>Some more CWEs with AI/ML as Affected Technology</a:t>
            </a:r>
          </a:p>
          <a:p>
            <a:pPr lvl="1"/>
            <a:r>
              <a:rPr lang="en-US"/>
              <a:t>Added some observed examples (CVEs) to some CWEs</a:t>
            </a:r>
          </a:p>
          <a:p>
            <a:pPr lvl="1"/>
            <a:r>
              <a:rPr lang="en-US"/>
              <a:t>More discussion in the upcoming Modification meeting</a:t>
            </a:r>
          </a:p>
          <a:p>
            <a:pPr lvl="1"/>
            <a:endParaRPr lang="en-US"/>
          </a:p>
        </p:txBody>
      </p:sp>
      <p:sp>
        <p:nvSpPr>
          <p:cNvPr id="4" name="Slide Number Placeholder 3">
            <a:extLst>
              <a:ext uri="{FF2B5EF4-FFF2-40B4-BE49-F238E27FC236}">
                <a16:creationId xmlns:a16="http://schemas.microsoft.com/office/drawing/2014/main" id="{73DF3950-FADD-5436-A155-B070D2CC3BE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893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265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pPr lvl="1"/>
            <a:r>
              <a:rPr lang="en-US" sz="2000"/>
              <a:t>New: “Improper Neutralization of Configurations Used for MCP Client” (</a:t>
            </a:r>
            <a:r>
              <a:rPr lang="en-US" sz="2000" err="1"/>
              <a:t>Xinpeng</a:t>
            </a:r>
            <a:r>
              <a:rPr lang="en-US" sz="2000"/>
              <a:t> Liu) ES2506-e3c78a2a </a:t>
            </a:r>
          </a:p>
          <a:p>
            <a:r>
              <a:rPr lang="en-US" sz="2000"/>
              <a:t>New</a:t>
            </a:r>
          </a:p>
          <a:p>
            <a:pPr lvl="1"/>
            <a:r>
              <a:rPr lang="en-US" sz="2000"/>
              <a:t>“Improper Neutralization of Retrieved Content Used in AI Prompt Construction in AI/ML Systems” (Mehmet Yilmaz) - ES2508-e15b0715 / CDR #161</a:t>
            </a:r>
          </a:p>
          <a:p>
            <a:pPr lvl="1"/>
            <a:r>
              <a:rPr lang="en-US" sz="2000"/>
              <a:t>“Inclusion of ANSI escape codes in LLM tokenizer” (Erick Galinkin) - ES2508-95a780e3 / CDR #163</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a:t>
            </a:r>
            <a:r>
              <a:rPr lang="en-US" sz="2000" b="1">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a:highlight>
                  <a:srgbClr val="00FF00"/>
                </a:highlight>
              </a:rPr>
              <a:t>failing to adequately identify, mitigate, and monitor biases</a:t>
            </a:r>
            <a:r>
              <a:rPr lang="en-US" sz="2000"/>
              <a:t>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65866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800"/>
              <a:t>ES2508-95a780e3 /  CDR #163</a:t>
            </a:r>
          </a:p>
          <a:p>
            <a:r>
              <a:rPr lang="en-US" sz="1800"/>
              <a:t>Name: Inclusion of ANSI escape codes in LLM tokenizer</a:t>
            </a:r>
          </a:p>
          <a:p>
            <a:r>
              <a:rPr lang="en-US" sz="1800"/>
              <a:t>Description</a:t>
            </a:r>
          </a:p>
          <a:p>
            <a:pPr lvl="1"/>
            <a:r>
              <a:rPr lang="en-US" sz="1800" b="1">
                <a:highlight>
                  <a:srgbClr val="00FF00"/>
                </a:highlight>
              </a:rPr>
              <a:t>ANSI escape codes are included in a tokenizer</a:t>
            </a:r>
            <a:r>
              <a:rPr lang="en-US" sz="1800"/>
              <a:t>. This can result in the execution of commands if LLM generated text is displayed in a terminal emulator.</a:t>
            </a:r>
          </a:p>
          <a:p>
            <a:r>
              <a:rPr lang="en-US" sz="1800"/>
              <a:t>Extended Description</a:t>
            </a:r>
          </a:p>
          <a:p>
            <a:pPr lvl="1"/>
            <a:r>
              <a:rPr lang="en-US" sz="1800"/>
              <a:t>ANSI escape sequences are a standard for controlling options in text terminals and terminal emulators that embed an escape character into text, which are interpreted as commands instead of text to be displayed. This can result in unexpected command injection (CWE-77).</a:t>
            </a:r>
          </a:p>
          <a:p>
            <a:pPr lvl="1"/>
            <a:r>
              <a:rPr lang="en-US" sz="1800"/>
              <a:t>This impacts tokenizers used with large language models. Since large language models are generally expected to output human-readable text, tokenizers should not contain these escape sequences.</a:t>
            </a:r>
          </a:p>
          <a:p>
            <a:r>
              <a:rPr lang="en-US" sz="1800">
                <a:hlinkClick r:id="rId2"/>
              </a:rPr>
              <a:t>https://github.com/CWE-CAPEC/CWE-Content-Development-Repository/issues/163</a:t>
            </a:r>
            <a:endParaRPr lang="en-US" sz="1800"/>
          </a:p>
          <a:p>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80666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a:t>Probably too low-level for its own CWE (SUB.ABS.LOWLEVEL)</a:t>
            </a:r>
          </a:p>
          <a:p>
            <a:pPr lvl="1"/>
            <a:r>
              <a:rPr lang="en-US" sz="2000"/>
              <a:t>Specific types of “escape” codes</a:t>
            </a:r>
          </a:p>
          <a:p>
            <a:pPr lvl="1"/>
            <a:r>
              <a:rPr lang="en-US" sz="2000"/>
              <a:t>LLM tokenizer</a:t>
            </a:r>
          </a:p>
          <a:p>
            <a:r>
              <a:rPr lang="en-US" sz="2000"/>
              <a:t>Overlaps an older submission related to ANSI codes</a:t>
            </a:r>
          </a:p>
          <a:p>
            <a:pPr lvl="1"/>
            <a:r>
              <a:rPr lang="en-US" sz="2000"/>
              <a:t>Improper Neutralization of ANSI Codes ('ANSI Injection’) - Tristan Figueroa-Reid - ES2406-ca98e75f / CDR #112</a:t>
            </a:r>
          </a:p>
          <a:p>
            <a:r>
              <a:rPr lang="en-US" sz="2000"/>
              <a:t>CWE already exists - CWE-150: Improper Neutralization of Escape, Meta, or Control Sequences</a:t>
            </a:r>
          </a:p>
          <a:p>
            <a:r>
              <a:rPr lang="en-US" sz="2000"/>
              <a:t>From the older submission review:</a:t>
            </a:r>
          </a:p>
          <a:p>
            <a:pPr lvl="1"/>
            <a:r>
              <a:rPr lang="en-US" sz="200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48564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0232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a:t>Discussion</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a:t>CWE doesn’t make separate entries for “where the bad input came from”</a:t>
            </a:r>
          </a:p>
          <a:p>
            <a:pPr lvl="1"/>
            <a:r>
              <a:rPr lang="en-US"/>
              <a:t>Buffer overflows have the same CWE whether it’s client-to-server or server-to-client</a:t>
            </a:r>
          </a:p>
          <a:p>
            <a:pPr lvl="1"/>
            <a:r>
              <a:rPr lang="en-US"/>
              <a:t>Same with XSS and others</a:t>
            </a:r>
          </a:p>
          <a:p>
            <a:r>
              <a:rPr lang="en-US"/>
              <a:t>If the product shouldn’t be using that input AT ALL, then maybe that’s a design issue</a:t>
            </a:r>
          </a:p>
          <a:p>
            <a:endParaRPr lang="en-US"/>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1983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a:t>Next Meetings</a:t>
            </a:r>
          </a:p>
          <a:p>
            <a:pPr lvl="1"/>
            <a:r>
              <a:rPr lang="en-US"/>
              <a:t>October 10 (New Entries)</a:t>
            </a:r>
          </a:p>
          <a:p>
            <a:pPr lvl="1"/>
            <a:r>
              <a:rPr lang="en-US"/>
              <a:t>October 24 (Modifications)</a:t>
            </a:r>
          </a:p>
          <a:p>
            <a:r>
              <a:rPr lang="en-US"/>
              <a:t>Decide on triage mechanisms</a:t>
            </a:r>
          </a:p>
          <a:p>
            <a:r>
              <a:rPr lang="en-US"/>
              <a:t>Consider discussion of some submissions in CDR</a:t>
            </a:r>
          </a:p>
          <a:p>
            <a:endParaRPr lang="en-US"/>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aff8eeb6-53bf-44bf-a224-fac977cd228b"/>
    <ds:schemaRef ds:uri="b5a44311-ed64-4a72-909f-c9dc6973bde2"/>
    <ds:schemaRef ds:uri="f3e578be-7961-41e8-91c9-b742ecb60a7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161695F-B7DF-483A-B271-74A0BD8B7189}"/>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Application>Microsoft Office PowerPoint</Application>
  <PresentationFormat>Widescreen</PresentationFormat>
  <Slides>70</Slides>
  <Notes>0</Notes>
  <HiddenSlides>0</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mitre-2018</vt:lpstr>
      <vt:lpstr>CWE AI Working Group Meeting: New Entry Subgroup </vt:lpstr>
      <vt:lpstr>Agenda</vt:lpstr>
      <vt:lpstr>Status Updates</vt:lpstr>
      <vt:lpstr>Subgroups </vt:lpstr>
      <vt:lpstr>CWE 4.18 Release – AI-Related Details</vt:lpstr>
      <vt:lpstr>Managing the Workload</vt:lpstr>
      <vt:lpstr>Addressing Submissions in the Working Queue</vt:lpstr>
      <vt:lpstr>Future Content Work</vt:lpstr>
      <vt:lpstr>Other Work Items - New Entry Submissions</vt:lpstr>
      <vt:lpstr>“Bias in AI Models” (Kurt Seifried) - ES2402-38e20ce6 </vt:lpstr>
      <vt:lpstr>“Improper Neutralization of Configurations Used for MCP Client” (Xinpeng Liu) ES2506-e3c78a2a </vt:lpstr>
      <vt:lpstr>Inclusion of ANSI escape codes in LLM tokenizer (Erick Galinkin)</vt:lpstr>
      <vt:lpstr>Issues: Inclusion of ANSI escape codes in LLM tokenizer (Erick Galinkin)</vt:lpstr>
      <vt:lpstr>New: “Improper Neutralization of Retrieved Content Used in AI Prompt Construction in AI/ML Systems” (Mehmet Yilmaz) </vt:lpstr>
      <vt:lpstr>Delayed: Insufficient Input Validation in Generative AI Applications (Steve / AI WG) ES2405-84711fc4</vt:lpstr>
      <vt:lpstr>Discussion</vt:lpstr>
      <vt:lpstr>Next Steps</vt:lpstr>
      <vt:lpstr>Next Steps</vt:lpstr>
      <vt:lpstr>Backup / Older Slides</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revision>1</cp:revision>
  <dcterms:created xsi:type="dcterms:W3CDTF">2019-02-26T16:06:40Z</dcterms:created>
  <dcterms:modified xsi:type="dcterms:W3CDTF">2025-10-10T15:23:19Z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