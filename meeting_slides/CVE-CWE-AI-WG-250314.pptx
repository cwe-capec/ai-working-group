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55"/>
  </p:notesMasterIdLst>
  <p:handoutMasterIdLst>
    <p:handoutMasterId r:id="rId56"/>
  </p:handoutMasterIdLst>
  <p:sldIdLst>
    <p:sldId id="459" r:id="rId5"/>
    <p:sldId id="475" r:id="rId6"/>
    <p:sldId id="514" r:id="rId7"/>
    <p:sldId id="533" r:id="rId8"/>
    <p:sldId id="548" r:id="rId9"/>
    <p:sldId id="542" r:id="rId10"/>
    <p:sldId id="581" r:id="rId11"/>
    <p:sldId id="582" r:id="rId12"/>
    <p:sldId id="579" r:id="rId13"/>
    <p:sldId id="580" r:id="rId14"/>
    <p:sldId id="584" r:id="rId15"/>
    <p:sldId id="583" r:id="rId16"/>
    <p:sldId id="560" r:id="rId17"/>
    <p:sldId id="552" r:id="rId18"/>
    <p:sldId id="575" r:id="rId19"/>
    <p:sldId id="502" r:id="rId20"/>
    <p:sldId id="501" r:id="rId21"/>
    <p:sldId id="576" r:id="rId22"/>
    <p:sldId id="493" r:id="rId23"/>
    <p:sldId id="488" r:id="rId24"/>
    <p:sldId id="505" r:id="rId25"/>
    <p:sldId id="492" r:id="rId26"/>
    <p:sldId id="496" r:id="rId27"/>
    <p:sldId id="494" r:id="rId28"/>
    <p:sldId id="495" r:id="rId29"/>
    <p:sldId id="503" r:id="rId30"/>
    <p:sldId id="504" r:id="rId31"/>
    <p:sldId id="497" r:id="rId32"/>
    <p:sldId id="551" r:id="rId33"/>
    <p:sldId id="539" r:id="rId34"/>
    <p:sldId id="547" r:id="rId35"/>
    <p:sldId id="541" r:id="rId36"/>
    <p:sldId id="543" r:id="rId37"/>
    <p:sldId id="554" r:id="rId38"/>
    <p:sldId id="561" r:id="rId39"/>
    <p:sldId id="562" r:id="rId40"/>
    <p:sldId id="563" r:id="rId41"/>
    <p:sldId id="564" r:id="rId42"/>
    <p:sldId id="565" r:id="rId43"/>
    <p:sldId id="566" r:id="rId44"/>
    <p:sldId id="567" r:id="rId45"/>
    <p:sldId id="568" r:id="rId46"/>
    <p:sldId id="569" r:id="rId47"/>
    <p:sldId id="570" r:id="rId48"/>
    <p:sldId id="571" r:id="rId49"/>
    <p:sldId id="572" r:id="rId50"/>
    <p:sldId id="573" r:id="rId51"/>
    <p:sldId id="574" r:id="rId52"/>
    <p:sldId id="545" r:id="rId53"/>
    <p:sldId id="534"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5CED49-FB28-49A7-BAC4-3D6DBACBD0F5}" v="7" dt="2025-03-14T14:49:32.2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927" autoAdjust="0"/>
    <p:restoredTop sz="94660"/>
  </p:normalViewPr>
  <p:slideViewPr>
    <p:cSldViewPr snapToGrid="0">
      <p:cViewPr varScale="1">
        <p:scale>
          <a:sx n="54" d="100"/>
          <a:sy n="54" d="100"/>
        </p:scale>
        <p:origin x="696"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notesMaster" Target="notesMasters/notesMaster1.xml"/><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19F25D5F-252C-424D-A52E-D5D089ECF2C6}"/>
    <pc:docChg chg="undo custSel addSld delSld modSld sldOrd">
      <pc:chgData name="Steven M Christey" userId="f24da668-4c1f-41c0-850e-113e2bdf78cf" providerId="ADAL" clId="{19F25D5F-252C-424D-A52E-D5D089ECF2C6}" dt="2025-01-31T16:25:30.993" v="1631" actId="114"/>
      <pc:docMkLst>
        <pc:docMk/>
      </pc:docMkLst>
      <pc:sldChg chg="modSp mod">
        <pc:chgData name="Steven M Christey" userId="f24da668-4c1f-41c0-850e-113e2bdf78cf" providerId="ADAL" clId="{19F25D5F-252C-424D-A52E-D5D089ECF2C6}" dt="2025-01-31T15:18:16.636" v="3" actId="20577"/>
        <pc:sldMkLst>
          <pc:docMk/>
          <pc:sldMk cId="1454278300" sldId="459"/>
        </pc:sldMkLst>
        <pc:spChg chg="mod">
          <ac:chgData name="Steven M Christey" userId="f24da668-4c1f-41c0-850e-113e2bdf78cf" providerId="ADAL" clId="{19F25D5F-252C-424D-A52E-D5D089ECF2C6}" dt="2025-01-31T15:18:16.636" v="3" actId="20577"/>
          <ac:spMkLst>
            <pc:docMk/>
            <pc:sldMk cId="1454278300" sldId="459"/>
            <ac:spMk id="3" creationId="{0992DF88-AC24-0FBF-1177-62DD9110498B}"/>
          </ac:spMkLst>
        </pc:spChg>
      </pc:sldChg>
      <pc:sldChg chg="modSp mod">
        <pc:chgData name="Steven M Christey" userId="f24da668-4c1f-41c0-850e-113e2bdf78cf" providerId="ADAL" clId="{19F25D5F-252C-424D-A52E-D5D089ECF2C6}" dt="2025-01-31T15:18:35.244" v="8"/>
        <pc:sldMkLst>
          <pc:docMk/>
          <pc:sldMk cId="1259113184" sldId="475"/>
        </pc:sldMkLst>
        <pc:spChg chg="mod">
          <ac:chgData name="Steven M Christey" userId="f24da668-4c1f-41c0-850e-113e2bdf78cf" providerId="ADAL" clId="{19F25D5F-252C-424D-A52E-D5D089ECF2C6}" dt="2025-01-31T15:18:35.244" v="8"/>
          <ac:spMkLst>
            <pc:docMk/>
            <pc:sldMk cId="1259113184" sldId="475"/>
            <ac:spMk id="3" creationId="{32062DF9-CFF1-0BEE-15FF-59D403B018ED}"/>
          </ac:spMkLst>
        </pc:spChg>
      </pc:sldChg>
      <pc:sldChg chg="modSp mod ord">
        <pc:chgData name="Steven M Christey" userId="f24da668-4c1f-41c0-850e-113e2bdf78cf" providerId="ADAL" clId="{19F25D5F-252C-424D-A52E-D5D089ECF2C6}" dt="2025-01-31T16:09:38.056" v="1614" actId="20577"/>
        <pc:sldMkLst>
          <pc:docMk/>
          <pc:sldMk cId="915149386" sldId="514"/>
        </pc:sldMkLst>
        <pc:spChg chg="mod">
          <ac:chgData name="Steven M Christey" userId="f24da668-4c1f-41c0-850e-113e2bdf78cf" providerId="ADAL" clId="{19F25D5F-252C-424D-A52E-D5D089ECF2C6}" dt="2025-01-31T16:09:38.056" v="1614" actId="20577"/>
          <ac:spMkLst>
            <pc:docMk/>
            <pc:sldMk cId="915149386" sldId="514"/>
            <ac:spMk id="3" creationId="{D4348C02-DFCE-A2E4-D523-D69A254A7D49}"/>
          </ac:spMkLst>
        </pc:spChg>
      </pc:sldChg>
      <pc:sldChg chg="modSp mod ord">
        <pc:chgData name="Steven M Christey" userId="f24da668-4c1f-41c0-850e-113e2bdf78cf" providerId="ADAL" clId="{19F25D5F-252C-424D-A52E-D5D089ECF2C6}" dt="2025-01-31T16:25:30.993" v="1631" actId="114"/>
        <pc:sldMkLst>
          <pc:docMk/>
          <pc:sldMk cId="150708501" sldId="533"/>
        </pc:sldMkLst>
        <pc:spChg chg="mod">
          <ac:chgData name="Steven M Christey" userId="f24da668-4c1f-41c0-850e-113e2bdf78cf" providerId="ADAL" clId="{19F25D5F-252C-424D-A52E-D5D089ECF2C6}" dt="2025-01-31T15:20:53.773" v="210" actId="27636"/>
          <ac:spMkLst>
            <pc:docMk/>
            <pc:sldMk cId="150708501" sldId="533"/>
            <ac:spMk id="3" creationId="{D56FF49E-E3F8-8E2A-2DB7-2E9585AD88B0}"/>
          </ac:spMkLst>
        </pc:spChg>
        <pc:spChg chg="mod">
          <ac:chgData name="Steven M Christey" userId="f24da668-4c1f-41c0-850e-113e2bdf78cf" providerId="ADAL" clId="{19F25D5F-252C-424D-A52E-D5D089ECF2C6}" dt="2025-01-31T16:25:30.993" v="1631" actId="114"/>
          <ac:spMkLst>
            <pc:docMk/>
            <pc:sldMk cId="150708501" sldId="533"/>
            <ac:spMk id="5" creationId="{F150325F-23B4-2959-C512-1363416E3D5B}"/>
          </ac:spMkLst>
        </pc:spChg>
      </pc:sldChg>
      <pc:sldChg chg="modSp mod">
        <pc:chgData name="Steven M Christey" userId="f24da668-4c1f-41c0-850e-113e2bdf78cf" providerId="ADAL" clId="{19F25D5F-252C-424D-A52E-D5D089ECF2C6}" dt="2025-01-31T15:27:55.431" v="554" actId="21"/>
        <pc:sldMkLst>
          <pc:docMk/>
          <pc:sldMk cId="2559893375" sldId="535"/>
        </pc:sldMkLst>
      </pc:sldChg>
      <pc:sldChg chg="del">
        <pc:chgData name="Steven M Christey" userId="f24da668-4c1f-41c0-850e-113e2bdf78cf" providerId="ADAL" clId="{19F25D5F-252C-424D-A52E-D5D089ECF2C6}" dt="2025-01-31T15:23:11.928" v="249" actId="47"/>
        <pc:sldMkLst>
          <pc:docMk/>
          <pc:sldMk cId="2801011041" sldId="536"/>
        </pc:sldMkLst>
      </pc:sldChg>
      <pc:sldChg chg="modSp mod">
        <pc:chgData name="Steven M Christey" userId="f24da668-4c1f-41c0-850e-113e2bdf78cf" providerId="ADAL" clId="{19F25D5F-252C-424D-A52E-D5D089ECF2C6}" dt="2025-01-31T15:20:41.551" v="208" actId="403"/>
        <pc:sldMkLst>
          <pc:docMk/>
          <pc:sldMk cId="888421850" sldId="537"/>
        </pc:sldMkLst>
      </pc:sldChg>
      <pc:sldChg chg="modSp new mod">
        <pc:chgData name="Steven M Christey" userId="f24da668-4c1f-41c0-850e-113e2bdf78cf" providerId="ADAL" clId="{19F25D5F-252C-424D-A52E-D5D089ECF2C6}" dt="2025-01-31T15:25:33.973" v="479" actId="20577"/>
        <pc:sldMkLst>
          <pc:docMk/>
          <pc:sldMk cId="3977709734" sldId="538"/>
        </pc:sldMkLst>
      </pc:sldChg>
      <pc:sldChg chg="modSp new mod">
        <pc:chgData name="Steven M Christey" userId="f24da668-4c1f-41c0-850e-113e2bdf78cf" providerId="ADAL" clId="{19F25D5F-252C-424D-A52E-D5D089ECF2C6}" dt="2025-01-31T15:32:42.094" v="904" actId="20577"/>
        <pc:sldMkLst>
          <pc:docMk/>
          <pc:sldMk cId="2266223281" sldId="539"/>
        </pc:sldMkLst>
        <pc:spChg chg="mod">
          <ac:chgData name="Steven M Christey" userId="f24da668-4c1f-41c0-850e-113e2bdf78cf" providerId="ADAL" clId="{19F25D5F-252C-424D-A52E-D5D089ECF2C6}" dt="2025-01-31T15:27:12.267" v="522" actId="20577"/>
          <ac:spMkLst>
            <pc:docMk/>
            <pc:sldMk cId="2266223281" sldId="539"/>
            <ac:spMk id="2" creationId="{994EE636-A57B-BB7C-C698-DCB6F2A7B071}"/>
          </ac:spMkLst>
        </pc:spChg>
        <pc:spChg chg="mod">
          <ac:chgData name="Steven M Christey" userId="f24da668-4c1f-41c0-850e-113e2bdf78cf" providerId="ADAL" clId="{19F25D5F-252C-424D-A52E-D5D089ECF2C6}" dt="2025-01-31T15:32:42.094" v="904" actId="20577"/>
          <ac:spMkLst>
            <pc:docMk/>
            <pc:sldMk cId="2266223281" sldId="539"/>
            <ac:spMk id="3" creationId="{9915B450-3AB3-4605-EAE8-C84785DE6064}"/>
          </ac:spMkLst>
        </pc:spChg>
      </pc:sldChg>
      <pc:sldChg chg="modSp new mod">
        <pc:chgData name="Steven M Christey" userId="f24da668-4c1f-41c0-850e-113e2bdf78cf" providerId="ADAL" clId="{19F25D5F-252C-424D-A52E-D5D089ECF2C6}" dt="2025-01-31T15:51:52.288" v="1547" actId="20577"/>
        <pc:sldMkLst>
          <pc:docMk/>
          <pc:sldMk cId="717686086" sldId="540"/>
        </pc:sldMkLst>
      </pc:sldChg>
      <pc:sldChg chg="modSp new mod">
        <pc:chgData name="Steven M Christey" userId="f24da668-4c1f-41c0-850e-113e2bdf78cf" providerId="ADAL" clId="{19F25D5F-252C-424D-A52E-D5D089ECF2C6}" dt="2025-01-31T15:41:50.169" v="1169"/>
        <pc:sldMkLst>
          <pc:docMk/>
          <pc:sldMk cId="1502259985" sldId="541"/>
        </pc:sldMkLst>
        <pc:spChg chg="mod">
          <ac:chgData name="Steven M Christey" userId="f24da668-4c1f-41c0-850e-113e2bdf78cf" providerId="ADAL" clId="{19F25D5F-252C-424D-A52E-D5D089ECF2C6}" dt="2025-01-31T15:34:42.979" v="920" actId="1076"/>
          <ac:spMkLst>
            <pc:docMk/>
            <pc:sldMk cId="1502259985" sldId="541"/>
            <ac:spMk id="2" creationId="{FE27698D-BC9A-28D2-4336-B8478BD9DE4F}"/>
          </ac:spMkLst>
        </pc:spChg>
        <pc:spChg chg="mod">
          <ac:chgData name="Steven M Christey" userId="f24da668-4c1f-41c0-850e-113e2bdf78cf" providerId="ADAL" clId="{19F25D5F-252C-424D-A52E-D5D089ECF2C6}" dt="2025-01-31T15:41:50.169" v="1169"/>
          <ac:spMkLst>
            <pc:docMk/>
            <pc:sldMk cId="1502259985" sldId="541"/>
            <ac:spMk id="3" creationId="{8E18EDAB-114A-7565-3477-1309F48B90FB}"/>
          </ac:spMkLst>
        </pc:spChg>
      </pc:sldChg>
      <pc:sldChg chg="modSp new mod">
        <pc:chgData name="Steven M Christey" userId="f24da668-4c1f-41c0-850e-113e2bdf78cf" providerId="ADAL" clId="{19F25D5F-252C-424D-A52E-D5D089ECF2C6}" dt="2025-01-31T15:45:41.243" v="1293" actId="14"/>
        <pc:sldMkLst>
          <pc:docMk/>
          <pc:sldMk cId="2730253842" sldId="542"/>
        </pc:sldMkLst>
        <pc:spChg chg="mod">
          <ac:chgData name="Steven M Christey" userId="f24da668-4c1f-41c0-850e-113e2bdf78cf" providerId="ADAL" clId="{19F25D5F-252C-424D-A52E-D5D089ECF2C6}" dt="2025-01-31T15:42:27.118" v="1186"/>
          <ac:spMkLst>
            <pc:docMk/>
            <pc:sldMk cId="2730253842" sldId="542"/>
            <ac:spMk id="2" creationId="{91D802BE-518D-D6E6-531C-A2E587BDF05C}"/>
          </ac:spMkLst>
        </pc:spChg>
        <pc:spChg chg="mod">
          <ac:chgData name="Steven M Christey" userId="f24da668-4c1f-41c0-850e-113e2bdf78cf" providerId="ADAL" clId="{19F25D5F-252C-424D-A52E-D5D089ECF2C6}" dt="2025-01-31T15:45:41.243" v="1293" actId="14"/>
          <ac:spMkLst>
            <pc:docMk/>
            <pc:sldMk cId="2730253842" sldId="542"/>
            <ac:spMk id="3" creationId="{CF8600D0-E349-74FD-4214-23DC700A0F91}"/>
          </ac:spMkLst>
        </pc:spChg>
      </pc:sldChg>
      <pc:sldChg chg="modSp new mod">
        <pc:chgData name="Steven M Christey" userId="f24da668-4c1f-41c0-850e-113e2bdf78cf" providerId="ADAL" clId="{19F25D5F-252C-424D-A52E-D5D089ECF2C6}" dt="2025-01-31T15:49:39.485" v="1472" actId="20577"/>
        <pc:sldMkLst>
          <pc:docMk/>
          <pc:sldMk cId="373026186" sldId="543"/>
        </pc:sldMkLst>
        <pc:spChg chg="mod">
          <ac:chgData name="Steven M Christey" userId="f24da668-4c1f-41c0-850e-113e2bdf78cf" providerId="ADAL" clId="{19F25D5F-252C-424D-A52E-D5D089ECF2C6}" dt="2025-01-31T15:49:19.787" v="1399" actId="20577"/>
          <ac:spMkLst>
            <pc:docMk/>
            <pc:sldMk cId="373026186" sldId="543"/>
            <ac:spMk id="2" creationId="{0AF37094-A533-79D5-3374-777789798775}"/>
          </ac:spMkLst>
        </pc:spChg>
        <pc:spChg chg="mod">
          <ac:chgData name="Steven M Christey" userId="f24da668-4c1f-41c0-850e-113e2bdf78cf" providerId="ADAL" clId="{19F25D5F-252C-424D-A52E-D5D089ECF2C6}" dt="2025-01-31T15:49:39.485" v="1472" actId="20577"/>
          <ac:spMkLst>
            <pc:docMk/>
            <pc:sldMk cId="373026186" sldId="543"/>
            <ac:spMk id="3" creationId="{4AAD0163-4D5C-07F0-AD94-0E567808EB5B}"/>
          </ac:spMkLst>
        </pc:spChg>
      </pc:sldChg>
      <pc:sldChg chg="modSp new mod">
        <pc:chgData name="Steven M Christey" userId="f24da668-4c1f-41c0-850e-113e2bdf78cf" providerId="ADAL" clId="{19F25D5F-252C-424D-A52E-D5D089ECF2C6}" dt="2025-01-31T15:51:20.340" v="1543" actId="20577"/>
        <pc:sldMkLst>
          <pc:docMk/>
          <pc:sldMk cId="1696381557" sldId="544"/>
        </pc:sldMkLst>
      </pc:sldChg>
    </pc:docChg>
  </pc:docChgLst>
  <pc:docChgLst>
    <pc:chgData name="Steven M Christey" userId="f24da668-4c1f-41c0-850e-113e2bdf78cf" providerId="ADAL" clId="{004DF47B-EA38-450F-A79E-40B5A7500405}"/>
    <pc:docChg chg="undo custSel addSld modSld sldOrd">
      <pc:chgData name="Steven M Christey" userId="f24da668-4c1f-41c0-850e-113e2bdf78cf" providerId="ADAL" clId="{004DF47B-EA38-450F-A79E-40B5A7500405}" dt="2024-12-20T16:55:32.699" v="1705" actId="6549"/>
      <pc:docMkLst>
        <pc:docMk/>
      </pc:docMkLst>
      <pc:sldChg chg="modSp mod">
        <pc:chgData name="Steven M Christey" userId="f24da668-4c1f-41c0-850e-113e2bdf78cf" providerId="ADAL" clId="{004DF47B-EA38-450F-A79E-40B5A7500405}" dt="2024-12-20T15:11:15.893" v="83" actId="20577"/>
        <pc:sldMkLst>
          <pc:docMk/>
          <pc:sldMk cId="1454278300" sldId="459"/>
        </pc:sldMkLst>
        <pc:spChg chg="mod">
          <ac:chgData name="Steven M Christey" userId="f24da668-4c1f-41c0-850e-113e2bdf78cf" providerId="ADAL" clId="{004DF47B-EA38-450F-A79E-40B5A7500405}" dt="2024-12-20T15:11:15.893" v="83" actId="20577"/>
          <ac:spMkLst>
            <pc:docMk/>
            <pc:sldMk cId="1454278300" sldId="459"/>
            <ac:spMk id="3" creationId="{0992DF88-AC24-0FBF-1177-62DD9110498B}"/>
          </ac:spMkLst>
        </pc:spChg>
      </pc:sldChg>
      <pc:sldChg chg="modSp mod">
        <pc:chgData name="Steven M Christey" userId="f24da668-4c1f-41c0-850e-113e2bdf78cf" providerId="ADAL" clId="{004DF47B-EA38-450F-A79E-40B5A7500405}" dt="2024-12-20T15:39:53.083" v="1130" actId="20577"/>
        <pc:sldMkLst>
          <pc:docMk/>
          <pc:sldMk cId="1259113184" sldId="475"/>
        </pc:sldMkLst>
        <pc:spChg chg="mod">
          <ac:chgData name="Steven M Christey" userId="f24da668-4c1f-41c0-850e-113e2bdf78cf" providerId="ADAL" clId="{004DF47B-EA38-450F-A79E-40B5A7500405}" dt="2024-12-20T15:39:53.083" v="1130" actId="20577"/>
          <ac:spMkLst>
            <pc:docMk/>
            <pc:sldMk cId="1259113184" sldId="475"/>
            <ac:spMk id="3" creationId="{32062DF9-CFF1-0BEE-15FF-59D403B018ED}"/>
          </ac:spMkLst>
        </pc:spChg>
      </pc:sldChg>
      <pc:sldChg chg="modSp mod ord">
        <pc:chgData name="Steven M Christey" userId="f24da668-4c1f-41c0-850e-113e2bdf78cf" providerId="ADAL" clId="{004DF47B-EA38-450F-A79E-40B5A7500405}" dt="2024-12-20T15:58:14.296" v="1518" actId="20577"/>
        <pc:sldMkLst>
          <pc:docMk/>
          <pc:sldMk cId="1434978729" sldId="489"/>
        </pc:sldMkLst>
      </pc:sldChg>
      <pc:sldChg chg="modSp mod ord">
        <pc:chgData name="Steven M Christey" userId="f24da668-4c1f-41c0-850e-113e2bdf78cf" providerId="ADAL" clId="{004DF47B-EA38-450F-A79E-40B5A7500405}" dt="2024-12-20T16:00:50.690" v="1582" actId="20577"/>
        <pc:sldMkLst>
          <pc:docMk/>
          <pc:sldMk cId="915149386" sldId="514"/>
        </pc:sldMkLst>
        <pc:spChg chg="mod">
          <ac:chgData name="Steven M Christey" userId="f24da668-4c1f-41c0-850e-113e2bdf78cf" providerId="ADAL" clId="{004DF47B-EA38-450F-A79E-40B5A7500405}" dt="2024-12-20T16:00:50.690" v="1582" actId="20577"/>
          <ac:spMkLst>
            <pc:docMk/>
            <pc:sldMk cId="915149386" sldId="514"/>
            <ac:spMk id="3" creationId="{D4348C02-DFCE-A2E4-D523-D69A254A7D49}"/>
          </ac:spMkLst>
        </pc:spChg>
      </pc:sldChg>
      <pc:sldChg chg="modSp mod">
        <pc:chgData name="Steven M Christey" userId="f24da668-4c1f-41c0-850e-113e2bdf78cf" providerId="ADAL" clId="{004DF47B-EA38-450F-A79E-40B5A7500405}" dt="2024-12-20T16:16:53.524" v="1680" actId="20577"/>
        <pc:sldMkLst>
          <pc:docMk/>
          <pc:sldMk cId="725849126" sldId="515"/>
        </pc:sldMkLst>
      </pc:sldChg>
      <pc:sldChg chg="modSp mod">
        <pc:chgData name="Steven M Christey" userId="f24da668-4c1f-41c0-850e-113e2bdf78cf" providerId="ADAL" clId="{004DF47B-EA38-450F-A79E-40B5A7500405}" dt="2024-12-20T15:12:51.136" v="118" actId="20577"/>
        <pc:sldMkLst>
          <pc:docMk/>
          <pc:sldMk cId="886054424" sldId="522"/>
        </pc:sldMkLst>
      </pc:sldChg>
      <pc:sldChg chg="addSp delSp mod">
        <pc:chgData name="Steven M Christey" userId="f24da668-4c1f-41c0-850e-113e2bdf78cf" providerId="ADAL" clId="{004DF47B-EA38-450F-A79E-40B5A7500405}" dt="2024-12-20T15:34:43.732" v="687" actId="22"/>
        <pc:sldMkLst>
          <pc:docMk/>
          <pc:sldMk cId="2610765628" sldId="531"/>
        </pc:sldMkLst>
      </pc:sldChg>
      <pc:sldChg chg="modSp add mod">
        <pc:chgData name="Steven M Christey" userId="f24da668-4c1f-41c0-850e-113e2bdf78cf" providerId="ADAL" clId="{004DF47B-EA38-450F-A79E-40B5A7500405}" dt="2024-12-20T16:55:32.699" v="1705" actId="6549"/>
        <pc:sldMkLst>
          <pc:docMk/>
          <pc:sldMk cId="150708501" sldId="533"/>
        </pc:sldMkLst>
        <pc:spChg chg="mod">
          <ac:chgData name="Steven M Christey" userId="f24da668-4c1f-41c0-850e-113e2bdf78cf" providerId="ADAL" clId="{004DF47B-EA38-450F-A79E-40B5A7500405}" dt="2024-12-20T16:55:32.699" v="1705" actId="6549"/>
          <ac:spMkLst>
            <pc:docMk/>
            <pc:sldMk cId="150708501" sldId="533"/>
            <ac:spMk id="5" creationId="{F150325F-23B4-2959-C512-1363416E3D5B}"/>
          </ac:spMkLst>
        </pc:spChg>
      </pc:sldChg>
      <pc:sldChg chg="modSp new mod">
        <pc:chgData name="Steven M Christey" userId="f24da668-4c1f-41c0-850e-113e2bdf78cf" providerId="ADAL" clId="{004DF47B-EA38-450F-A79E-40B5A7500405}" dt="2024-12-20T15:37:08.597" v="1069" actId="20577"/>
        <pc:sldMkLst>
          <pc:docMk/>
          <pc:sldMk cId="674283638" sldId="534"/>
        </pc:sldMkLst>
        <pc:spChg chg="mod">
          <ac:chgData name="Steven M Christey" userId="f24da668-4c1f-41c0-850e-113e2bdf78cf" providerId="ADAL" clId="{004DF47B-EA38-450F-A79E-40B5A7500405}" dt="2024-12-20T15:34:55.509" v="694" actId="20577"/>
          <ac:spMkLst>
            <pc:docMk/>
            <pc:sldMk cId="674283638" sldId="534"/>
            <ac:spMk id="2" creationId="{B68AAB70-A147-2E82-9984-2F1D7F40BA9E}"/>
          </ac:spMkLst>
        </pc:spChg>
        <pc:spChg chg="mod">
          <ac:chgData name="Steven M Christey" userId="f24da668-4c1f-41c0-850e-113e2bdf78cf" providerId="ADAL" clId="{004DF47B-EA38-450F-A79E-40B5A7500405}" dt="2024-12-20T15:37:08.597" v="1069" actId="20577"/>
          <ac:spMkLst>
            <pc:docMk/>
            <pc:sldMk cId="674283638" sldId="534"/>
            <ac:spMk id="3" creationId="{1A065927-5551-1053-CA96-EFA73AF6FCFB}"/>
          </ac:spMkLst>
        </pc:spChg>
      </pc:sldChg>
      <pc:sldChg chg="modSp add mod">
        <pc:chgData name="Steven M Christey" userId="f24da668-4c1f-41c0-850e-113e2bdf78cf" providerId="ADAL" clId="{004DF47B-EA38-450F-A79E-40B5A7500405}" dt="2024-12-20T15:58:41.720" v="1549" actId="20577"/>
        <pc:sldMkLst>
          <pc:docMk/>
          <pc:sldMk cId="2559893375" sldId="535"/>
        </pc:sldMkLst>
      </pc:sldChg>
    </pc:docChg>
  </pc:docChgLst>
  <pc:docChgLst>
    <pc:chgData name="Steven M Christey" userId="f24da668-4c1f-41c0-850e-113e2bdf78cf" providerId="ADAL" clId="{226DC153-8E0C-4566-9170-E041DE78683C}"/>
    <pc:docChg chg="undo custSel addSld delSld modSld sldOrd">
      <pc:chgData name="Steven M Christey" userId="f24da668-4c1f-41c0-850e-113e2bdf78cf" providerId="ADAL" clId="{226DC153-8E0C-4566-9170-E041DE78683C}" dt="2024-10-18T14:17:20.625" v="1634"/>
      <pc:docMkLst>
        <pc:docMk/>
      </pc:docMkLst>
      <pc:sldChg chg="modSp mod">
        <pc:chgData name="Steven M Christey" userId="f24da668-4c1f-41c0-850e-113e2bdf78cf" providerId="ADAL" clId="{226DC153-8E0C-4566-9170-E041DE78683C}" dt="2024-10-18T14:05:16.722" v="763" actId="207"/>
        <pc:sldMkLst>
          <pc:docMk/>
          <pc:sldMk cId="264977004" sldId="484"/>
        </pc:sldMkLst>
      </pc:sldChg>
      <pc:sldChg chg="add">
        <pc:chgData name="Steven M Christey" userId="f24da668-4c1f-41c0-850e-113e2bdf78cf" providerId="ADAL" clId="{226DC153-8E0C-4566-9170-E041DE78683C}" dt="2024-10-18T14:07:14.985" v="918"/>
        <pc:sldMkLst>
          <pc:docMk/>
          <pc:sldMk cId="1434978729" sldId="489"/>
        </pc:sldMkLst>
      </pc:sldChg>
      <pc:sldChg chg="modSp del mod">
        <pc:chgData name="Steven M Christey" userId="f24da668-4c1f-41c0-850e-113e2bdf78cf" providerId="ADAL" clId="{226DC153-8E0C-4566-9170-E041DE78683C}" dt="2024-10-18T14:07:08.228" v="917" actId="2696"/>
        <pc:sldMkLst>
          <pc:docMk/>
          <pc:sldMk cId="3218877620" sldId="489"/>
        </pc:sldMkLst>
      </pc:sldChg>
      <pc:sldChg chg="add">
        <pc:chgData name="Steven M Christey" userId="f24da668-4c1f-41c0-850e-113e2bdf78cf" providerId="ADAL" clId="{226DC153-8E0C-4566-9170-E041DE78683C}" dt="2024-10-18T14:04:45.646" v="760"/>
        <pc:sldMkLst>
          <pc:docMk/>
          <pc:sldMk cId="1582117500" sldId="495"/>
        </pc:sldMkLst>
      </pc:sldChg>
      <pc:sldChg chg="del">
        <pc:chgData name="Steven M Christey" userId="f24da668-4c1f-41c0-850e-113e2bdf78cf" providerId="ADAL" clId="{226DC153-8E0C-4566-9170-E041DE78683C}" dt="2024-10-18T14:04:42.675" v="759" actId="2696"/>
        <pc:sldMkLst>
          <pc:docMk/>
          <pc:sldMk cId="1694784406" sldId="495"/>
        </pc:sldMkLst>
      </pc:sldChg>
      <pc:sldChg chg="del">
        <pc:chgData name="Steven M Christey" userId="f24da668-4c1f-41c0-850e-113e2bdf78cf" providerId="ADAL" clId="{226DC153-8E0C-4566-9170-E041DE78683C}" dt="2024-10-18T14:04:42.675" v="759" actId="2696"/>
        <pc:sldMkLst>
          <pc:docMk/>
          <pc:sldMk cId="3197665598" sldId="503"/>
        </pc:sldMkLst>
      </pc:sldChg>
      <pc:sldChg chg="add ord">
        <pc:chgData name="Steven M Christey" userId="f24da668-4c1f-41c0-850e-113e2bdf78cf" providerId="ADAL" clId="{226DC153-8E0C-4566-9170-E041DE78683C}" dt="2024-10-18T14:17:20.625" v="1634"/>
        <pc:sldMkLst>
          <pc:docMk/>
          <pc:sldMk cId="3714274698" sldId="503"/>
        </pc:sldMkLst>
      </pc:sldChg>
      <pc:sldChg chg="del">
        <pc:chgData name="Steven M Christey" userId="f24da668-4c1f-41c0-850e-113e2bdf78cf" providerId="ADAL" clId="{226DC153-8E0C-4566-9170-E041DE78683C}" dt="2024-10-18T14:04:42.675" v="759" actId="2696"/>
        <pc:sldMkLst>
          <pc:docMk/>
          <pc:sldMk cId="610597220" sldId="504"/>
        </pc:sldMkLst>
      </pc:sldChg>
      <pc:sldChg chg="add">
        <pc:chgData name="Steven M Christey" userId="f24da668-4c1f-41c0-850e-113e2bdf78cf" providerId="ADAL" clId="{226DC153-8E0C-4566-9170-E041DE78683C}" dt="2024-10-18T14:04:45.646" v="760"/>
        <pc:sldMkLst>
          <pc:docMk/>
          <pc:sldMk cId="1661787862" sldId="504"/>
        </pc:sldMkLst>
      </pc:sldChg>
      <pc:sldChg chg="modSp new mod">
        <pc:chgData name="Steven M Christey" userId="f24da668-4c1f-41c0-850e-113e2bdf78cf" providerId="ADAL" clId="{226DC153-8E0C-4566-9170-E041DE78683C}" dt="2024-10-18T14:15:39.747" v="1614" actId="6549"/>
        <pc:sldMkLst>
          <pc:docMk/>
          <pc:sldMk cId="725849126" sldId="515"/>
        </pc:sldMkLst>
      </pc:sldChg>
      <pc:sldChg chg="modSp new mod">
        <pc:chgData name="Steven M Christey" userId="f24da668-4c1f-41c0-850e-113e2bdf78cf" providerId="ADAL" clId="{226DC153-8E0C-4566-9170-E041DE78683C}" dt="2024-10-18T14:05:50.194" v="833" actId="20577"/>
        <pc:sldMkLst>
          <pc:docMk/>
          <pc:sldMk cId="1870269555" sldId="516"/>
        </pc:sldMkLst>
      </pc:sldChg>
      <pc:sldChg chg="addSp delSp modSp new mod">
        <pc:chgData name="Steven M Christey" userId="f24da668-4c1f-41c0-850e-113e2bdf78cf" providerId="ADAL" clId="{226DC153-8E0C-4566-9170-E041DE78683C}" dt="2024-10-18T14:16:12.218" v="1617" actId="962"/>
        <pc:sldMkLst>
          <pc:docMk/>
          <pc:sldMk cId="2222703689" sldId="517"/>
        </pc:sldMkLst>
      </pc:sldChg>
      <pc:sldChg chg="addSp delSp modSp add mod">
        <pc:chgData name="Steven M Christey" userId="f24da668-4c1f-41c0-850e-113e2bdf78cf" providerId="ADAL" clId="{226DC153-8E0C-4566-9170-E041DE78683C}" dt="2024-10-18T14:16:30.014" v="1632" actId="962"/>
        <pc:sldMkLst>
          <pc:docMk/>
          <pc:sldMk cId="1368757520" sldId="518"/>
        </pc:sldMkLst>
      </pc:sldChg>
    </pc:docChg>
  </pc:docChgLst>
  <pc:docChgLst>
    <pc:chgData name="Connor Mullaly" userId="731a1e22-c293-4cbb-8aca-216affcf4059" providerId="ADAL" clId="{38BAB698-7998-44D3-960A-A7863BA588AF}"/>
    <pc:docChg chg="undo custSel addSld delSld modSld sldOrd">
      <pc:chgData name="Connor Mullaly" userId="731a1e22-c293-4cbb-8aca-216affcf4059" providerId="ADAL" clId="{38BAB698-7998-44D3-960A-A7863BA588AF}" dt="2024-09-20T15:25:54.730" v="483" actId="20577"/>
      <pc:docMkLst>
        <pc:docMk/>
      </pc:docMkLst>
      <pc:sldChg chg="modSp mod">
        <pc:chgData name="Connor Mullaly" userId="731a1e22-c293-4cbb-8aca-216affcf4059" providerId="ADAL" clId="{38BAB698-7998-44D3-960A-A7863BA588AF}" dt="2024-09-20T14:28:53.021" v="3" actId="20577"/>
        <pc:sldMkLst>
          <pc:docMk/>
          <pc:sldMk cId="1454278300" sldId="459"/>
        </pc:sldMkLst>
      </pc:sldChg>
      <pc:sldChg chg="modSp mod">
        <pc:chgData name="Connor Mullaly" userId="731a1e22-c293-4cbb-8aca-216affcf4059" providerId="ADAL" clId="{38BAB698-7998-44D3-960A-A7863BA588AF}" dt="2024-09-20T14:50:31.280" v="444" actId="20577"/>
        <pc:sldMkLst>
          <pc:docMk/>
          <pc:sldMk cId="1259113184" sldId="475"/>
        </pc:sldMkLst>
      </pc:sldChg>
      <pc:sldChg chg="modSp mod">
        <pc:chgData name="Connor Mullaly" userId="731a1e22-c293-4cbb-8aca-216affcf4059" providerId="ADAL" clId="{38BAB698-7998-44D3-960A-A7863BA588AF}" dt="2024-09-20T14:49:50.182" v="381" actId="207"/>
        <pc:sldMkLst>
          <pc:docMk/>
          <pc:sldMk cId="264977004" sldId="484"/>
        </pc:sldMkLst>
      </pc:sldChg>
      <pc:sldChg chg="modSp mod modCm">
        <pc:chgData name="Connor Mullaly" userId="731a1e22-c293-4cbb-8aca-216affcf4059" providerId="ADAL" clId="{38BAB698-7998-44D3-960A-A7863BA588AF}" dt="2024-09-20T15:20:54.359" v="481" actId="20577"/>
        <pc:sldMkLst>
          <pc:docMk/>
          <pc:sldMk cId="4197602607" sldId="488"/>
        </pc:sldMkLst>
        <pc:extLst>
          <p:ext xmlns:p="http://schemas.openxmlformats.org/presentationml/2006/main" uri="{D6D511B9-2390-475A-947B-AFAB55BFBCF1}">
            <pc226:cmChg xmlns:pc226="http://schemas.microsoft.com/office/powerpoint/2022/06/main/command" chg="mod">
              <pc226:chgData name="Connor Mullaly" userId="731a1e22-c293-4cbb-8aca-216affcf4059" providerId="ADAL" clId="{38BAB698-7998-44D3-960A-A7863BA588AF}" dt="2024-09-20T15:20:54.359" v="481" actId="20577"/>
              <pc2:cmMkLst xmlns:pc2="http://schemas.microsoft.com/office/powerpoint/2019/9/main/command">
                <pc:docMk/>
                <pc:sldMk cId="4197602607" sldId="488"/>
                <pc2:cmMk id="{7635F241-75AB-F64C-9F2A-2E987A44DF3F}"/>
              </pc2:cmMkLst>
            </pc226:cmChg>
          </p:ext>
        </pc:extLst>
      </pc:sldChg>
      <pc:sldChg chg="modSp mod">
        <pc:chgData name="Connor Mullaly" userId="731a1e22-c293-4cbb-8aca-216affcf4059" providerId="ADAL" clId="{38BAB698-7998-44D3-960A-A7863BA588AF}" dt="2024-09-20T14:40:19.444" v="245" actId="20577"/>
        <pc:sldMkLst>
          <pc:docMk/>
          <pc:sldMk cId="3218877620" sldId="489"/>
        </pc:sldMkLst>
      </pc:sldChg>
      <pc:sldChg chg="del">
        <pc:chgData name="Connor Mullaly" userId="731a1e22-c293-4cbb-8aca-216affcf4059" providerId="ADAL" clId="{38BAB698-7998-44D3-960A-A7863BA588AF}" dt="2024-09-20T14:39:31.186" v="240" actId="47"/>
        <pc:sldMkLst>
          <pc:docMk/>
          <pc:sldMk cId="4195993894" sldId="492"/>
        </pc:sldMkLst>
      </pc:sldChg>
      <pc:sldChg chg="modSp mod">
        <pc:chgData name="Connor Mullaly" userId="731a1e22-c293-4cbb-8aca-216affcf4059" providerId="ADAL" clId="{38BAB698-7998-44D3-960A-A7863BA588AF}" dt="2024-09-20T14:47:22.334" v="354" actId="20577"/>
        <pc:sldMkLst>
          <pc:docMk/>
          <pc:sldMk cId="1870174279" sldId="493"/>
        </pc:sldMkLst>
      </pc:sldChg>
      <pc:sldChg chg="modSp mod">
        <pc:chgData name="Connor Mullaly" userId="731a1e22-c293-4cbb-8aca-216affcf4059" providerId="ADAL" clId="{38BAB698-7998-44D3-960A-A7863BA588AF}" dt="2024-09-20T14:45:15.769" v="333" actId="207"/>
        <pc:sldMkLst>
          <pc:docMk/>
          <pc:sldMk cId="250821381" sldId="494"/>
        </pc:sldMkLst>
      </pc:sldChg>
      <pc:sldChg chg="del">
        <pc:chgData name="Connor Mullaly" userId="731a1e22-c293-4cbb-8aca-216affcf4059" providerId="ADAL" clId="{38BAB698-7998-44D3-960A-A7863BA588AF}" dt="2024-09-20T14:39:57.899" v="241" actId="47"/>
        <pc:sldMkLst>
          <pc:docMk/>
          <pc:sldMk cId="3398638979" sldId="496"/>
        </pc:sldMkLst>
      </pc:sldChg>
      <pc:sldChg chg="del">
        <pc:chgData name="Connor Mullaly" userId="731a1e22-c293-4cbb-8aca-216affcf4059" providerId="ADAL" clId="{38BAB698-7998-44D3-960A-A7863BA588AF}" dt="2024-09-20T14:40:00.191" v="242" actId="47"/>
        <pc:sldMkLst>
          <pc:docMk/>
          <pc:sldMk cId="3618620616" sldId="497"/>
        </pc:sldMkLst>
      </pc:sldChg>
      <pc:sldChg chg="modSp mod">
        <pc:chgData name="Connor Mullaly" userId="731a1e22-c293-4cbb-8aca-216affcf4059" providerId="ADAL" clId="{38BAB698-7998-44D3-960A-A7863BA588AF}" dt="2024-09-20T14:45:38.619" v="335" actId="20577"/>
        <pc:sldMkLst>
          <pc:docMk/>
          <pc:sldMk cId="2746674832" sldId="501"/>
        </pc:sldMkLst>
      </pc:sldChg>
      <pc:sldChg chg="del">
        <pc:chgData name="Connor Mullaly" userId="731a1e22-c293-4cbb-8aca-216affcf4059" providerId="ADAL" clId="{38BAB698-7998-44D3-960A-A7863BA588AF}" dt="2024-09-20T14:32:51.813" v="71" actId="47"/>
        <pc:sldMkLst>
          <pc:docMk/>
          <pc:sldMk cId="1027931571" sldId="502"/>
        </pc:sldMkLst>
      </pc:sldChg>
      <pc:sldChg chg="del">
        <pc:chgData name="Connor Mullaly" userId="731a1e22-c293-4cbb-8aca-216affcf4059" providerId="ADAL" clId="{38BAB698-7998-44D3-960A-A7863BA588AF}" dt="2024-09-20T14:39:25.341" v="238" actId="47"/>
        <pc:sldMkLst>
          <pc:docMk/>
          <pc:sldMk cId="875236698" sldId="505"/>
        </pc:sldMkLst>
      </pc:sldChg>
      <pc:sldChg chg="del">
        <pc:chgData name="Connor Mullaly" userId="731a1e22-c293-4cbb-8aca-216affcf4059" providerId="ADAL" clId="{38BAB698-7998-44D3-960A-A7863BA588AF}" dt="2024-09-20T14:32:54.740" v="72" actId="47"/>
        <pc:sldMkLst>
          <pc:docMk/>
          <pc:sldMk cId="1921678071" sldId="508"/>
        </pc:sldMkLst>
      </pc:sldChg>
      <pc:sldChg chg="del">
        <pc:chgData name="Connor Mullaly" userId="731a1e22-c293-4cbb-8aca-216affcf4059" providerId="ADAL" clId="{38BAB698-7998-44D3-960A-A7863BA588AF}" dt="2024-09-20T14:39:28.118" v="239" actId="47"/>
        <pc:sldMkLst>
          <pc:docMk/>
          <pc:sldMk cId="3368767752" sldId="509"/>
        </pc:sldMkLst>
      </pc:sldChg>
      <pc:sldChg chg="modSp new mod">
        <pc:chgData name="Connor Mullaly" userId="731a1e22-c293-4cbb-8aca-216affcf4059" providerId="ADAL" clId="{38BAB698-7998-44D3-960A-A7863BA588AF}" dt="2024-09-20T14:45:19.889" v="334" actId="207"/>
        <pc:sldMkLst>
          <pc:docMk/>
          <pc:sldMk cId="1290072596" sldId="512"/>
        </pc:sldMkLst>
      </pc:sldChg>
      <pc:sldChg chg="modSp new mod ord">
        <pc:chgData name="Connor Mullaly" userId="731a1e22-c293-4cbb-8aca-216affcf4059" providerId="ADAL" clId="{38BAB698-7998-44D3-960A-A7863BA588AF}" dt="2024-09-20T15:25:54.730" v="483" actId="20577"/>
        <pc:sldMkLst>
          <pc:docMk/>
          <pc:sldMk cId="174106093" sldId="513"/>
        </pc:sldMkLst>
      </pc:sldChg>
    </pc:docChg>
  </pc:docChgLst>
  <pc:docChgLst>
    <pc:chgData name="Alec J Summers" userId="S::asummers@mitre.org::d9c4246f-ffa8-4c52-a253-9dc5efe19efc" providerId="AD" clId="Web-{C723249B-3A3F-42BF-9763-B3C1AE422D4C}"/>
    <pc:docChg chg="modSld">
      <pc:chgData name="Alec J Summers" userId="S::asummers@mitre.org::d9c4246f-ffa8-4c52-a253-9dc5efe19efc" providerId="AD" clId="Web-{C723249B-3A3F-42BF-9763-B3C1AE422D4C}" dt="2024-11-15T15:56:28.554" v="13" actId="20577"/>
      <pc:docMkLst>
        <pc:docMk/>
      </pc:docMkLst>
    </pc:docChg>
  </pc:docChgLst>
  <pc:docChgLst>
    <pc:chgData name="Steven M Christey" userId="f24da668-4c1f-41c0-850e-113e2bdf78cf" providerId="ADAL" clId="{FFE09C7E-0819-41EC-8BAB-2A7E045CA1AC}"/>
    <pc:docChg chg="undo redo custSel addSld delSld modSld sldOrd">
      <pc:chgData name="Steven M Christey" userId="f24da668-4c1f-41c0-850e-113e2bdf78cf" providerId="ADAL" clId="{FFE09C7E-0819-41EC-8BAB-2A7E045CA1AC}" dt="2025-02-28T16:41:21.787" v="3296" actId="20577"/>
      <pc:docMkLst>
        <pc:docMk/>
      </pc:docMkLst>
      <pc:sldChg chg="modSp mod">
        <pc:chgData name="Steven M Christey" userId="f24da668-4c1f-41c0-850e-113e2bdf78cf" providerId="ADAL" clId="{FFE09C7E-0819-41EC-8BAB-2A7E045CA1AC}" dt="2025-02-28T14:43:37.719" v="3" actId="20577"/>
        <pc:sldMkLst>
          <pc:docMk/>
          <pc:sldMk cId="1454278300" sldId="459"/>
        </pc:sldMkLst>
        <pc:spChg chg="mod">
          <ac:chgData name="Steven M Christey" userId="f24da668-4c1f-41c0-850e-113e2bdf78cf" providerId="ADAL" clId="{FFE09C7E-0819-41EC-8BAB-2A7E045CA1AC}" dt="2025-02-28T14:43:37.719" v="3" actId="20577"/>
          <ac:spMkLst>
            <pc:docMk/>
            <pc:sldMk cId="1454278300" sldId="459"/>
            <ac:spMk id="3" creationId="{0992DF88-AC24-0FBF-1177-62DD9110498B}"/>
          </ac:spMkLst>
        </pc:spChg>
      </pc:sldChg>
      <pc:sldChg chg="modSp mod">
        <pc:chgData name="Steven M Christey" userId="f24da668-4c1f-41c0-850e-113e2bdf78cf" providerId="ADAL" clId="{FFE09C7E-0819-41EC-8BAB-2A7E045CA1AC}" dt="2025-02-28T14:47:02.124" v="4" actId="20577"/>
        <pc:sldMkLst>
          <pc:docMk/>
          <pc:sldMk cId="1259113184" sldId="475"/>
        </pc:sldMkLst>
        <pc:spChg chg="mod">
          <ac:chgData name="Steven M Christey" userId="f24da668-4c1f-41c0-850e-113e2bdf78cf" providerId="ADAL" clId="{FFE09C7E-0819-41EC-8BAB-2A7E045CA1AC}" dt="2025-02-28T14:47:02.124" v="4" actId="20577"/>
          <ac:spMkLst>
            <pc:docMk/>
            <pc:sldMk cId="1259113184" sldId="475"/>
            <ac:spMk id="3" creationId="{32062DF9-CFF1-0BEE-15FF-59D403B018ED}"/>
          </ac:spMkLst>
        </pc:spChg>
      </pc:sldChg>
      <pc:sldChg chg="modSp add mod">
        <pc:chgData name="Steven M Christey" userId="f24da668-4c1f-41c0-850e-113e2bdf78cf" providerId="ADAL" clId="{FFE09C7E-0819-41EC-8BAB-2A7E045CA1AC}" dt="2025-02-28T16:02:08.377" v="2982"/>
        <pc:sldMkLst>
          <pc:docMk/>
          <pc:sldMk cId="4197602607" sldId="488"/>
        </pc:sldMkLst>
        <pc:spChg chg="mod">
          <ac:chgData name="Steven M Christey" userId="f24da668-4c1f-41c0-850e-113e2bdf78cf" providerId="ADAL" clId="{FFE09C7E-0819-41EC-8BAB-2A7E045CA1AC}" dt="2025-02-28T16:02:08.377" v="2982"/>
          <ac:spMkLst>
            <pc:docMk/>
            <pc:sldMk cId="4197602607" sldId="488"/>
            <ac:spMk id="3" creationId="{91BBE544-B07D-A22E-1C50-A45E8F9C0351}"/>
          </ac:spMkLst>
        </pc:spChg>
      </pc:sldChg>
      <pc:sldChg chg="modSp add mod">
        <pc:chgData name="Steven M Christey" userId="f24da668-4c1f-41c0-850e-113e2bdf78cf" providerId="ADAL" clId="{FFE09C7E-0819-41EC-8BAB-2A7E045CA1AC}" dt="2025-02-28T15:36:30.182" v="2117" actId="20577"/>
        <pc:sldMkLst>
          <pc:docMk/>
          <pc:sldMk cId="4195993894" sldId="492"/>
        </pc:sldMkLst>
        <pc:spChg chg="mod">
          <ac:chgData name="Steven M Christey" userId="f24da668-4c1f-41c0-850e-113e2bdf78cf" providerId="ADAL" clId="{FFE09C7E-0819-41EC-8BAB-2A7E045CA1AC}" dt="2025-02-28T15:36:30.182" v="2117" actId="20577"/>
          <ac:spMkLst>
            <pc:docMk/>
            <pc:sldMk cId="4195993894" sldId="492"/>
            <ac:spMk id="3" creationId="{91BBE544-B07D-A22E-1C50-A45E8F9C0351}"/>
          </ac:spMkLst>
        </pc:spChg>
      </pc:sldChg>
      <pc:sldChg chg="modSp add mod ord">
        <pc:chgData name="Steven M Christey" userId="f24da668-4c1f-41c0-850e-113e2bdf78cf" providerId="ADAL" clId="{FFE09C7E-0819-41EC-8BAB-2A7E045CA1AC}" dt="2025-02-28T16:00:30.884" v="2976"/>
        <pc:sldMkLst>
          <pc:docMk/>
          <pc:sldMk cId="1870174279" sldId="493"/>
        </pc:sldMkLst>
        <pc:spChg chg="mod">
          <ac:chgData name="Steven M Christey" userId="f24da668-4c1f-41c0-850e-113e2bdf78cf" providerId="ADAL" clId="{FFE09C7E-0819-41EC-8BAB-2A7E045CA1AC}" dt="2025-02-28T16:00:30.884" v="2976"/>
          <ac:spMkLst>
            <pc:docMk/>
            <pc:sldMk cId="1870174279" sldId="493"/>
            <ac:spMk id="3" creationId="{91BBE544-B07D-A22E-1C50-A45E8F9C0351}"/>
          </ac:spMkLst>
        </pc:spChg>
      </pc:sldChg>
      <pc:sldChg chg="modSp add mod">
        <pc:chgData name="Steven M Christey" userId="f24da668-4c1f-41c0-850e-113e2bdf78cf" providerId="ADAL" clId="{FFE09C7E-0819-41EC-8BAB-2A7E045CA1AC}" dt="2025-02-28T15:02:03.856" v="344" actId="20577"/>
        <pc:sldMkLst>
          <pc:docMk/>
          <pc:sldMk cId="250821381" sldId="494"/>
        </pc:sldMkLst>
        <pc:spChg chg="mod">
          <ac:chgData name="Steven M Christey" userId="f24da668-4c1f-41c0-850e-113e2bdf78cf" providerId="ADAL" clId="{FFE09C7E-0819-41EC-8BAB-2A7E045CA1AC}" dt="2025-02-28T15:02:03.856" v="344" actId="20577"/>
          <ac:spMkLst>
            <pc:docMk/>
            <pc:sldMk cId="250821381" sldId="494"/>
            <ac:spMk id="3" creationId="{91BBE544-B07D-A22E-1C50-A45E8F9C0351}"/>
          </ac:spMkLst>
        </pc:spChg>
      </pc:sldChg>
      <pc:sldChg chg="add">
        <pc:chgData name="Steven M Christey" userId="f24da668-4c1f-41c0-850e-113e2bdf78cf" providerId="ADAL" clId="{FFE09C7E-0819-41EC-8BAB-2A7E045CA1AC}" dt="2025-02-28T14:53:27.081" v="211"/>
        <pc:sldMkLst>
          <pc:docMk/>
          <pc:sldMk cId="1694784406" sldId="495"/>
        </pc:sldMkLst>
      </pc:sldChg>
      <pc:sldChg chg="modSp add mod ord">
        <pc:chgData name="Steven M Christey" userId="f24da668-4c1f-41c0-850e-113e2bdf78cf" providerId="ADAL" clId="{FFE09C7E-0819-41EC-8BAB-2A7E045CA1AC}" dt="2025-02-28T15:38:50.921" v="2135" actId="6549"/>
        <pc:sldMkLst>
          <pc:docMk/>
          <pc:sldMk cId="3398638979" sldId="496"/>
        </pc:sldMkLst>
        <pc:spChg chg="mod">
          <ac:chgData name="Steven M Christey" userId="f24da668-4c1f-41c0-850e-113e2bdf78cf" providerId="ADAL" clId="{FFE09C7E-0819-41EC-8BAB-2A7E045CA1AC}" dt="2025-02-28T15:38:50.921" v="2135" actId="6549"/>
          <ac:spMkLst>
            <pc:docMk/>
            <pc:sldMk cId="3398638979" sldId="496"/>
            <ac:spMk id="3" creationId="{91BBE544-B07D-A22E-1C50-A45E8F9C0351}"/>
          </ac:spMkLst>
        </pc:spChg>
      </pc:sldChg>
      <pc:sldChg chg="modSp add mod">
        <pc:chgData name="Steven M Christey" userId="f24da668-4c1f-41c0-850e-113e2bdf78cf" providerId="ADAL" clId="{FFE09C7E-0819-41EC-8BAB-2A7E045CA1AC}" dt="2025-02-28T15:06:30.487" v="512" actId="20577"/>
        <pc:sldMkLst>
          <pc:docMk/>
          <pc:sldMk cId="3618620616" sldId="497"/>
        </pc:sldMkLst>
        <pc:spChg chg="mod">
          <ac:chgData name="Steven M Christey" userId="f24da668-4c1f-41c0-850e-113e2bdf78cf" providerId="ADAL" clId="{FFE09C7E-0819-41EC-8BAB-2A7E045CA1AC}" dt="2025-02-28T15:06:30.487" v="512" actId="20577"/>
          <ac:spMkLst>
            <pc:docMk/>
            <pc:sldMk cId="3618620616" sldId="497"/>
            <ac:spMk id="3" creationId="{91BBE544-B07D-A22E-1C50-A45E8F9C0351}"/>
          </ac:spMkLst>
        </pc:spChg>
      </pc:sldChg>
      <pc:sldChg chg="modSp add mod">
        <pc:chgData name="Steven M Christey" userId="f24da668-4c1f-41c0-850e-113e2bdf78cf" providerId="ADAL" clId="{FFE09C7E-0819-41EC-8BAB-2A7E045CA1AC}" dt="2025-02-28T15:58:12.692" v="2929"/>
        <pc:sldMkLst>
          <pc:docMk/>
          <pc:sldMk cId="2746674832" sldId="501"/>
        </pc:sldMkLst>
        <pc:spChg chg="mod">
          <ac:chgData name="Steven M Christey" userId="f24da668-4c1f-41c0-850e-113e2bdf78cf" providerId="ADAL" clId="{FFE09C7E-0819-41EC-8BAB-2A7E045CA1AC}" dt="2025-02-28T15:58:12.692" v="2929"/>
          <ac:spMkLst>
            <pc:docMk/>
            <pc:sldMk cId="2746674832" sldId="501"/>
            <ac:spMk id="3" creationId="{51E8636F-B33F-D3B0-AADD-CB9D0B1156A6}"/>
          </ac:spMkLst>
        </pc:spChg>
      </pc:sldChg>
      <pc:sldChg chg="modSp add mod">
        <pc:chgData name="Steven M Christey" userId="f24da668-4c1f-41c0-850e-113e2bdf78cf" providerId="ADAL" clId="{FFE09C7E-0819-41EC-8BAB-2A7E045CA1AC}" dt="2025-02-28T16:41:21.787" v="3296" actId="20577"/>
        <pc:sldMkLst>
          <pc:docMk/>
          <pc:sldMk cId="1027931571" sldId="502"/>
        </pc:sldMkLst>
        <pc:spChg chg="mod">
          <ac:chgData name="Steven M Christey" userId="f24da668-4c1f-41c0-850e-113e2bdf78cf" providerId="ADAL" clId="{FFE09C7E-0819-41EC-8BAB-2A7E045CA1AC}" dt="2025-02-28T15:22:49.319" v="1076" actId="20577"/>
          <ac:spMkLst>
            <pc:docMk/>
            <pc:sldMk cId="1027931571" sldId="502"/>
            <ac:spMk id="2" creationId="{19E37A35-361A-4744-A1F2-DE18E636AC13}"/>
          </ac:spMkLst>
        </pc:spChg>
        <pc:spChg chg="mod">
          <ac:chgData name="Steven M Christey" userId="f24da668-4c1f-41c0-850e-113e2bdf78cf" providerId="ADAL" clId="{FFE09C7E-0819-41EC-8BAB-2A7E045CA1AC}" dt="2025-02-28T16:41:21.787" v="3296" actId="20577"/>
          <ac:spMkLst>
            <pc:docMk/>
            <pc:sldMk cId="1027931571" sldId="502"/>
            <ac:spMk id="3" creationId="{93F9826D-B9D1-997D-1F9C-2B9AC119BAA4}"/>
          </ac:spMkLst>
        </pc:spChg>
      </pc:sldChg>
      <pc:sldChg chg="modSp add mod">
        <pc:chgData name="Steven M Christey" userId="f24da668-4c1f-41c0-850e-113e2bdf78cf" providerId="ADAL" clId="{FFE09C7E-0819-41EC-8BAB-2A7E045CA1AC}" dt="2025-02-28T15:01:01.653" v="339" actId="20577"/>
        <pc:sldMkLst>
          <pc:docMk/>
          <pc:sldMk cId="3197665598" sldId="503"/>
        </pc:sldMkLst>
        <pc:spChg chg="mod">
          <ac:chgData name="Steven M Christey" userId="f24da668-4c1f-41c0-850e-113e2bdf78cf" providerId="ADAL" clId="{FFE09C7E-0819-41EC-8BAB-2A7E045CA1AC}" dt="2025-02-28T15:01:01.653" v="339" actId="20577"/>
          <ac:spMkLst>
            <pc:docMk/>
            <pc:sldMk cId="3197665598" sldId="503"/>
            <ac:spMk id="3" creationId="{18903628-5E0D-0F02-4B7C-9332FE4C3448}"/>
          </ac:spMkLst>
        </pc:spChg>
      </pc:sldChg>
      <pc:sldChg chg="add">
        <pc:chgData name="Steven M Christey" userId="f24da668-4c1f-41c0-850e-113e2bdf78cf" providerId="ADAL" clId="{FFE09C7E-0819-41EC-8BAB-2A7E045CA1AC}" dt="2025-02-28T14:53:27.081" v="211"/>
        <pc:sldMkLst>
          <pc:docMk/>
          <pc:sldMk cId="610597220" sldId="504"/>
        </pc:sldMkLst>
      </pc:sldChg>
      <pc:sldChg chg="modSp add mod">
        <pc:chgData name="Steven M Christey" userId="f24da668-4c1f-41c0-850e-113e2bdf78cf" providerId="ADAL" clId="{FFE09C7E-0819-41EC-8BAB-2A7E045CA1AC}" dt="2025-02-28T15:37:57.621" v="2124" actId="20577"/>
        <pc:sldMkLst>
          <pc:docMk/>
          <pc:sldMk cId="875236698" sldId="505"/>
        </pc:sldMkLst>
        <pc:spChg chg="mod">
          <ac:chgData name="Steven M Christey" userId="f24da668-4c1f-41c0-850e-113e2bdf78cf" providerId="ADAL" clId="{FFE09C7E-0819-41EC-8BAB-2A7E045CA1AC}" dt="2025-02-28T15:37:57.621" v="2124" actId="20577"/>
          <ac:spMkLst>
            <pc:docMk/>
            <pc:sldMk cId="875236698" sldId="505"/>
            <ac:spMk id="3" creationId="{60F09E05-5C5B-B252-2D8C-81D9597607D7}"/>
          </ac:spMkLst>
        </pc:spChg>
      </pc:sldChg>
      <pc:sldChg chg="add del">
        <pc:chgData name="Steven M Christey" userId="f24da668-4c1f-41c0-850e-113e2bdf78cf" providerId="ADAL" clId="{FFE09C7E-0819-41EC-8BAB-2A7E045CA1AC}" dt="2025-02-28T15:35:32.814" v="2094" actId="47"/>
        <pc:sldMkLst>
          <pc:docMk/>
          <pc:sldMk cId="3368767752" sldId="509"/>
        </pc:sldMkLst>
      </pc:sldChg>
      <pc:sldChg chg="modSp mod">
        <pc:chgData name="Steven M Christey" userId="f24da668-4c1f-41c0-850e-113e2bdf78cf" providerId="ADAL" clId="{FFE09C7E-0819-41EC-8BAB-2A7E045CA1AC}" dt="2025-02-28T15:28:09.812" v="1689" actId="20577"/>
        <pc:sldMkLst>
          <pc:docMk/>
          <pc:sldMk cId="915149386" sldId="514"/>
        </pc:sldMkLst>
        <pc:spChg chg="mod">
          <ac:chgData name="Steven M Christey" userId="f24da668-4c1f-41c0-850e-113e2bdf78cf" providerId="ADAL" clId="{FFE09C7E-0819-41EC-8BAB-2A7E045CA1AC}" dt="2025-02-28T15:28:09.812" v="1689" actId="20577"/>
          <ac:spMkLst>
            <pc:docMk/>
            <pc:sldMk cId="915149386" sldId="514"/>
            <ac:spMk id="3" creationId="{D4348C02-DFCE-A2E4-D523-D69A254A7D49}"/>
          </ac:spMkLst>
        </pc:spChg>
      </pc:sldChg>
      <pc:sldChg chg="del">
        <pc:chgData name="Steven M Christey" userId="f24da668-4c1f-41c0-850e-113e2bdf78cf" providerId="ADAL" clId="{FFE09C7E-0819-41EC-8BAB-2A7E045CA1AC}" dt="2025-02-28T14:49:32.226" v="113" actId="47"/>
        <pc:sldMkLst>
          <pc:docMk/>
          <pc:sldMk cId="3977709734" sldId="538"/>
        </pc:sldMkLst>
      </pc:sldChg>
      <pc:sldChg chg="modSp mod ord">
        <pc:chgData name="Steven M Christey" userId="f24da668-4c1f-41c0-850e-113e2bdf78cf" providerId="ADAL" clId="{FFE09C7E-0819-41EC-8BAB-2A7E045CA1AC}" dt="2025-02-28T15:32:29.771" v="2002"/>
        <pc:sldMkLst>
          <pc:docMk/>
          <pc:sldMk cId="2266223281" sldId="539"/>
        </pc:sldMkLst>
        <pc:spChg chg="mod">
          <ac:chgData name="Steven M Christey" userId="f24da668-4c1f-41c0-850e-113e2bdf78cf" providerId="ADAL" clId="{FFE09C7E-0819-41EC-8BAB-2A7E045CA1AC}" dt="2025-02-28T14:51:30.106" v="185" actId="20577"/>
          <ac:spMkLst>
            <pc:docMk/>
            <pc:sldMk cId="2266223281" sldId="539"/>
            <ac:spMk id="2" creationId="{994EE636-A57B-BB7C-C698-DCB6F2A7B071}"/>
          </ac:spMkLst>
        </pc:spChg>
        <pc:spChg chg="mod">
          <ac:chgData name="Steven M Christey" userId="f24da668-4c1f-41c0-850e-113e2bdf78cf" providerId="ADAL" clId="{FFE09C7E-0819-41EC-8BAB-2A7E045CA1AC}" dt="2025-02-28T14:51:22.770" v="169" actId="6549"/>
          <ac:spMkLst>
            <pc:docMk/>
            <pc:sldMk cId="2266223281" sldId="539"/>
            <ac:spMk id="3" creationId="{9915B450-3AB3-4605-EAE8-C84785DE6064}"/>
          </ac:spMkLst>
        </pc:spChg>
      </pc:sldChg>
      <pc:sldChg chg="del">
        <pc:chgData name="Steven M Christey" userId="f24da668-4c1f-41c0-850e-113e2bdf78cf" providerId="ADAL" clId="{FFE09C7E-0819-41EC-8BAB-2A7E045CA1AC}" dt="2025-02-28T14:59:48.888" v="299" actId="47"/>
        <pc:sldMkLst>
          <pc:docMk/>
          <pc:sldMk cId="717686086" sldId="540"/>
        </pc:sldMkLst>
      </pc:sldChg>
      <pc:sldChg chg="modSp mod">
        <pc:chgData name="Steven M Christey" userId="f24da668-4c1f-41c0-850e-113e2bdf78cf" providerId="ADAL" clId="{FFE09C7E-0819-41EC-8BAB-2A7E045CA1AC}" dt="2025-02-28T15:27:45.142" v="1611" actId="6549"/>
        <pc:sldMkLst>
          <pc:docMk/>
          <pc:sldMk cId="2730253842" sldId="542"/>
        </pc:sldMkLst>
        <pc:spChg chg="mod">
          <ac:chgData name="Steven M Christey" userId="f24da668-4c1f-41c0-850e-113e2bdf78cf" providerId="ADAL" clId="{FFE09C7E-0819-41EC-8BAB-2A7E045CA1AC}" dt="2025-02-28T15:27:45.142" v="1611" actId="6549"/>
          <ac:spMkLst>
            <pc:docMk/>
            <pc:sldMk cId="2730253842" sldId="542"/>
            <ac:spMk id="3" creationId="{CF8600D0-E349-74FD-4214-23DC700A0F91}"/>
          </ac:spMkLst>
        </pc:spChg>
      </pc:sldChg>
      <pc:sldChg chg="modSp mod">
        <pc:chgData name="Steven M Christey" userId="f24da668-4c1f-41c0-850e-113e2bdf78cf" providerId="ADAL" clId="{FFE09C7E-0819-41EC-8BAB-2A7E045CA1AC}" dt="2025-02-28T14:49:51.439" v="117"/>
        <pc:sldMkLst>
          <pc:docMk/>
          <pc:sldMk cId="1565146543" sldId="548"/>
        </pc:sldMkLst>
        <pc:spChg chg="mod">
          <ac:chgData name="Steven M Christey" userId="f24da668-4c1f-41c0-850e-113e2bdf78cf" providerId="ADAL" clId="{FFE09C7E-0819-41EC-8BAB-2A7E045CA1AC}" dt="2025-02-28T14:49:51.439" v="117"/>
          <ac:spMkLst>
            <pc:docMk/>
            <pc:sldMk cId="1565146543" sldId="548"/>
            <ac:spMk id="2" creationId="{D261E447-4F51-57E1-6CB2-D304F03BBD21}"/>
          </ac:spMkLst>
        </pc:spChg>
      </pc:sldChg>
      <pc:sldChg chg="del">
        <pc:chgData name="Steven M Christey" userId="f24da668-4c1f-41c0-850e-113e2bdf78cf" providerId="ADAL" clId="{FFE09C7E-0819-41EC-8BAB-2A7E045CA1AC}" dt="2025-02-28T14:59:48.888" v="299" actId="47"/>
        <pc:sldMkLst>
          <pc:docMk/>
          <pc:sldMk cId="2999669056" sldId="549"/>
        </pc:sldMkLst>
      </pc:sldChg>
      <pc:sldChg chg="del">
        <pc:chgData name="Steven M Christey" userId="f24da668-4c1f-41c0-850e-113e2bdf78cf" providerId="ADAL" clId="{FFE09C7E-0819-41EC-8BAB-2A7E045CA1AC}" dt="2025-02-28T14:59:48.888" v="299" actId="47"/>
        <pc:sldMkLst>
          <pc:docMk/>
          <pc:sldMk cId="338058371" sldId="550"/>
        </pc:sldMkLst>
      </pc:sldChg>
      <pc:sldChg chg="modSp mod">
        <pc:chgData name="Steven M Christey" userId="f24da668-4c1f-41c0-850e-113e2bdf78cf" providerId="ADAL" clId="{FFE09C7E-0819-41EC-8BAB-2A7E045CA1AC}" dt="2025-02-28T16:29:33.063" v="3272" actId="13926"/>
        <pc:sldMkLst>
          <pc:docMk/>
          <pc:sldMk cId="3459002713" sldId="552"/>
        </pc:sldMkLst>
        <pc:spChg chg="mod">
          <ac:chgData name="Steven M Christey" userId="f24da668-4c1f-41c0-850e-113e2bdf78cf" providerId="ADAL" clId="{FFE09C7E-0819-41EC-8BAB-2A7E045CA1AC}" dt="2025-02-28T15:52:21.995" v="2595" actId="21"/>
          <ac:spMkLst>
            <pc:docMk/>
            <pc:sldMk cId="3459002713" sldId="552"/>
            <ac:spMk id="3" creationId="{4369DD20-7DC5-577B-4E0D-723FC8A8FB49}"/>
          </ac:spMkLst>
        </pc:spChg>
        <pc:spChg chg="mod">
          <ac:chgData name="Steven M Christey" userId="f24da668-4c1f-41c0-850e-113e2bdf78cf" providerId="ADAL" clId="{FFE09C7E-0819-41EC-8BAB-2A7E045CA1AC}" dt="2025-02-28T16:29:33.063" v="3272" actId="13926"/>
          <ac:spMkLst>
            <pc:docMk/>
            <pc:sldMk cId="3459002713" sldId="552"/>
            <ac:spMk id="5" creationId="{62A4C25A-084F-F2B0-0B58-6835AFE2D0C2}"/>
          </ac:spMkLst>
        </pc:spChg>
      </pc:sldChg>
      <pc:sldChg chg="del">
        <pc:chgData name="Steven M Christey" userId="f24da668-4c1f-41c0-850e-113e2bdf78cf" providerId="ADAL" clId="{FFE09C7E-0819-41EC-8BAB-2A7E045CA1AC}" dt="2025-02-28T15:32:32.137" v="2003" actId="47"/>
        <pc:sldMkLst>
          <pc:docMk/>
          <pc:sldMk cId="2226148948" sldId="553"/>
        </pc:sldMkLst>
      </pc:sldChg>
      <pc:sldChg chg="del">
        <pc:chgData name="Steven M Christey" userId="f24da668-4c1f-41c0-850e-113e2bdf78cf" providerId="ADAL" clId="{FFE09C7E-0819-41EC-8BAB-2A7E045CA1AC}" dt="2025-02-28T14:49:35.558" v="114" actId="47"/>
        <pc:sldMkLst>
          <pc:docMk/>
          <pc:sldMk cId="1463485990" sldId="554"/>
        </pc:sldMkLst>
      </pc:sldChg>
      <pc:sldChg chg="modSp new mod">
        <pc:chgData name="Steven M Christey" userId="f24da668-4c1f-41c0-850e-113e2bdf78cf" providerId="ADAL" clId="{FFE09C7E-0819-41EC-8BAB-2A7E045CA1AC}" dt="2025-02-28T15:06:46.021" v="529" actId="20577"/>
        <pc:sldMkLst>
          <pc:docMk/>
          <pc:sldMk cId="1572817717" sldId="554"/>
        </pc:sldMkLst>
        <pc:spChg chg="mod">
          <ac:chgData name="Steven M Christey" userId="f24da668-4c1f-41c0-850e-113e2bdf78cf" providerId="ADAL" clId="{FFE09C7E-0819-41EC-8BAB-2A7E045CA1AC}" dt="2025-02-28T15:06:46.021" v="529" actId="20577"/>
          <ac:spMkLst>
            <pc:docMk/>
            <pc:sldMk cId="1572817717" sldId="554"/>
            <ac:spMk id="2" creationId="{591566D0-BD1D-1B57-CEBB-5BF820808F91}"/>
          </ac:spMkLst>
        </pc:spChg>
      </pc:sldChg>
      <pc:sldChg chg="modSp add del mod">
        <pc:chgData name="Steven M Christey" userId="f24da668-4c1f-41c0-850e-113e2bdf78cf" providerId="ADAL" clId="{FFE09C7E-0819-41EC-8BAB-2A7E045CA1AC}" dt="2025-02-28T15:40:15.235" v="2137" actId="47"/>
        <pc:sldMkLst>
          <pc:docMk/>
          <pc:sldMk cId="3499430669" sldId="555"/>
        </pc:sldMkLst>
      </pc:sldChg>
      <pc:sldChg chg="add del">
        <pc:chgData name="Steven M Christey" userId="f24da668-4c1f-41c0-850e-113e2bdf78cf" providerId="ADAL" clId="{FFE09C7E-0819-41EC-8BAB-2A7E045CA1AC}" dt="2025-02-28T15:40:22.678" v="2141" actId="47"/>
        <pc:sldMkLst>
          <pc:docMk/>
          <pc:sldMk cId="2583375495" sldId="556"/>
        </pc:sldMkLst>
      </pc:sldChg>
      <pc:sldChg chg="add del">
        <pc:chgData name="Steven M Christey" userId="f24da668-4c1f-41c0-850e-113e2bdf78cf" providerId="ADAL" clId="{FFE09C7E-0819-41EC-8BAB-2A7E045CA1AC}" dt="2025-02-28T15:40:21.206" v="2140" actId="47"/>
        <pc:sldMkLst>
          <pc:docMk/>
          <pc:sldMk cId="2320080048" sldId="557"/>
        </pc:sldMkLst>
      </pc:sldChg>
      <pc:sldChg chg="add del">
        <pc:chgData name="Steven M Christey" userId="f24da668-4c1f-41c0-850e-113e2bdf78cf" providerId="ADAL" clId="{FFE09C7E-0819-41EC-8BAB-2A7E045CA1AC}" dt="2025-02-28T15:40:16.231" v="2138" actId="47"/>
        <pc:sldMkLst>
          <pc:docMk/>
          <pc:sldMk cId="4280945500" sldId="558"/>
        </pc:sldMkLst>
      </pc:sldChg>
      <pc:sldChg chg="add del">
        <pc:chgData name="Steven M Christey" userId="f24da668-4c1f-41c0-850e-113e2bdf78cf" providerId="ADAL" clId="{FFE09C7E-0819-41EC-8BAB-2A7E045CA1AC}" dt="2025-02-28T15:40:17.381" v="2139" actId="47"/>
        <pc:sldMkLst>
          <pc:docMk/>
          <pc:sldMk cId="615904167" sldId="559"/>
        </pc:sldMkLst>
      </pc:sldChg>
      <pc:sldChg chg="addSp modSp new mod">
        <pc:chgData name="Steven M Christey" userId="f24da668-4c1f-41c0-850e-113e2bdf78cf" providerId="ADAL" clId="{FFE09C7E-0819-41EC-8BAB-2A7E045CA1AC}" dt="2025-02-28T16:22:36.591" v="3249" actId="20577"/>
        <pc:sldMkLst>
          <pc:docMk/>
          <pc:sldMk cId="3362485947" sldId="560"/>
        </pc:sldMkLst>
        <pc:spChg chg="mod">
          <ac:chgData name="Steven M Christey" userId="f24da668-4c1f-41c0-850e-113e2bdf78cf" providerId="ADAL" clId="{FFE09C7E-0819-41EC-8BAB-2A7E045CA1AC}" dt="2025-02-28T15:23:08.361" v="1093" actId="20577"/>
          <ac:spMkLst>
            <pc:docMk/>
            <pc:sldMk cId="3362485947" sldId="560"/>
            <ac:spMk id="2" creationId="{2603FB07-6975-7775-0223-27B2BC962339}"/>
          </ac:spMkLst>
        </pc:spChg>
        <pc:spChg chg="mod">
          <ac:chgData name="Steven M Christey" userId="f24da668-4c1f-41c0-850e-113e2bdf78cf" providerId="ADAL" clId="{FFE09C7E-0819-41EC-8BAB-2A7E045CA1AC}" dt="2025-02-28T16:22:36.591" v="3249" actId="20577"/>
          <ac:spMkLst>
            <pc:docMk/>
            <pc:sldMk cId="3362485947" sldId="560"/>
            <ac:spMk id="3" creationId="{9993D777-9270-7874-17BF-28B4880AC03F}"/>
          </ac:spMkLst>
        </pc:spChg>
        <pc:spChg chg="add mod">
          <ac:chgData name="Steven M Christey" userId="f24da668-4c1f-41c0-850e-113e2bdf78cf" providerId="ADAL" clId="{FFE09C7E-0819-41EC-8BAB-2A7E045CA1AC}" dt="2025-02-28T15:52:04.290" v="2592"/>
          <ac:spMkLst>
            <pc:docMk/>
            <pc:sldMk cId="3362485947" sldId="560"/>
            <ac:spMk id="5" creationId="{A961E414-391D-7C3C-2A36-D585F3DC3D04}"/>
          </ac:spMkLst>
        </pc:spChg>
      </pc:sldChg>
      <pc:sldChg chg="add">
        <pc:chgData name="Steven M Christey" userId="f24da668-4c1f-41c0-850e-113e2bdf78cf" providerId="ADAL" clId="{FFE09C7E-0819-41EC-8BAB-2A7E045CA1AC}" dt="2025-02-28T15:40:09.086" v="2136"/>
        <pc:sldMkLst>
          <pc:docMk/>
          <pc:sldMk cId="2446414213" sldId="561"/>
        </pc:sldMkLst>
      </pc:sldChg>
      <pc:sldChg chg="add">
        <pc:chgData name="Steven M Christey" userId="f24da668-4c1f-41c0-850e-113e2bdf78cf" providerId="ADAL" clId="{FFE09C7E-0819-41EC-8BAB-2A7E045CA1AC}" dt="2025-02-28T15:40:09.086" v="2136"/>
        <pc:sldMkLst>
          <pc:docMk/>
          <pc:sldMk cId="1056442692" sldId="562"/>
        </pc:sldMkLst>
      </pc:sldChg>
      <pc:sldChg chg="add">
        <pc:chgData name="Steven M Christey" userId="f24da668-4c1f-41c0-850e-113e2bdf78cf" providerId="ADAL" clId="{FFE09C7E-0819-41EC-8BAB-2A7E045CA1AC}" dt="2025-02-28T15:40:09.086" v="2136"/>
        <pc:sldMkLst>
          <pc:docMk/>
          <pc:sldMk cId="2872397764" sldId="563"/>
        </pc:sldMkLst>
      </pc:sldChg>
      <pc:sldChg chg="add">
        <pc:chgData name="Steven M Christey" userId="f24da668-4c1f-41c0-850e-113e2bdf78cf" providerId="ADAL" clId="{FFE09C7E-0819-41EC-8BAB-2A7E045CA1AC}" dt="2025-02-28T15:40:09.086" v="2136"/>
        <pc:sldMkLst>
          <pc:docMk/>
          <pc:sldMk cId="403736977" sldId="564"/>
        </pc:sldMkLst>
      </pc:sldChg>
      <pc:sldChg chg="add">
        <pc:chgData name="Steven M Christey" userId="f24da668-4c1f-41c0-850e-113e2bdf78cf" providerId="ADAL" clId="{FFE09C7E-0819-41EC-8BAB-2A7E045CA1AC}" dt="2025-02-28T15:40:09.086" v="2136"/>
        <pc:sldMkLst>
          <pc:docMk/>
          <pc:sldMk cId="1212413184" sldId="565"/>
        </pc:sldMkLst>
      </pc:sldChg>
      <pc:sldChg chg="add">
        <pc:chgData name="Steven M Christey" userId="f24da668-4c1f-41c0-850e-113e2bdf78cf" providerId="ADAL" clId="{FFE09C7E-0819-41EC-8BAB-2A7E045CA1AC}" dt="2025-02-28T15:40:09.086" v="2136"/>
        <pc:sldMkLst>
          <pc:docMk/>
          <pc:sldMk cId="640410600" sldId="566"/>
        </pc:sldMkLst>
      </pc:sldChg>
      <pc:sldChg chg="add">
        <pc:chgData name="Steven M Christey" userId="f24da668-4c1f-41c0-850e-113e2bdf78cf" providerId="ADAL" clId="{FFE09C7E-0819-41EC-8BAB-2A7E045CA1AC}" dt="2025-02-28T15:40:09.086" v="2136"/>
        <pc:sldMkLst>
          <pc:docMk/>
          <pc:sldMk cId="731872781" sldId="567"/>
        </pc:sldMkLst>
      </pc:sldChg>
      <pc:sldChg chg="add">
        <pc:chgData name="Steven M Christey" userId="f24da668-4c1f-41c0-850e-113e2bdf78cf" providerId="ADAL" clId="{FFE09C7E-0819-41EC-8BAB-2A7E045CA1AC}" dt="2025-02-28T15:40:09.086" v="2136"/>
        <pc:sldMkLst>
          <pc:docMk/>
          <pc:sldMk cId="2154491045" sldId="568"/>
        </pc:sldMkLst>
      </pc:sldChg>
      <pc:sldChg chg="add">
        <pc:chgData name="Steven M Christey" userId="f24da668-4c1f-41c0-850e-113e2bdf78cf" providerId="ADAL" clId="{FFE09C7E-0819-41EC-8BAB-2A7E045CA1AC}" dt="2025-02-28T15:40:09.086" v="2136"/>
        <pc:sldMkLst>
          <pc:docMk/>
          <pc:sldMk cId="1868270936" sldId="569"/>
        </pc:sldMkLst>
      </pc:sldChg>
      <pc:sldChg chg="add">
        <pc:chgData name="Steven M Christey" userId="f24da668-4c1f-41c0-850e-113e2bdf78cf" providerId="ADAL" clId="{FFE09C7E-0819-41EC-8BAB-2A7E045CA1AC}" dt="2025-02-28T15:40:09.086" v="2136"/>
        <pc:sldMkLst>
          <pc:docMk/>
          <pc:sldMk cId="816209324" sldId="570"/>
        </pc:sldMkLst>
      </pc:sldChg>
      <pc:sldChg chg="add">
        <pc:chgData name="Steven M Christey" userId="f24da668-4c1f-41c0-850e-113e2bdf78cf" providerId="ADAL" clId="{FFE09C7E-0819-41EC-8BAB-2A7E045CA1AC}" dt="2025-02-28T15:40:09.086" v="2136"/>
        <pc:sldMkLst>
          <pc:docMk/>
          <pc:sldMk cId="408899209" sldId="571"/>
        </pc:sldMkLst>
      </pc:sldChg>
      <pc:sldChg chg="add">
        <pc:chgData name="Steven M Christey" userId="f24da668-4c1f-41c0-850e-113e2bdf78cf" providerId="ADAL" clId="{FFE09C7E-0819-41EC-8BAB-2A7E045CA1AC}" dt="2025-02-28T15:40:09.086" v="2136"/>
        <pc:sldMkLst>
          <pc:docMk/>
          <pc:sldMk cId="1479943316" sldId="572"/>
        </pc:sldMkLst>
      </pc:sldChg>
      <pc:sldChg chg="add">
        <pc:chgData name="Steven M Christey" userId="f24da668-4c1f-41c0-850e-113e2bdf78cf" providerId="ADAL" clId="{FFE09C7E-0819-41EC-8BAB-2A7E045CA1AC}" dt="2025-02-28T15:40:09.086" v="2136"/>
        <pc:sldMkLst>
          <pc:docMk/>
          <pc:sldMk cId="3830290522" sldId="573"/>
        </pc:sldMkLst>
      </pc:sldChg>
      <pc:sldChg chg="add">
        <pc:chgData name="Steven M Christey" userId="f24da668-4c1f-41c0-850e-113e2bdf78cf" providerId="ADAL" clId="{FFE09C7E-0819-41EC-8BAB-2A7E045CA1AC}" dt="2025-02-28T15:40:09.086" v="2136"/>
        <pc:sldMkLst>
          <pc:docMk/>
          <pc:sldMk cId="448436053" sldId="574"/>
        </pc:sldMkLst>
      </pc:sldChg>
      <pc:sldChg chg="modSp add mod">
        <pc:chgData name="Steven M Christey" userId="f24da668-4c1f-41c0-850e-113e2bdf78cf" providerId="ADAL" clId="{FFE09C7E-0819-41EC-8BAB-2A7E045CA1AC}" dt="2025-02-28T15:55:24.180" v="2900" actId="20577"/>
        <pc:sldMkLst>
          <pc:docMk/>
          <pc:sldMk cId="1300447669" sldId="575"/>
        </pc:sldMkLst>
        <pc:spChg chg="mod">
          <ac:chgData name="Steven M Christey" userId="f24da668-4c1f-41c0-850e-113e2bdf78cf" providerId="ADAL" clId="{FFE09C7E-0819-41EC-8BAB-2A7E045CA1AC}" dt="2025-02-28T15:44:30.707" v="2152" actId="20577"/>
          <ac:spMkLst>
            <pc:docMk/>
            <pc:sldMk cId="1300447669" sldId="575"/>
            <ac:spMk id="2" creationId="{55201F16-79DF-6D51-2B59-6222E610F489}"/>
          </ac:spMkLst>
        </pc:spChg>
        <pc:spChg chg="mod">
          <ac:chgData name="Steven M Christey" userId="f24da668-4c1f-41c0-850e-113e2bdf78cf" providerId="ADAL" clId="{FFE09C7E-0819-41EC-8BAB-2A7E045CA1AC}" dt="2025-02-28T15:45:22.237" v="2260" actId="20577"/>
          <ac:spMkLst>
            <pc:docMk/>
            <pc:sldMk cId="1300447669" sldId="575"/>
            <ac:spMk id="3" creationId="{580039FD-76FA-278E-736D-157A430CB499}"/>
          </ac:spMkLst>
        </pc:spChg>
        <pc:spChg chg="mod">
          <ac:chgData name="Steven M Christey" userId="f24da668-4c1f-41c0-850e-113e2bdf78cf" providerId="ADAL" clId="{FFE09C7E-0819-41EC-8BAB-2A7E045CA1AC}" dt="2025-02-28T15:55:24.180" v="2900" actId="20577"/>
          <ac:spMkLst>
            <pc:docMk/>
            <pc:sldMk cId="1300447669" sldId="575"/>
            <ac:spMk id="5" creationId="{269F0F13-BA59-1835-EC89-EBECB3528A14}"/>
          </ac:spMkLst>
        </pc:spChg>
      </pc:sldChg>
      <pc:sldChg chg="modSp add mod">
        <pc:chgData name="Steven M Christey" userId="f24da668-4c1f-41c0-850e-113e2bdf78cf" providerId="ADAL" clId="{FFE09C7E-0819-41EC-8BAB-2A7E045CA1AC}" dt="2025-02-28T15:58:59.674" v="2958" actId="20577"/>
        <pc:sldMkLst>
          <pc:docMk/>
          <pc:sldMk cId="3655762862" sldId="576"/>
        </pc:sldMkLst>
        <pc:spChg chg="mod">
          <ac:chgData name="Steven M Christey" userId="f24da668-4c1f-41c0-850e-113e2bdf78cf" providerId="ADAL" clId="{FFE09C7E-0819-41EC-8BAB-2A7E045CA1AC}" dt="2025-02-28T15:58:23.995" v="2933" actId="20577"/>
          <ac:spMkLst>
            <pc:docMk/>
            <pc:sldMk cId="3655762862" sldId="576"/>
            <ac:spMk id="2" creationId="{0B231E59-9073-5D52-8444-888E15499D07}"/>
          </ac:spMkLst>
        </pc:spChg>
        <pc:spChg chg="mod">
          <ac:chgData name="Steven M Christey" userId="f24da668-4c1f-41c0-850e-113e2bdf78cf" providerId="ADAL" clId="{FFE09C7E-0819-41EC-8BAB-2A7E045CA1AC}" dt="2025-02-28T15:58:59.674" v="2958" actId="20577"/>
          <ac:spMkLst>
            <pc:docMk/>
            <pc:sldMk cId="3655762862" sldId="576"/>
            <ac:spMk id="3" creationId="{7A47DD42-8C59-6CA9-62BF-7096FE227C8F}"/>
          </ac:spMkLst>
        </pc:spChg>
      </pc:sldChg>
    </pc:docChg>
  </pc:docChgLst>
  <pc:docChgLst>
    <pc:chgData name="Steven M Christey" userId="f24da668-4c1f-41c0-850e-113e2bdf78cf" providerId="ADAL" clId="{A43A276B-9F4E-465D-99C8-DD66489E7D77}"/>
    <pc:docChg chg="undo custSel addSld delSld modSld sldOrd">
      <pc:chgData name="Steven M Christey" userId="f24da668-4c1f-41c0-850e-113e2bdf78cf" providerId="ADAL" clId="{A43A276B-9F4E-465D-99C8-DD66489E7D77}" dt="2025-02-14T16:12:17.449" v="1834" actId="20577"/>
      <pc:docMkLst>
        <pc:docMk/>
      </pc:docMkLst>
      <pc:sldChg chg="modSp mod">
        <pc:chgData name="Steven M Christey" userId="f24da668-4c1f-41c0-850e-113e2bdf78cf" providerId="ADAL" clId="{A43A276B-9F4E-465D-99C8-DD66489E7D77}" dt="2025-02-14T16:02:11.506" v="1807" actId="20577"/>
        <pc:sldMkLst>
          <pc:docMk/>
          <pc:sldMk cId="1454278300" sldId="459"/>
        </pc:sldMkLst>
        <pc:spChg chg="mod">
          <ac:chgData name="Steven M Christey" userId="f24da668-4c1f-41c0-850e-113e2bdf78cf" providerId="ADAL" clId="{A43A276B-9F4E-465D-99C8-DD66489E7D77}" dt="2025-02-14T16:02:11.506" v="1807" actId="20577"/>
          <ac:spMkLst>
            <pc:docMk/>
            <pc:sldMk cId="1454278300" sldId="459"/>
            <ac:spMk id="2" creationId="{33307706-4E65-00EA-9416-F4DD36CAAD0A}"/>
          </ac:spMkLst>
        </pc:spChg>
        <pc:spChg chg="mod">
          <ac:chgData name="Steven M Christey" userId="f24da668-4c1f-41c0-850e-113e2bdf78cf" providerId="ADAL" clId="{A43A276B-9F4E-465D-99C8-DD66489E7D77}" dt="2025-02-14T15:07:35.977" v="20" actId="20577"/>
          <ac:spMkLst>
            <pc:docMk/>
            <pc:sldMk cId="1454278300" sldId="459"/>
            <ac:spMk id="3" creationId="{0992DF88-AC24-0FBF-1177-62DD9110498B}"/>
          </ac:spMkLst>
        </pc:spChg>
      </pc:sldChg>
      <pc:sldChg chg="modSp mod">
        <pc:chgData name="Steven M Christey" userId="f24da668-4c1f-41c0-850e-113e2bdf78cf" providerId="ADAL" clId="{A43A276B-9F4E-465D-99C8-DD66489E7D77}" dt="2025-02-14T15:42:06.315" v="736" actId="207"/>
        <pc:sldMkLst>
          <pc:docMk/>
          <pc:sldMk cId="1259113184" sldId="475"/>
        </pc:sldMkLst>
        <pc:spChg chg="mod">
          <ac:chgData name="Steven M Christey" userId="f24da668-4c1f-41c0-850e-113e2bdf78cf" providerId="ADAL" clId="{A43A276B-9F4E-465D-99C8-DD66489E7D77}" dt="2025-02-14T15:41:17.644" v="664" actId="20577"/>
          <ac:spMkLst>
            <pc:docMk/>
            <pc:sldMk cId="1259113184" sldId="475"/>
            <ac:spMk id="3" creationId="{32062DF9-CFF1-0BEE-15FF-59D403B018ED}"/>
          </ac:spMkLst>
        </pc:spChg>
        <pc:spChg chg="mod">
          <ac:chgData name="Steven M Christey" userId="f24da668-4c1f-41c0-850e-113e2bdf78cf" providerId="ADAL" clId="{A43A276B-9F4E-465D-99C8-DD66489E7D77}" dt="2025-02-14T15:42:06.315" v="736" actId="207"/>
          <ac:spMkLst>
            <pc:docMk/>
            <pc:sldMk cId="1259113184" sldId="475"/>
            <ac:spMk id="6" creationId="{D630B379-7569-7A91-432B-E79677CEB874}"/>
          </ac:spMkLst>
        </pc:spChg>
      </pc:sldChg>
      <pc:sldChg chg="modSp mod">
        <pc:chgData name="Steven M Christey" userId="f24da668-4c1f-41c0-850e-113e2bdf78cf" providerId="ADAL" clId="{A43A276B-9F4E-465D-99C8-DD66489E7D77}" dt="2025-02-14T15:12:16.138" v="280" actId="20577"/>
        <pc:sldMkLst>
          <pc:docMk/>
          <pc:sldMk cId="150708501" sldId="533"/>
        </pc:sldMkLst>
        <pc:spChg chg="mod">
          <ac:chgData name="Steven M Christey" userId="f24da668-4c1f-41c0-850e-113e2bdf78cf" providerId="ADAL" clId="{A43A276B-9F4E-465D-99C8-DD66489E7D77}" dt="2025-02-14T15:12:16.138" v="280" actId="20577"/>
          <ac:spMkLst>
            <pc:docMk/>
            <pc:sldMk cId="150708501" sldId="533"/>
            <ac:spMk id="3" creationId="{D56FF49E-E3F8-8E2A-2DB7-2E9585AD88B0}"/>
          </ac:spMkLst>
        </pc:spChg>
      </pc:sldChg>
      <pc:sldChg chg="ord">
        <pc:chgData name="Steven M Christey" userId="f24da668-4c1f-41c0-850e-113e2bdf78cf" providerId="ADAL" clId="{A43A276B-9F4E-465D-99C8-DD66489E7D77}" dt="2025-02-14T15:08:17.174" v="23"/>
        <pc:sldMkLst>
          <pc:docMk/>
          <pc:sldMk cId="674283638" sldId="534"/>
        </pc:sldMkLst>
      </pc:sldChg>
      <pc:sldChg chg="del">
        <pc:chgData name="Steven M Christey" userId="f24da668-4c1f-41c0-850e-113e2bdf78cf" providerId="ADAL" clId="{A43A276B-9F4E-465D-99C8-DD66489E7D77}" dt="2025-02-14T15:15:17.797" v="331" actId="47"/>
        <pc:sldMkLst>
          <pc:docMk/>
          <pc:sldMk cId="2559893375" sldId="535"/>
        </pc:sldMkLst>
      </pc:sldChg>
      <pc:sldChg chg="del">
        <pc:chgData name="Steven M Christey" userId="f24da668-4c1f-41c0-850e-113e2bdf78cf" providerId="ADAL" clId="{A43A276B-9F4E-465D-99C8-DD66489E7D77}" dt="2025-02-14T15:11:54.489" v="274" actId="47"/>
        <pc:sldMkLst>
          <pc:docMk/>
          <pc:sldMk cId="888421850" sldId="537"/>
        </pc:sldMkLst>
      </pc:sldChg>
      <pc:sldChg chg="modSp mod">
        <pc:chgData name="Steven M Christey" userId="f24da668-4c1f-41c0-850e-113e2bdf78cf" providerId="ADAL" clId="{A43A276B-9F4E-465D-99C8-DD66489E7D77}" dt="2025-02-14T15:42:54.933" v="767" actId="20577"/>
        <pc:sldMkLst>
          <pc:docMk/>
          <pc:sldMk cId="2266223281" sldId="539"/>
        </pc:sldMkLst>
        <pc:spChg chg="mod">
          <ac:chgData name="Steven M Christey" userId="f24da668-4c1f-41c0-850e-113e2bdf78cf" providerId="ADAL" clId="{A43A276B-9F4E-465D-99C8-DD66489E7D77}" dt="2025-02-14T15:42:54.933" v="767" actId="20577"/>
          <ac:spMkLst>
            <pc:docMk/>
            <pc:sldMk cId="2266223281" sldId="539"/>
            <ac:spMk id="3" creationId="{9915B450-3AB3-4605-EAE8-C84785DE6064}"/>
          </ac:spMkLst>
        </pc:spChg>
      </pc:sldChg>
      <pc:sldChg chg="modSp mod ord">
        <pc:chgData name="Steven M Christey" userId="f24da668-4c1f-41c0-850e-113e2bdf78cf" providerId="ADAL" clId="{A43A276B-9F4E-465D-99C8-DD66489E7D77}" dt="2025-02-14T15:23:03.689" v="588" actId="15"/>
        <pc:sldMkLst>
          <pc:docMk/>
          <pc:sldMk cId="717686086" sldId="540"/>
        </pc:sldMkLst>
      </pc:sldChg>
      <pc:sldChg chg="modSp mod">
        <pc:chgData name="Steven M Christey" userId="f24da668-4c1f-41c0-850e-113e2bdf78cf" providerId="ADAL" clId="{A43A276B-9F4E-465D-99C8-DD66489E7D77}" dt="2025-02-14T15:12:35.714" v="289" actId="20577"/>
        <pc:sldMkLst>
          <pc:docMk/>
          <pc:sldMk cId="1502259985" sldId="541"/>
        </pc:sldMkLst>
        <pc:spChg chg="mod">
          <ac:chgData name="Steven M Christey" userId="f24da668-4c1f-41c0-850e-113e2bdf78cf" providerId="ADAL" clId="{A43A276B-9F4E-465D-99C8-DD66489E7D77}" dt="2025-02-14T15:12:35.714" v="289" actId="20577"/>
          <ac:spMkLst>
            <pc:docMk/>
            <pc:sldMk cId="1502259985" sldId="541"/>
            <ac:spMk id="2" creationId="{FE27698D-BC9A-28D2-4336-B8478BD9DE4F}"/>
          </ac:spMkLst>
        </pc:spChg>
      </pc:sldChg>
      <pc:sldChg chg="modSp mod ord">
        <pc:chgData name="Steven M Christey" userId="f24da668-4c1f-41c0-850e-113e2bdf78cf" providerId="ADAL" clId="{A43A276B-9F4E-465D-99C8-DD66489E7D77}" dt="2025-02-14T15:44:47.195" v="872" actId="20577"/>
        <pc:sldMkLst>
          <pc:docMk/>
          <pc:sldMk cId="2730253842" sldId="542"/>
        </pc:sldMkLst>
        <pc:spChg chg="mod">
          <ac:chgData name="Steven M Christey" userId="f24da668-4c1f-41c0-850e-113e2bdf78cf" providerId="ADAL" clId="{A43A276B-9F4E-465D-99C8-DD66489E7D77}" dt="2025-02-14T15:44:47.195" v="872" actId="20577"/>
          <ac:spMkLst>
            <pc:docMk/>
            <pc:sldMk cId="2730253842" sldId="542"/>
            <ac:spMk id="3" creationId="{CF8600D0-E349-74FD-4214-23DC700A0F91}"/>
          </ac:spMkLst>
        </pc:spChg>
      </pc:sldChg>
      <pc:sldChg chg="modSp mod">
        <pc:chgData name="Steven M Christey" userId="f24da668-4c1f-41c0-850e-113e2bdf78cf" providerId="ADAL" clId="{A43A276B-9F4E-465D-99C8-DD66489E7D77}" dt="2025-02-14T15:15:44.321" v="340" actId="20577"/>
        <pc:sldMkLst>
          <pc:docMk/>
          <pc:sldMk cId="373026186" sldId="543"/>
        </pc:sldMkLst>
        <pc:spChg chg="mod">
          <ac:chgData name="Steven M Christey" userId="f24da668-4c1f-41c0-850e-113e2bdf78cf" providerId="ADAL" clId="{A43A276B-9F4E-465D-99C8-DD66489E7D77}" dt="2025-02-14T15:15:44.321" v="340" actId="20577"/>
          <ac:spMkLst>
            <pc:docMk/>
            <pc:sldMk cId="373026186" sldId="543"/>
            <ac:spMk id="2" creationId="{0AF37094-A533-79D5-3374-777789798775}"/>
          </ac:spMkLst>
        </pc:spChg>
      </pc:sldChg>
      <pc:sldChg chg="del">
        <pc:chgData name="Steven M Christey" userId="f24da668-4c1f-41c0-850e-113e2bdf78cf" providerId="ADAL" clId="{A43A276B-9F4E-465D-99C8-DD66489E7D77}" dt="2025-02-14T15:17:41.325" v="421" actId="47"/>
        <pc:sldMkLst>
          <pc:docMk/>
          <pc:sldMk cId="1696381557" sldId="544"/>
        </pc:sldMkLst>
      </pc:sldChg>
      <pc:sldChg chg="modSp new mod">
        <pc:chgData name="Steven M Christey" userId="f24da668-4c1f-41c0-850e-113e2bdf78cf" providerId="ADAL" clId="{A43A276B-9F4E-465D-99C8-DD66489E7D77}" dt="2025-02-14T15:08:28.085" v="43" actId="20577"/>
        <pc:sldMkLst>
          <pc:docMk/>
          <pc:sldMk cId="3700112731" sldId="545"/>
        </pc:sldMkLst>
        <pc:spChg chg="mod">
          <ac:chgData name="Steven M Christey" userId="f24da668-4c1f-41c0-850e-113e2bdf78cf" providerId="ADAL" clId="{A43A276B-9F4E-465D-99C8-DD66489E7D77}" dt="2025-02-14T15:08:28.085" v="43" actId="20577"/>
          <ac:spMkLst>
            <pc:docMk/>
            <pc:sldMk cId="3700112731" sldId="545"/>
            <ac:spMk id="2" creationId="{BE17553B-65F7-479D-4DA0-BF468708828B}"/>
          </ac:spMkLst>
        </pc:spChg>
      </pc:sldChg>
      <pc:sldChg chg="new del">
        <pc:chgData name="Steven M Christey" userId="f24da668-4c1f-41c0-850e-113e2bdf78cf" providerId="ADAL" clId="{A43A276B-9F4E-465D-99C8-DD66489E7D77}" dt="2025-02-14T15:14:29.784" v="315" actId="47"/>
        <pc:sldMkLst>
          <pc:docMk/>
          <pc:sldMk cId="515149255" sldId="546"/>
        </pc:sldMkLst>
      </pc:sldChg>
      <pc:sldChg chg="modSp new mod">
        <pc:chgData name="Steven M Christey" userId="f24da668-4c1f-41c0-850e-113e2bdf78cf" providerId="ADAL" clId="{A43A276B-9F4E-465D-99C8-DD66489E7D77}" dt="2025-02-14T15:14:20.304" v="312" actId="20577"/>
        <pc:sldMkLst>
          <pc:docMk/>
          <pc:sldMk cId="853201468" sldId="547"/>
        </pc:sldMkLst>
        <pc:spChg chg="mod">
          <ac:chgData name="Steven M Christey" userId="f24da668-4c1f-41c0-850e-113e2bdf78cf" providerId="ADAL" clId="{A43A276B-9F4E-465D-99C8-DD66489E7D77}" dt="2025-02-14T15:14:20.304" v="312" actId="20577"/>
          <ac:spMkLst>
            <pc:docMk/>
            <pc:sldMk cId="853201468" sldId="547"/>
            <ac:spMk id="2" creationId="{40F73B08-2967-AAF3-53F0-447CEF4E99B5}"/>
          </ac:spMkLst>
        </pc:spChg>
      </pc:sldChg>
      <pc:sldChg chg="modSp new mod">
        <pc:chgData name="Steven M Christey" userId="f24da668-4c1f-41c0-850e-113e2bdf78cf" providerId="ADAL" clId="{A43A276B-9F4E-465D-99C8-DD66489E7D77}" dt="2025-02-14T15:16:31.376" v="416" actId="20577"/>
        <pc:sldMkLst>
          <pc:docMk/>
          <pc:sldMk cId="1565146543" sldId="548"/>
        </pc:sldMkLst>
        <pc:spChg chg="mod">
          <ac:chgData name="Steven M Christey" userId="f24da668-4c1f-41c0-850e-113e2bdf78cf" providerId="ADAL" clId="{A43A276B-9F4E-465D-99C8-DD66489E7D77}" dt="2025-02-14T15:16:31.376" v="416" actId="20577"/>
          <ac:spMkLst>
            <pc:docMk/>
            <pc:sldMk cId="1565146543" sldId="548"/>
            <ac:spMk id="2" creationId="{D261E447-4F51-57E1-6CB2-D304F03BBD21}"/>
          </ac:spMkLst>
        </pc:spChg>
      </pc:sldChg>
      <pc:sldChg chg="modSp add mod">
        <pc:chgData name="Steven M Christey" userId="f24da668-4c1f-41c0-850e-113e2bdf78cf" providerId="ADAL" clId="{A43A276B-9F4E-465D-99C8-DD66489E7D77}" dt="2025-02-14T15:16:15.121" v="378" actId="20577"/>
        <pc:sldMkLst>
          <pc:docMk/>
          <pc:sldMk cId="2999669056" sldId="549"/>
        </pc:sldMkLst>
      </pc:sldChg>
      <pc:sldChg chg="modSp new mod">
        <pc:chgData name="Steven M Christey" userId="f24da668-4c1f-41c0-850e-113e2bdf78cf" providerId="ADAL" clId="{A43A276B-9F4E-465D-99C8-DD66489E7D77}" dt="2025-02-14T15:23:30.404" v="600" actId="20577"/>
        <pc:sldMkLst>
          <pc:docMk/>
          <pc:sldMk cId="338058371" sldId="550"/>
        </pc:sldMkLst>
      </pc:sldChg>
      <pc:sldChg chg="modSp new mod">
        <pc:chgData name="Steven M Christey" userId="f24da668-4c1f-41c0-850e-113e2bdf78cf" providerId="ADAL" clId="{A43A276B-9F4E-465D-99C8-DD66489E7D77}" dt="2025-02-14T15:44:36.672" v="871" actId="6549"/>
        <pc:sldMkLst>
          <pc:docMk/>
          <pc:sldMk cId="2070058361" sldId="551"/>
        </pc:sldMkLst>
        <pc:spChg chg="mod">
          <ac:chgData name="Steven M Christey" userId="f24da668-4c1f-41c0-850e-113e2bdf78cf" providerId="ADAL" clId="{A43A276B-9F4E-465D-99C8-DD66489E7D77}" dt="2025-02-14T15:44:11.895" v="806" actId="20577"/>
          <ac:spMkLst>
            <pc:docMk/>
            <pc:sldMk cId="2070058361" sldId="551"/>
            <ac:spMk id="2" creationId="{3ED4C4EE-AD34-158A-0473-8FD64EB6CC77}"/>
          </ac:spMkLst>
        </pc:spChg>
        <pc:spChg chg="mod">
          <ac:chgData name="Steven M Christey" userId="f24da668-4c1f-41c0-850e-113e2bdf78cf" providerId="ADAL" clId="{A43A276B-9F4E-465D-99C8-DD66489E7D77}" dt="2025-02-14T15:44:36.672" v="871" actId="6549"/>
          <ac:spMkLst>
            <pc:docMk/>
            <pc:sldMk cId="2070058361" sldId="551"/>
            <ac:spMk id="3" creationId="{8BA7C391-82D3-70E1-6585-7590DC9E29A5}"/>
          </ac:spMkLst>
        </pc:spChg>
      </pc:sldChg>
      <pc:sldChg chg="addSp modSp new mod ord">
        <pc:chgData name="Steven M Christey" userId="f24da668-4c1f-41c0-850e-113e2bdf78cf" providerId="ADAL" clId="{A43A276B-9F4E-465D-99C8-DD66489E7D77}" dt="2025-02-14T15:52:54.632" v="1796" actId="20577"/>
        <pc:sldMkLst>
          <pc:docMk/>
          <pc:sldMk cId="3459002713" sldId="552"/>
        </pc:sldMkLst>
        <pc:spChg chg="mod">
          <ac:chgData name="Steven M Christey" userId="f24da668-4c1f-41c0-850e-113e2bdf78cf" providerId="ADAL" clId="{A43A276B-9F4E-465D-99C8-DD66489E7D77}" dt="2025-02-14T15:48:14.511" v="1410" actId="20577"/>
          <ac:spMkLst>
            <pc:docMk/>
            <pc:sldMk cId="3459002713" sldId="552"/>
            <ac:spMk id="2" creationId="{08991F8D-568A-826F-4A6D-A8A7779941F9}"/>
          </ac:spMkLst>
        </pc:spChg>
        <pc:spChg chg="mod">
          <ac:chgData name="Steven M Christey" userId="f24da668-4c1f-41c0-850e-113e2bdf78cf" providerId="ADAL" clId="{A43A276B-9F4E-465D-99C8-DD66489E7D77}" dt="2025-02-14T15:52:54.632" v="1796" actId="20577"/>
          <ac:spMkLst>
            <pc:docMk/>
            <pc:sldMk cId="3459002713" sldId="552"/>
            <ac:spMk id="3" creationId="{4369DD20-7DC5-577B-4E0D-723FC8A8FB49}"/>
          </ac:spMkLst>
        </pc:spChg>
        <pc:spChg chg="add mod">
          <ac:chgData name="Steven M Christey" userId="f24da668-4c1f-41c0-850e-113e2bdf78cf" providerId="ADAL" clId="{A43A276B-9F4E-465D-99C8-DD66489E7D77}" dt="2025-02-14T15:49:18.162" v="1423" actId="692"/>
          <ac:spMkLst>
            <pc:docMk/>
            <pc:sldMk cId="3459002713" sldId="552"/>
            <ac:spMk id="5" creationId="{62A4C25A-084F-F2B0-0B58-6835AFE2D0C2}"/>
          </ac:spMkLst>
        </pc:spChg>
      </pc:sldChg>
      <pc:sldChg chg="modSp new mod">
        <pc:chgData name="Steven M Christey" userId="f24da668-4c1f-41c0-850e-113e2bdf78cf" providerId="ADAL" clId="{A43A276B-9F4E-465D-99C8-DD66489E7D77}" dt="2025-02-14T15:47:44.513" v="1383" actId="20577"/>
        <pc:sldMkLst>
          <pc:docMk/>
          <pc:sldMk cId="2226148948" sldId="553"/>
        </pc:sldMkLst>
      </pc:sldChg>
      <pc:sldChg chg="modSp new mod">
        <pc:chgData name="Steven M Christey" userId="f24da668-4c1f-41c0-850e-113e2bdf78cf" providerId="ADAL" clId="{A43A276B-9F4E-465D-99C8-DD66489E7D77}" dt="2025-02-14T16:12:17.449" v="1834" actId="20577"/>
        <pc:sldMkLst>
          <pc:docMk/>
          <pc:sldMk cId="1463485990" sldId="554"/>
        </pc:sldMkLst>
      </pc:sldChg>
    </pc:docChg>
  </pc:docChgLst>
  <pc:docChgLst>
    <pc:chgData name="Alec J Summers" userId="S::asummers@mitre.org::d9c4246f-ffa8-4c52-a253-9dc5efe19efc" providerId="AD" clId="Web-{2336B3DE-9635-423B-8B16-B0D62D7F642C}"/>
    <pc:docChg chg="modSld">
      <pc:chgData name="Alec J Summers" userId="S::asummers@mitre.org::d9c4246f-ffa8-4c52-a253-9dc5efe19efc" providerId="AD" clId="Web-{2336B3DE-9635-423B-8B16-B0D62D7F642C}" dt="2025-01-31T15:51:14.039" v="57" actId="20577"/>
      <pc:docMkLst>
        <pc:docMk/>
      </pc:docMkLst>
      <pc:sldChg chg="modSp">
        <pc:chgData name="Alec J Summers" userId="S::asummers@mitre.org::d9c4246f-ffa8-4c52-a253-9dc5efe19efc" providerId="AD" clId="Web-{2336B3DE-9635-423B-8B16-B0D62D7F642C}" dt="2025-01-31T15:51:14.039" v="57" actId="20577"/>
        <pc:sldMkLst>
          <pc:docMk/>
          <pc:sldMk cId="915149386" sldId="514"/>
        </pc:sldMkLst>
        <pc:spChg chg="mod">
          <ac:chgData name="Alec J Summers" userId="S::asummers@mitre.org::d9c4246f-ffa8-4c52-a253-9dc5efe19efc" providerId="AD" clId="Web-{2336B3DE-9635-423B-8B16-B0D62D7F642C}" dt="2025-01-31T15:51:14.039" v="57" actId="20577"/>
          <ac:spMkLst>
            <pc:docMk/>
            <pc:sldMk cId="915149386" sldId="514"/>
            <ac:spMk id="3" creationId="{D4348C02-DFCE-A2E4-D523-D69A254A7D49}"/>
          </ac:spMkLst>
        </pc:spChg>
      </pc:sldChg>
    </pc:docChg>
  </pc:docChgLst>
  <pc:docChgLst>
    <pc:chgData name="Steven M Christey" userId="f24da668-4c1f-41c0-850e-113e2bdf78cf" providerId="ADAL" clId="{9EB1DD96-61C7-4D25-B57A-B6E2C03C0361}"/>
    <pc:docChg chg="undo custSel addSld delSld modSld">
      <pc:chgData name="Steven M Christey" userId="f24da668-4c1f-41c0-850e-113e2bdf78cf" providerId="ADAL" clId="{9EB1DD96-61C7-4D25-B57A-B6E2C03C0361}" dt="2024-11-15T15:47:22.720" v="1994"/>
      <pc:docMkLst>
        <pc:docMk/>
      </pc:docMkLst>
      <pc:sldChg chg="modSp mod">
        <pc:chgData name="Steven M Christey" userId="f24da668-4c1f-41c0-850e-113e2bdf78cf" providerId="ADAL" clId="{9EB1DD96-61C7-4D25-B57A-B6E2C03C0361}" dt="2024-11-15T15:00:10.338" v="0" actId="20577"/>
        <pc:sldMkLst>
          <pc:docMk/>
          <pc:sldMk cId="1454278300" sldId="459"/>
        </pc:sldMkLst>
      </pc:sldChg>
      <pc:sldChg chg="modSp mod">
        <pc:chgData name="Steven M Christey" userId="f24da668-4c1f-41c0-850e-113e2bdf78cf" providerId="ADAL" clId="{9EB1DD96-61C7-4D25-B57A-B6E2C03C0361}" dt="2024-11-15T15:47:22.720" v="1994"/>
        <pc:sldMkLst>
          <pc:docMk/>
          <pc:sldMk cId="1434978729" sldId="489"/>
        </pc:sldMkLst>
      </pc:sldChg>
      <pc:sldChg chg="modSp mod">
        <pc:chgData name="Steven M Christey" userId="f24da668-4c1f-41c0-850e-113e2bdf78cf" providerId="ADAL" clId="{9EB1DD96-61C7-4D25-B57A-B6E2C03C0361}" dt="2024-11-15T15:00:49.083" v="48" actId="20577"/>
        <pc:sldMkLst>
          <pc:docMk/>
          <pc:sldMk cId="915149386" sldId="514"/>
        </pc:sldMkLst>
      </pc:sldChg>
      <pc:sldChg chg="modSp mod">
        <pc:chgData name="Steven M Christey" userId="f24da668-4c1f-41c0-850e-113e2bdf78cf" providerId="ADAL" clId="{9EB1DD96-61C7-4D25-B57A-B6E2C03C0361}" dt="2024-11-15T15:26:12.883" v="225"/>
        <pc:sldMkLst>
          <pc:docMk/>
          <pc:sldMk cId="725849126" sldId="515"/>
        </pc:sldMkLst>
      </pc:sldChg>
      <pc:sldChg chg="new del">
        <pc:chgData name="Steven M Christey" userId="f24da668-4c1f-41c0-850e-113e2bdf78cf" providerId="ADAL" clId="{9EB1DD96-61C7-4D25-B57A-B6E2C03C0361}" dt="2024-11-15T15:47:14.348" v="1992" actId="47"/>
        <pc:sldMkLst>
          <pc:docMk/>
          <pc:sldMk cId="604702205" sldId="519"/>
        </pc:sldMkLst>
      </pc:sldChg>
      <pc:sldChg chg="new del">
        <pc:chgData name="Steven M Christey" userId="f24da668-4c1f-41c0-850e-113e2bdf78cf" providerId="ADAL" clId="{9EB1DD96-61C7-4D25-B57A-B6E2C03C0361}" dt="2024-11-15T15:26:31.189" v="227" actId="680"/>
        <pc:sldMkLst>
          <pc:docMk/>
          <pc:sldMk cId="3891555481" sldId="519"/>
        </pc:sldMkLst>
      </pc:sldChg>
      <pc:sldChg chg="del">
        <pc:chgData name="Steven M Christey" userId="f24da668-4c1f-41c0-850e-113e2bdf78cf" providerId="ADAL" clId="{9EB1DD96-61C7-4D25-B57A-B6E2C03C0361}" dt="2024-11-15T15:25:44.525" v="222" actId="47"/>
        <pc:sldMkLst>
          <pc:docMk/>
          <pc:sldMk cId="3935828083" sldId="519"/>
        </pc:sldMkLst>
      </pc:sldChg>
      <pc:sldChg chg="del">
        <pc:chgData name="Steven M Christey" userId="f24da668-4c1f-41c0-850e-113e2bdf78cf" providerId="ADAL" clId="{9EB1DD96-61C7-4D25-B57A-B6E2C03C0361}" dt="2024-11-15T15:25:44.525" v="222" actId="47"/>
        <pc:sldMkLst>
          <pc:docMk/>
          <pc:sldMk cId="1883065944" sldId="520"/>
        </pc:sldMkLst>
      </pc:sldChg>
      <pc:sldChg chg="addSp delSp modSp new mod">
        <pc:chgData name="Steven M Christey" userId="f24da668-4c1f-41c0-850e-113e2bdf78cf" providerId="ADAL" clId="{9EB1DD96-61C7-4D25-B57A-B6E2C03C0361}" dt="2024-11-15T15:29:00.934" v="341" actId="207"/>
        <pc:sldMkLst>
          <pc:docMk/>
          <pc:sldMk cId="3920576360" sldId="520"/>
        </pc:sldMkLst>
      </pc:sldChg>
      <pc:sldChg chg="addSp delSp modSp new mod">
        <pc:chgData name="Steven M Christey" userId="f24da668-4c1f-41c0-850e-113e2bdf78cf" providerId="ADAL" clId="{9EB1DD96-61C7-4D25-B57A-B6E2C03C0361}" dt="2024-11-15T15:32:47.724" v="731" actId="1076"/>
        <pc:sldMkLst>
          <pc:docMk/>
          <pc:sldMk cId="1120399296" sldId="521"/>
        </pc:sldMkLst>
      </pc:sldChg>
      <pc:sldChg chg="del">
        <pc:chgData name="Steven M Christey" userId="f24da668-4c1f-41c0-850e-113e2bdf78cf" providerId="ADAL" clId="{9EB1DD96-61C7-4D25-B57A-B6E2C03C0361}" dt="2024-11-15T15:25:44.525" v="222" actId="47"/>
        <pc:sldMkLst>
          <pc:docMk/>
          <pc:sldMk cId="3904322532" sldId="521"/>
        </pc:sldMkLst>
      </pc:sldChg>
      <pc:sldChg chg="addSp delSp modSp new mod">
        <pc:chgData name="Steven M Christey" userId="f24da668-4c1f-41c0-850e-113e2bdf78cf" providerId="ADAL" clId="{9EB1DD96-61C7-4D25-B57A-B6E2C03C0361}" dt="2024-11-15T15:36:15.496" v="1105" actId="1076"/>
        <pc:sldMkLst>
          <pc:docMk/>
          <pc:sldMk cId="886054424" sldId="522"/>
        </pc:sldMkLst>
      </pc:sldChg>
      <pc:sldChg chg="del">
        <pc:chgData name="Steven M Christey" userId="f24da668-4c1f-41c0-850e-113e2bdf78cf" providerId="ADAL" clId="{9EB1DD96-61C7-4D25-B57A-B6E2C03C0361}" dt="2024-11-15T15:25:51.896" v="223" actId="47"/>
        <pc:sldMkLst>
          <pc:docMk/>
          <pc:sldMk cId="2763150767" sldId="522"/>
        </pc:sldMkLst>
      </pc:sldChg>
      <pc:sldChg chg="del">
        <pc:chgData name="Steven M Christey" userId="f24da668-4c1f-41c0-850e-113e2bdf78cf" providerId="ADAL" clId="{9EB1DD96-61C7-4D25-B57A-B6E2C03C0361}" dt="2024-11-15T15:25:51.896" v="223" actId="47"/>
        <pc:sldMkLst>
          <pc:docMk/>
          <pc:sldMk cId="2028407806" sldId="523"/>
        </pc:sldMkLst>
      </pc:sldChg>
      <pc:sldChg chg="addSp delSp modSp new mod">
        <pc:chgData name="Steven M Christey" userId="f24da668-4c1f-41c0-850e-113e2bdf78cf" providerId="ADAL" clId="{9EB1DD96-61C7-4D25-B57A-B6E2C03C0361}" dt="2024-11-15T15:37:36.006" v="1305" actId="1076"/>
        <pc:sldMkLst>
          <pc:docMk/>
          <pc:sldMk cId="2977047529" sldId="523"/>
        </pc:sldMkLst>
      </pc:sldChg>
      <pc:sldChg chg="addSp delSp modSp new mod">
        <pc:chgData name="Steven M Christey" userId="f24da668-4c1f-41c0-850e-113e2bdf78cf" providerId="ADAL" clId="{9EB1DD96-61C7-4D25-B57A-B6E2C03C0361}" dt="2024-11-15T15:38:19.334" v="1392" actId="14100"/>
        <pc:sldMkLst>
          <pc:docMk/>
          <pc:sldMk cId="1307360591" sldId="524"/>
        </pc:sldMkLst>
      </pc:sldChg>
      <pc:sldChg chg="new del">
        <pc:chgData name="Steven M Christey" userId="f24da668-4c1f-41c0-850e-113e2bdf78cf" providerId="ADAL" clId="{9EB1DD96-61C7-4D25-B57A-B6E2C03C0361}" dt="2024-11-15T15:47:12.788" v="1990" actId="47"/>
        <pc:sldMkLst>
          <pc:docMk/>
          <pc:sldMk cId="484985232" sldId="525"/>
        </pc:sldMkLst>
      </pc:sldChg>
      <pc:sldChg chg="new del">
        <pc:chgData name="Steven M Christey" userId="f24da668-4c1f-41c0-850e-113e2bdf78cf" providerId="ADAL" clId="{9EB1DD96-61C7-4D25-B57A-B6E2C03C0361}" dt="2024-11-15T15:47:13.620" v="1991" actId="47"/>
        <pc:sldMkLst>
          <pc:docMk/>
          <pc:sldMk cId="4280241540" sldId="526"/>
        </pc:sldMkLst>
      </pc:sldChg>
      <pc:sldChg chg="addSp delSp modSp new mod">
        <pc:chgData name="Steven M Christey" userId="f24da668-4c1f-41c0-850e-113e2bdf78cf" providerId="ADAL" clId="{9EB1DD96-61C7-4D25-B57A-B6E2C03C0361}" dt="2024-11-15T15:41:53.253" v="1645" actId="14100"/>
        <pc:sldMkLst>
          <pc:docMk/>
          <pc:sldMk cId="2418741746" sldId="527"/>
        </pc:sldMkLst>
      </pc:sldChg>
      <pc:sldChg chg="addSp delSp modSp new mod">
        <pc:chgData name="Steven M Christey" userId="f24da668-4c1f-41c0-850e-113e2bdf78cf" providerId="ADAL" clId="{9EB1DD96-61C7-4D25-B57A-B6E2C03C0361}" dt="2024-11-15T15:41:33.117" v="1644" actId="9405"/>
        <pc:sldMkLst>
          <pc:docMk/>
          <pc:sldMk cId="3847705471" sldId="528"/>
        </pc:sldMkLst>
      </pc:sldChg>
      <pc:sldChg chg="addSp delSp modSp new mod">
        <pc:chgData name="Steven M Christey" userId="f24da668-4c1f-41c0-850e-113e2bdf78cf" providerId="ADAL" clId="{9EB1DD96-61C7-4D25-B57A-B6E2C03C0361}" dt="2024-11-15T15:44:11.774" v="1827" actId="20577"/>
        <pc:sldMkLst>
          <pc:docMk/>
          <pc:sldMk cId="3475484953" sldId="529"/>
        </pc:sldMkLst>
      </pc:sldChg>
      <pc:sldChg chg="addSp delSp modSp new mod">
        <pc:chgData name="Steven M Christey" userId="f24da668-4c1f-41c0-850e-113e2bdf78cf" providerId="ADAL" clId="{9EB1DD96-61C7-4D25-B57A-B6E2C03C0361}" dt="2024-11-15T15:45:38.584" v="1933" actId="9405"/>
        <pc:sldMkLst>
          <pc:docMk/>
          <pc:sldMk cId="654071875" sldId="530"/>
        </pc:sldMkLst>
      </pc:sldChg>
      <pc:sldChg chg="addSp delSp modSp new mod">
        <pc:chgData name="Steven M Christey" userId="f24da668-4c1f-41c0-850e-113e2bdf78cf" providerId="ADAL" clId="{9EB1DD96-61C7-4D25-B57A-B6E2C03C0361}" dt="2024-11-15T15:46:39.967" v="1989" actId="1076"/>
        <pc:sldMkLst>
          <pc:docMk/>
          <pc:sldMk cId="2610765628" sldId="531"/>
        </pc:sldMkLst>
      </pc:sldChg>
    </pc:docChg>
  </pc:docChgLst>
  <pc:docChgLst>
    <pc:chgData name="Alec J Summers" userId="d9c4246f-ffa8-4c52-a253-9dc5efe19efc" providerId="ADAL" clId="{AED219C3-DB5D-EB4F-A262-F8BE05B0867F}"/>
    <pc:docChg chg="undo redo custSel addSld delSld modSld">
      <pc:chgData name="Alec J Summers" userId="d9c4246f-ffa8-4c52-a253-9dc5efe19efc" providerId="ADAL" clId="{AED219C3-DB5D-EB4F-A262-F8BE05B0867F}" dt="2024-11-15T16:01:04.587" v="102" actId="20577"/>
      <pc:docMkLst>
        <pc:docMk/>
      </pc:docMkLst>
      <pc:sldChg chg="delSp modSp mod">
        <pc:chgData name="Alec J Summers" userId="d9c4246f-ffa8-4c52-a253-9dc5efe19efc" providerId="ADAL" clId="{AED219C3-DB5D-EB4F-A262-F8BE05B0867F}" dt="2024-11-15T16:00:25.692" v="100" actId="478"/>
        <pc:sldMkLst>
          <pc:docMk/>
          <pc:sldMk cId="1259113184" sldId="475"/>
        </pc:sldMkLst>
      </pc:sldChg>
      <pc:sldChg chg="modSp mod">
        <pc:chgData name="Alec J Summers" userId="d9c4246f-ffa8-4c52-a253-9dc5efe19efc" providerId="ADAL" clId="{AED219C3-DB5D-EB4F-A262-F8BE05B0867F}" dt="2024-11-15T16:01:04.587" v="102" actId="20577"/>
        <pc:sldMkLst>
          <pc:docMk/>
          <pc:sldMk cId="1434978729" sldId="489"/>
        </pc:sldMkLst>
      </pc:sldChg>
      <pc:sldChg chg="del">
        <pc:chgData name="Alec J Summers" userId="d9c4246f-ffa8-4c52-a253-9dc5efe19efc" providerId="ADAL" clId="{AED219C3-DB5D-EB4F-A262-F8BE05B0867F}" dt="2024-11-15T15:57:30.079" v="0" actId="2696"/>
        <pc:sldMkLst>
          <pc:docMk/>
          <pc:sldMk cId="150708501" sldId="510"/>
        </pc:sldMkLst>
      </pc:sldChg>
      <pc:sldChg chg="add del">
        <pc:chgData name="Alec J Summers" userId="d9c4246f-ffa8-4c52-a253-9dc5efe19efc" providerId="ADAL" clId="{AED219C3-DB5D-EB4F-A262-F8BE05B0867F}" dt="2024-11-15T15:59:00.090" v="57"/>
        <pc:sldMkLst>
          <pc:docMk/>
          <pc:sldMk cId="675866312" sldId="510"/>
        </pc:sldMkLst>
      </pc:sldChg>
      <pc:sldChg chg="modSp new mod">
        <pc:chgData name="Alec J Summers" userId="d9c4246f-ffa8-4c52-a253-9dc5efe19efc" providerId="ADAL" clId="{AED219C3-DB5D-EB4F-A262-F8BE05B0867F}" dt="2024-11-15T15:58:59.728" v="56" actId="20577"/>
        <pc:sldMkLst>
          <pc:docMk/>
          <pc:sldMk cId="452383892" sldId="532"/>
        </pc:sldMkLst>
      </pc:sldChg>
    </pc:docChg>
  </pc:docChgLst>
  <pc:docChgLst>
    <pc:chgData name="Steven M Christey" userId="f24da668-4c1f-41c0-850e-113e2bdf78cf" providerId="ADAL" clId="{93063133-3906-4F30-A148-99717A6DC68B}"/>
    <pc:docChg chg="undo custSel addSld delSld modSld sldOrd modMainMaster">
      <pc:chgData name="Steven M Christey" userId="f24da668-4c1f-41c0-850e-113e2bdf78cf" providerId="ADAL" clId="{93063133-3906-4F30-A148-99717A6DC68B}" dt="2025-01-31T15:16:57.834" v="921" actId="20577"/>
      <pc:docMkLst>
        <pc:docMk/>
      </pc:docMkLst>
      <pc:sldChg chg="modSp mod">
        <pc:chgData name="Steven M Christey" userId="f24da668-4c1f-41c0-850e-113e2bdf78cf" providerId="ADAL" clId="{93063133-3906-4F30-A148-99717A6DC68B}" dt="2025-01-17T15:58:14.894" v="36" actId="20577"/>
        <pc:sldMkLst>
          <pc:docMk/>
          <pc:sldMk cId="1454278300" sldId="459"/>
        </pc:sldMkLst>
        <pc:spChg chg="mod">
          <ac:chgData name="Steven M Christey" userId="f24da668-4c1f-41c0-850e-113e2bdf78cf" providerId="ADAL" clId="{93063133-3906-4F30-A148-99717A6DC68B}" dt="2025-01-17T15:58:09.117" v="24" actId="20577"/>
          <ac:spMkLst>
            <pc:docMk/>
            <pc:sldMk cId="1454278300" sldId="459"/>
            <ac:spMk id="2" creationId="{33307706-4E65-00EA-9416-F4DD36CAAD0A}"/>
          </ac:spMkLst>
        </pc:spChg>
        <pc:spChg chg="mod">
          <ac:chgData name="Steven M Christey" userId="f24da668-4c1f-41c0-850e-113e2bdf78cf" providerId="ADAL" clId="{93063133-3906-4F30-A148-99717A6DC68B}" dt="2025-01-17T15:58:14.894" v="36" actId="20577"/>
          <ac:spMkLst>
            <pc:docMk/>
            <pc:sldMk cId="1454278300" sldId="459"/>
            <ac:spMk id="3" creationId="{0992DF88-AC24-0FBF-1177-62DD9110498B}"/>
          </ac:spMkLst>
        </pc:spChg>
      </pc:sldChg>
      <pc:sldChg chg="del">
        <pc:chgData name="Steven M Christey" userId="f24da668-4c1f-41c0-850e-113e2bdf78cf" providerId="ADAL" clId="{93063133-3906-4F30-A148-99717A6DC68B}" dt="2025-01-17T16:04:04.062" v="119" actId="47"/>
        <pc:sldMkLst>
          <pc:docMk/>
          <pc:sldMk cId="2953311122" sldId="465"/>
        </pc:sldMkLst>
      </pc:sldChg>
      <pc:sldChg chg="del">
        <pc:chgData name="Steven M Christey" userId="f24da668-4c1f-41c0-850e-113e2bdf78cf" providerId="ADAL" clId="{93063133-3906-4F30-A148-99717A6DC68B}" dt="2025-01-17T16:04:03.181" v="118" actId="47"/>
        <pc:sldMkLst>
          <pc:docMk/>
          <pc:sldMk cId="2800714136" sldId="473"/>
        </pc:sldMkLst>
      </pc:sldChg>
      <pc:sldChg chg="modSp mod">
        <pc:chgData name="Steven M Christey" userId="f24da668-4c1f-41c0-850e-113e2bdf78cf" providerId="ADAL" clId="{93063133-3906-4F30-A148-99717A6DC68B}" dt="2025-01-31T15:16:57.834" v="921" actId="20577"/>
        <pc:sldMkLst>
          <pc:docMk/>
          <pc:sldMk cId="1259113184" sldId="475"/>
        </pc:sldMkLst>
        <pc:spChg chg="mod">
          <ac:chgData name="Steven M Christey" userId="f24da668-4c1f-41c0-850e-113e2bdf78cf" providerId="ADAL" clId="{93063133-3906-4F30-A148-99717A6DC68B}" dt="2025-01-31T15:16:57.834" v="921" actId="20577"/>
          <ac:spMkLst>
            <pc:docMk/>
            <pc:sldMk cId="1259113184" sldId="475"/>
            <ac:spMk id="3" creationId="{32062DF9-CFF1-0BEE-15FF-59D403B018ED}"/>
          </ac:spMkLst>
        </pc:spChg>
      </pc:sldChg>
      <pc:sldChg chg="del">
        <pc:chgData name="Steven M Christey" userId="f24da668-4c1f-41c0-850e-113e2bdf78cf" providerId="ADAL" clId="{93063133-3906-4F30-A148-99717A6DC68B}" dt="2025-01-17T16:04:00.097" v="113" actId="47"/>
        <pc:sldMkLst>
          <pc:docMk/>
          <pc:sldMk cId="4197602607" sldId="488"/>
        </pc:sldMkLst>
      </pc:sldChg>
      <pc:sldChg chg="del">
        <pc:chgData name="Steven M Christey" userId="f24da668-4c1f-41c0-850e-113e2bdf78cf" providerId="ADAL" clId="{93063133-3906-4F30-A148-99717A6DC68B}" dt="2025-01-17T16:04:06.905" v="120" actId="47"/>
        <pc:sldMkLst>
          <pc:docMk/>
          <pc:sldMk cId="1434978729" sldId="489"/>
        </pc:sldMkLst>
      </pc:sldChg>
      <pc:sldChg chg="del">
        <pc:chgData name="Steven M Christey" userId="f24da668-4c1f-41c0-850e-113e2bdf78cf" providerId="ADAL" clId="{93063133-3906-4F30-A148-99717A6DC68B}" dt="2025-01-17T16:04:01.101" v="115" actId="47"/>
        <pc:sldMkLst>
          <pc:docMk/>
          <pc:sldMk cId="1870174279" sldId="493"/>
        </pc:sldMkLst>
      </pc:sldChg>
      <pc:sldChg chg="del">
        <pc:chgData name="Steven M Christey" userId="f24da668-4c1f-41c0-850e-113e2bdf78cf" providerId="ADAL" clId="{93063133-3906-4F30-A148-99717A6DC68B}" dt="2025-01-17T16:04:01.833" v="116" actId="47"/>
        <pc:sldMkLst>
          <pc:docMk/>
          <pc:sldMk cId="250821381" sldId="494"/>
        </pc:sldMkLst>
      </pc:sldChg>
      <pc:sldChg chg="del">
        <pc:chgData name="Steven M Christey" userId="f24da668-4c1f-41c0-850e-113e2bdf78cf" providerId="ADAL" clId="{93063133-3906-4F30-A148-99717A6DC68B}" dt="2025-01-17T16:03:59.119" v="112" actId="47"/>
        <pc:sldMkLst>
          <pc:docMk/>
          <pc:sldMk cId="2746674832" sldId="501"/>
        </pc:sldMkLst>
      </pc:sldChg>
      <pc:sldChg chg="del">
        <pc:chgData name="Steven M Christey" userId="f24da668-4c1f-41c0-850e-113e2bdf78cf" providerId="ADAL" clId="{93063133-3906-4F30-A148-99717A6DC68B}" dt="2025-01-17T16:03:54.163" v="109" actId="47"/>
        <pc:sldMkLst>
          <pc:docMk/>
          <pc:sldMk cId="675866312" sldId="510"/>
        </pc:sldMkLst>
      </pc:sldChg>
      <pc:sldChg chg="del">
        <pc:chgData name="Steven M Christey" userId="f24da668-4c1f-41c0-850e-113e2bdf78cf" providerId="ADAL" clId="{93063133-3906-4F30-A148-99717A6DC68B}" dt="2025-01-17T16:04:24.193" v="121" actId="47"/>
        <pc:sldMkLst>
          <pc:docMk/>
          <pc:sldMk cId="1496813348" sldId="511"/>
        </pc:sldMkLst>
      </pc:sldChg>
      <pc:sldChg chg="del">
        <pc:chgData name="Steven M Christey" userId="f24da668-4c1f-41c0-850e-113e2bdf78cf" providerId="ADAL" clId="{93063133-3906-4F30-A148-99717A6DC68B}" dt="2025-01-17T16:04:02.341" v="117" actId="47"/>
        <pc:sldMkLst>
          <pc:docMk/>
          <pc:sldMk cId="1290072596" sldId="512"/>
        </pc:sldMkLst>
      </pc:sldChg>
      <pc:sldChg chg="del">
        <pc:chgData name="Steven M Christey" userId="f24da668-4c1f-41c0-850e-113e2bdf78cf" providerId="ADAL" clId="{93063133-3906-4F30-A148-99717A6DC68B}" dt="2025-01-17T16:04:00.617" v="114" actId="47"/>
        <pc:sldMkLst>
          <pc:docMk/>
          <pc:sldMk cId="174106093" sldId="513"/>
        </pc:sldMkLst>
      </pc:sldChg>
      <pc:sldChg chg="modSp mod">
        <pc:chgData name="Steven M Christey" userId="f24da668-4c1f-41c0-850e-113e2bdf78cf" providerId="ADAL" clId="{93063133-3906-4F30-A148-99717A6DC68B}" dt="2025-01-17T16:09:52.341" v="214" actId="20577"/>
        <pc:sldMkLst>
          <pc:docMk/>
          <pc:sldMk cId="915149386" sldId="514"/>
        </pc:sldMkLst>
        <pc:spChg chg="mod">
          <ac:chgData name="Steven M Christey" userId="f24da668-4c1f-41c0-850e-113e2bdf78cf" providerId="ADAL" clId="{93063133-3906-4F30-A148-99717A6DC68B}" dt="2025-01-17T16:09:52.341" v="214" actId="20577"/>
          <ac:spMkLst>
            <pc:docMk/>
            <pc:sldMk cId="915149386" sldId="514"/>
            <ac:spMk id="3" creationId="{D4348C02-DFCE-A2E4-D523-D69A254A7D49}"/>
          </ac:spMkLst>
        </pc:spChg>
      </pc:sldChg>
      <pc:sldChg chg="del">
        <pc:chgData name="Steven M Christey" userId="f24da668-4c1f-41c0-850e-113e2bdf78cf" providerId="ADAL" clId="{93063133-3906-4F30-A148-99717A6DC68B}" dt="2025-01-17T15:59:14.419" v="96" actId="47"/>
        <pc:sldMkLst>
          <pc:docMk/>
          <pc:sldMk cId="725849126" sldId="515"/>
        </pc:sldMkLst>
      </pc:sldChg>
      <pc:sldChg chg="del">
        <pc:chgData name="Steven M Christey" userId="f24da668-4c1f-41c0-850e-113e2bdf78cf" providerId="ADAL" clId="{93063133-3906-4F30-A148-99717A6DC68B}" dt="2025-01-17T16:03:51.494" v="107" actId="47"/>
        <pc:sldMkLst>
          <pc:docMk/>
          <pc:sldMk cId="1870269555" sldId="516"/>
        </pc:sldMkLst>
      </pc:sldChg>
      <pc:sldChg chg="del">
        <pc:chgData name="Steven M Christey" userId="f24da668-4c1f-41c0-850e-113e2bdf78cf" providerId="ADAL" clId="{93063133-3906-4F30-A148-99717A6DC68B}" dt="2025-01-17T16:03:55.465" v="110" actId="47"/>
        <pc:sldMkLst>
          <pc:docMk/>
          <pc:sldMk cId="2222703689" sldId="517"/>
        </pc:sldMkLst>
      </pc:sldChg>
      <pc:sldChg chg="del">
        <pc:chgData name="Steven M Christey" userId="f24da668-4c1f-41c0-850e-113e2bdf78cf" providerId="ADAL" clId="{93063133-3906-4F30-A148-99717A6DC68B}" dt="2025-01-17T16:03:56.634" v="111" actId="47"/>
        <pc:sldMkLst>
          <pc:docMk/>
          <pc:sldMk cId="1368757520" sldId="518"/>
        </pc:sldMkLst>
      </pc:sldChg>
      <pc:sldChg chg="del">
        <pc:chgData name="Steven M Christey" userId="f24da668-4c1f-41c0-850e-113e2bdf78cf" providerId="ADAL" clId="{93063133-3906-4F30-A148-99717A6DC68B}" dt="2025-01-17T15:59:15.362" v="97" actId="47"/>
        <pc:sldMkLst>
          <pc:docMk/>
          <pc:sldMk cId="3920576360" sldId="520"/>
        </pc:sldMkLst>
      </pc:sldChg>
      <pc:sldChg chg="del">
        <pc:chgData name="Steven M Christey" userId="f24da668-4c1f-41c0-850e-113e2bdf78cf" providerId="ADAL" clId="{93063133-3906-4F30-A148-99717A6DC68B}" dt="2025-01-17T15:59:15.991" v="98" actId="47"/>
        <pc:sldMkLst>
          <pc:docMk/>
          <pc:sldMk cId="1120399296" sldId="521"/>
        </pc:sldMkLst>
      </pc:sldChg>
      <pc:sldChg chg="del">
        <pc:chgData name="Steven M Christey" userId="f24da668-4c1f-41c0-850e-113e2bdf78cf" providerId="ADAL" clId="{93063133-3906-4F30-A148-99717A6DC68B}" dt="2025-01-17T15:59:16.508" v="99" actId="47"/>
        <pc:sldMkLst>
          <pc:docMk/>
          <pc:sldMk cId="886054424" sldId="522"/>
        </pc:sldMkLst>
      </pc:sldChg>
      <pc:sldChg chg="del">
        <pc:chgData name="Steven M Christey" userId="f24da668-4c1f-41c0-850e-113e2bdf78cf" providerId="ADAL" clId="{93063133-3906-4F30-A148-99717A6DC68B}" dt="2025-01-17T15:59:17.224" v="100" actId="47"/>
        <pc:sldMkLst>
          <pc:docMk/>
          <pc:sldMk cId="2977047529" sldId="523"/>
        </pc:sldMkLst>
      </pc:sldChg>
      <pc:sldChg chg="del">
        <pc:chgData name="Steven M Christey" userId="f24da668-4c1f-41c0-850e-113e2bdf78cf" providerId="ADAL" clId="{93063133-3906-4F30-A148-99717A6DC68B}" dt="2025-01-17T15:59:17.710" v="101" actId="47"/>
        <pc:sldMkLst>
          <pc:docMk/>
          <pc:sldMk cId="1307360591" sldId="524"/>
        </pc:sldMkLst>
      </pc:sldChg>
      <pc:sldChg chg="del">
        <pc:chgData name="Steven M Christey" userId="f24da668-4c1f-41c0-850e-113e2bdf78cf" providerId="ADAL" clId="{93063133-3906-4F30-A148-99717A6DC68B}" dt="2025-01-17T15:59:18.160" v="102" actId="47"/>
        <pc:sldMkLst>
          <pc:docMk/>
          <pc:sldMk cId="2418741746" sldId="527"/>
        </pc:sldMkLst>
      </pc:sldChg>
      <pc:sldChg chg="del">
        <pc:chgData name="Steven M Christey" userId="f24da668-4c1f-41c0-850e-113e2bdf78cf" providerId="ADAL" clId="{93063133-3906-4F30-A148-99717A6DC68B}" dt="2025-01-17T15:59:18.689" v="103" actId="47"/>
        <pc:sldMkLst>
          <pc:docMk/>
          <pc:sldMk cId="3847705471" sldId="528"/>
        </pc:sldMkLst>
      </pc:sldChg>
      <pc:sldChg chg="del">
        <pc:chgData name="Steven M Christey" userId="f24da668-4c1f-41c0-850e-113e2bdf78cf" providerId="ADAL" clId="{93063133-3906-4F30-A148-99717A6DC68B}" dt="2025-01-17T15:59:19.168" v="104" actId="47"/>
        <pc:sldMkLst>
          <pc:docMk/>
          <pc:sldMk cId="3475484953" sldId="529"/>
        </pc:sldMkLst>
      </pc:sldChg>
      <pc:sldChg chg="del">
        <pc:chgData name="Steven M Christey" userId="f24da668-4c1f-41c0-850e-113e2bdf78cf" providerId="ADAL" clId="{93063133-3906-4F30-A148-99717A6DC68B}" dt="2025-01-17T15:59:19.607" v="105" actId="47"/>
        <pc:sldMkLst>
          <pc:docMk/>
          <pc:sldMk cId="654071875" sldId="530"/>
        </pc:sldMkLst>
      </pc:sldChg>
      <pc:sldChg chg="del">
        <pc:chgData name="Steven M Christey" userId="f24da668-4c1f-41c0-850e-113e2bdf78cf" providerId="ADAL" clId="{93063133-3906-4F30-A148-99717A6DC68B}" dt="2025-01-17T15:59:20.154" v="106" actId="47"/>
        <pc:sldMkLst>
          <pc:docMk/>
          <pc:sldMk cId="2610765628" sldId="531"/>
        </pc:sldMkLst>
      </pc:sldChg>
      <pc:sldChg chg="del">
        <pc:chgData name="Steven M Christey" userId="f24da668-4c1f-41c0-850e-113e2bdf78cf" providerId="ADAL" clId="{93063133-3906-4F30-A148-99717A6DC68B}" dt="2025-01-17T16:03:52.458" v="108" actId="47"/>
        <pc:sldMkLst>
          <pc:docMk/>
          <pc:sldMk cId="452383892" sldId="532"/>
        </pc:sldMkLst>
      </pc:sldChg>
      <pc:sldChg chg="modSp mod">
        <pc:chgData name="Steven M Christey" userId="f24da668-4c1f-41c0-850e-113e2bdf78cf" providerId="ADAL" clId="{93063133-3906-4F30-A148-99717A6DC68B}" dt="2025-01-17T15:58:57.423" v="95" actId="113"/>
        <pc:sldMkLst>
          <pc:docMk/>
          <pc:sldMk cId="150708501" sldId="533"/>
        </pc:sldMkLst>
        <pc:spChg chg="mod">
          <ac:chgData name="Steven M Christey" userId="f24da668-4c1f-41c0-850e-113e2bdf78cf" providerId="ADAL" clId="{93063133-3906-4F30-A148-99717A6DC68B}" dt="2025-01-17T15:58:57.423" v="95" actId="113"/>
          <ac:spMkLst>
            <pc:docMk/>
            <pc:sldMk cId="150708501" sldId="533"/>
            <ac:spMk id="3" creationId="{D56FF49E-E3F8-8E2A-2DB7-2E9585AD88B0}"/>
          </ac:spMkLst>
        </pc:spChg>
      </pc:sldChg>
      <pc:sldChg chg="modSp mod ord">
        <pc:chgData name="Steven M Christey" userId="f24da668-4c1f-41c0-850e-113e2bdf78cf" providerId="ADAL" clId="{93063133-3906-4F30-A148-99717A6DC68B}" dt="2025-01-17T16:41:49.979" v="919" actId="20577"/>
        <pc:sldMkLst>
          <pc:docMk/>
          <pc:sldMk cId="674283638" sldId="534"/>
        </pc:sldMkLst>
        <pc:spChg chg="mod">
          <ac:chgData name="Steven M Christey" userId="f24da668-4c1f-41c0-850e-113e2bdf78cf" providerId="ADAL" clId="{93063133-3906-4F30-A148-99717A6DC68B}" dt="2025-01-17T16:41:49.979" v="919" actId="20577"/>
          <ac:spMkLst>
            <pc:docMk/>
            <pc:sldMk cId="674283638" sldId="534"/>
            <ac:spMk id="3" creationId="{1A065927-5551-1053-CA96-EFA73AF6FCFB}"/>
          </ac:spMkLst>
        </pc:spChg>
      </pc:sldChg>
      <pc:sldChg chg="modSp new mod">
        <pc:chgData name="Steven M Christey" userId="f24da668-4c1f-41c0-850e-113e2bdf78cf" providerId="ADAL" clId="{93063133-3906-4F30-A148-99717A6DC68B}" dt="2025-01-17T16:05:42.740" v="213" actId="14"/>
        <pc:sldMkLst>
          <pc:docMk/>
          <pc:sldMk cId="2801011041" sldId="536"/>
        </pc:sldMkLst>
      </pc:sldChg>
      <pc:sldChg chg="modSp new mod">
        <pc:chgData name="Steven M Christey" userId="f24da668-4c1f-41c0-850e-113e2bdf78cf" providerId="ADAL" clId="{93063133-3906-4F30-A148-99717A6DC68B}" dt="2025-01-17T16:32:35.483" v="687" actId="20577"/>
        <pc:sldMkLst>
          <pc:docMk/>
          <pc:sldMk cId="888421850" sldId="537"/>
        </pc:sldMkLst>
      </pc:sldChg>
      <pc:sldMasterChg chg="modSldLayout">
        <pc:chgData name="Steven M Christey" userId="f24da668-4c1f-41c0-850e-113e2bdf78cf" providerId="ADAL" clId="{93063133-3906-4F30-A148-99717A6DC68B}" dt="2025-01-17T16:30:18.717" v="514" actId="20577"/>
        <pc:sldMasterMkLst>
          <pc:docMk/>
          <pc:sldMasterMk cId="571324812" sldId="2147483656"/>
        </pc:sldMasterMkLst>
        <pc:sldLayoutChg chg="modSp mod">
          <pc:chgData name="Steven M Christey" userId="f24da668-4c1f-41c0-850e-113e2bdf78cf" providerId="ADAL" clId="{93063133-3906-4F30-A148-99717A6DC68B}" dt="2025-01-17T16:30:01.473" v="508" actId="20577"/>
          <pc:sldLayoutMkLst>
            <pc:docMk/>
            <pc:sldMasterMk cId="571324812" sldId="2147483656"/>
            <pc:sldLayoutMk cId="827350116" sldId="2147483660"/>
          </pc:sldLayoutMkLst>
          <pc:spChg chg="mod">
            <ac:chgData name="Steven M Christey" userId="f24da668-4c1f-41c0-850e-113e2bdf78cf" providerId="ADAL" clId="{93063133-3906-4F30-A148-99717A6DC68B}" dt="2025-01-17T16:30:01.473" v="508" actId="20577"/>
            <ac:spMkLst>
              <pc:docMk/>
              <pc:sldMasterMk cId="571324812" sldId="2147483656"/>
              <pc:sldLayoutMk cId="827350116" sldId="2147483660"/>
              <ac:spMk id="7" creationId="{9E70A04F-8616-609D-8225-4AD857445D04}"/>
            </ac:spMkLst>
          </pc:spChg>
        </pc:sldLayoutChg>
        <pc:sldLayoutChg chg="modSp mod">
          <pc:chgData name="Steven M Christey" userId="f24da668-4c1f-41c0-850e-113e2bdf78cf" providerId="ADAL" clId="{93063133-3906-4F30-A148-99717A6DC68B}" dt="2025-01-17T16:30:10.023" v="510" actId="20577"/>
          <pc:sldLayoutMkLst>
            <pc:docMk/>
            <pc:sldMasterMk cId="571324812" sldId="2147483656"/>
            <pc:sldLayoutMk cId="4160288765" sldId="2147483661"/>
          </pc:sldLayoutMkLst>
          <pc:spChg chg="mod">
            <ac:chgData name="Steven M Christey" userId="f24da668-4c1f-41c0-850e-113e2bdf78cf" providerId="ADAL" clId="{93063133-3906-4F30-A148-99717A6DC68B}" dt="2025-01-17T16:30:10.023" v="510" actId="20577"/>
            <ac:spMkLst>
              <pc:docMk/>
              <pc:sldMasterMk cId="571324812" sldId="2147483656"/>
              <pc:sldLayoutMk cId="4160288765" sldId="2147483661"/>
              <ac:spMk id="4" creationId="{89A8502D-2927-9695-96E9-8F406706FAB8}"/>
            </ac:spMkLst>
          </pc:spChg>
        </pc:sldLayoutChg>
        <pc:sldLayoutChg chg="modSp mod">
          <pc:chgData name="Steven M Christey" userId="f24da668-4c1f-41c0-850e-113e2bdf78cf" providerId="ADAL" clId="{93063133-3906-4F30-A148-99717A6DC68B}" dt="2025-01-17T16:30:14.688" v="512" actId="20577"/>
          <pc:sldLayoutMkLst>
            <pc:docMk/>
            <pc:sldMasterMk cId="571324812" sldId="2147483656"/>
            <pc:sldLayoutMk cId="838690321" sldId="2147483662"/>
          </pc:sldLayoutMkLst>
          <pc:spChg chg="mod">
            <ac:chgData name="Steven M Christey" userId="f24da668-4c1f-41c0-850e-113e2bdf78cf" providerId="ADAL" clId="{93063133-3906-4F30-A148-99717A6DC68B}" dt="2025-01-17T16:30:14.688" v="512" actId="20577"/>
            <ac:spMkLst>
              <pc:docMk/>
              <pc:sldMasterMk cId="571324812" sldId="2147483656"/>
              <pc:sldLayoutMk cId="838690321" sldId="2147483662"/>
              <ac:spMk id="7" creationId="{C07B8B59-72BB-402C-0548-28CBE824E528}"/>
            </ac:spMkLst>
          </pc:spChg>
        </pc:sldLayoutChg>
        <pc:sldLayoutChg chg="modSp mod">
          <pc:chgData name="Steven M Christey" userId="f24da668-4c1f-41c0-850e-113e2bdf78cf" providerId="ADAL" clId="{93063133-3906-4F30-A148-99717A6DC68B}" dt="2025-01-17T16:30:18.717" v="514" actId="20577"/>
          <pc:sldLayoutMkLst>
            <pc:docMk/>
            <pc:sldMasterMk cId="571324812" sldId="2147483656"/>
            <pc:sldLayoutMk cId="4234124309" sldId="2147483663"/>
          </pc:sldLayoutMkLst>
          <pc:spChg chg="mod">
            <ac:chgData name="Steven M Christey" userId="f24da668-4c1f-41c0-850e-113e2bdf78cf" providerId="ADAL" clId="{93063133-3906-4F30-A148-99717A6DC68B}" dt="2025-01-17T16:30:18.717" v="514" actId="20577"/>
            <ac:spMkLst>
              <pc:docMk/>
              <pc:sldMasterMk cId="571324812" sldId="2147483656"/>
              <pc:sldLayoutMk cId="4234124309" sldId="2147483663"/>
              <ac:spMk id="4" creationId="{6DE9556C-601C-A625-8E9C-D685CD0558F6}"/>
            </ac:spMkLst>
          </pc:spChg>
        </pc:sldLayoutChg>
        <pc:sldLayoutChg chg="modSp mod">
          <pc:chgData name="Steven M Christey" userId="f24da668-4c1f-41c0-850e-113e2bdf78cf" providerId="ADAL" clId="{93063133-3906-4F30-A148-99717A6DC68B}" dt="2025-01-17T16:29:56.589" v="506" actId="20577"/>
          <pc:sldLayoutMkLst>
            <pc:docMk/>
            <pc:sldMasterMk cId="571324812" sldId="2147483656"/>
            <pc:sldLayoutMk cId="115249480" sldId="2147483665"/>
          </pc:sldLayoutMkLst>
          <pc:spChg chg="mod">
            <ac:chgData name="Steven M Christey" userId="f24da668-4c1f-41c0-850e-113e2bdf78cf" providerId="ADAL" clId="{93063133-3906-4F30-A148-99717A6DC68B}" dt="2025-01-17T16:29:56.589" v="506" actId="20577"/>
            <ac:spMkLst>
              <pc:docMk/>
              <pc:sldMasterMk cId="571324812" sldId="2147483656"/>
              <pc:sldLayoutMk cId="115249480" sldId="2147483665"/>
              <ac:spMk id="4" creationId="{0547FED3-2C30-F4E6-3048-5675580799A0}"/>
            </ac:spMkLst>
          </pc:spChg>
        </pc:sldLayoutChg>
        <pc:sldLayoutChg chg="modSp mod">
          <pc:chgData name="Steven M Christey" userId="f24da668-4c1f-41c0-850e-113e2bdf78cf" providerId="ADAL" clId="{93063133-3906-4F30-A148-99717A6DC68B}" dt="2025-01-17T16:29:50.368" v="504" actId="20577"/>
          <pc:sldLayoutMkLst>
            <pc:docMk/>
            <pc:sldMasterMk cId="571324812" sldId="2147483656"/>
            <pc:sldLayoutMk cId="4126487817" sldId="2147483666"/>
          </pc:sldLayoutMkLst>
          <pc:spChg chg="mod">
            <ac:chgData name="Steven M Christey" userId="f24da668-4c1f-41c0-850e-113e2bdf78cf" providerId="ADAL" clId="{93063133-3906-4F30-A148-99717A6DC68B}" dt="2025-01-17T16:29:50.368" v="504" actId="20577"/>
            <ac:spMkLst>
              <pc:docMk/>
              <pc:sldMasterMk cId="571324812" sldId="2147483656"/>
              <pc:sldLayoutMk cId="4126487817" sldId="2147483666"/>
              <ac:spMk id="20" creationId="{64B792E7-8D76-4EA8-9A42-E8F018734208}"/>
            </ac:spMkLst>
          </pc:spChg>
        </pc:sldLayoutChg>
        <pc:sldLayoutChg chg="modSp mod">
          <pc:chgData name="Steven M Christey" userId="f24da668-4c1f-41c0-850e-113e2bdf78cf" providerId="ADAL" clId="{93063133-3906-4F30-A148-99717A6DC68B}" dt="2025-01-17T16:29:43.659" v="502" actId="20577"/>
          <pc:sldLayoutMkLst>
            <pc:docMk/>
            <pc:sldMasterMk cId="571324812" sldId="2147483656"/>
            <pc:sldLayoutMk cId="431849749" sldId="2147483667"/>
          </pc:sldLayoutMkLst>
          <pc:spChg chg="mod">
            <ac:chgData name="Steven M Christey" userId="f24da668-4c1f-41c0-850e-113e2bdf78cf" providerId="ADAL" clId="{93063133-3906-4F30-A148-99717A6DC68B}" dt="2025-01-17T16:29:43.659" v="502" actId="20577"/>
            <ac:spMkLst>
              <pc:docMk/>
              <pc:sldMasterMk cId="571324812" sldId="2147483656"/>
              <pc:sldLayoutMk cId="431849749" sldId="2147483667"/>
              <ac:spMk id="6" creationId="{DC740274-008C-0C73-052B-7BFB85A61250}"/>
            </ac:spMkLst>
          </pc:spChg>
        </pc:sldLayoutChg>
      </pc:sldMasterChg>
    </pc:docChg>
  </pc:docChgLst>
  <pc:docChgLst>
    <pc:chgData name="Steven M Christey" userId="f24da668-4c1f-41c0-850e-113e2bdf78cf" providerId="ADAL" clId="{D2310769-A872-4D86-AB53-6BE45AB1A5CC}"/>
    <pc:docChg chg="undo custSel addSld delSld modSld sldOrd">
      <pc:chgData name="Steven M Christey" userId="f24da668-4c1f-41c0-850e-113e2bdf78cf" providerId="ADAL" clId="{D2310769-A872-4D86-AB53-6BE45AB1A5CC}" dt="2024-11-01T15:45:37.427" v="853" actId="20577"/>
      <pc:docMkLst>
        <pc:docMk/>
      </pc:docMkLst>
      <pc:sldChg chg="modSp mod">
        <pc:chgData name="Steven M Christey" userId="f24da668-4c1f-41c0-850e-113e2bdf78cf" providerId="ADAL" clId="{D2310769-A872-4D86-AB53-6BE45AB1A5CC}" dt="2024-11-01T14:17:21.106" v="19" actId="20577"/>
        <pc:sldMkLst>
          <pc:docMk/>
          <pc:sldMk cId="1454278300" sldId="459"/>
        </pc:sldMkLst>
      </pc:sldChg>
      <pc:sldChg chg="modSp mod">
        <pc:chgData name="Steven M Christey" userId="f24da668-4c1f-41c0-850e-113e2bdf78cf" providerId="ADAL" clId="{D2310769-A872-4D86-AB53-6BE45AB1A5CC}" dt="2024-11-01T14:17:34.613" v="29" actId="20577"/>
        <pc:sldMkLst>
          <pc:docMk/>
          <pc:sldMk cId="1259113184" sldId="475"/>
        </pc:sldMkLst>
      </pc:sldChg>
      <pc:sldChg chg="del">
        <pc:chgData name="Steven M Christey" userId="f24da668-4c1f-41c0-850e-113e2bdf78cf" providerId="ADAL" clId="{D2310769-A872-4D86-AB53-6BE45AB1A5CC}" dt="2024-11-01T14:33:45.475" v="400" actId="47"/>
        <pc:sldMkLst>
          <pc:docMk/>
          <pc:sldMk cId="548372673" sldId="480"/>
        </pc:sldMkLst>
      </pc:sldChg>
      <pc:sldChg chg="del">
        <pc:chgData name="Steven M Christey" userId="f24da668-4c1f-41c0-850e-113e2bdf78cf" providerId="ADAL" clId="{D2310769-A872-4D86-AB53-6BE45AB1A5CC}" dt="2024-11-01T14:26:29.843" v="297" actId="47"/>
        <pc:sldMkLst>
          <pc:docMk/>
          <pc:sldMk cId="264977004" sldId="484"/>
        </pc:sldMkLst>
      </pc:sldChg>
      <pc:sldChg chg="modSp mod">
        <pc:chgData name="Steven M Christey" userId="f24da668-4c1f-41c0-850e-113e2bdf78cf" providerId="ADAL" clId="{D2310769-A872-4D86-AB53-6BE45AB1A5CC}" dt="2024-11-01T14:38:06.434" v="590" actId="20577"/>
        <pc:sldMkLst>
          <pc:docMk/>
          <pc:sldMk cId="1434978729" sldId="489"/>
        </pc:sldMkLst>
      </pc:sldChg>
      <pc:sldChg chg="del">
        <pc:chgData name="Steven M Christey" userId="f24da668-4c1f-41c0-850e-113e2bdf78cf" providerId="ADAL" clId="{D2310769-A872-4D86-AB53-6BE45AB1A5CC}" dt="2024-11-01T14:26:34.132" v="298" actId="47"/>
        <pc:sldMkLst>
          <pc:docMk/>
          <pc:sldMk cId="1582117500" sldId="495"/>
        </pc:sldMkLst>
      </pc:sldChg>
      <pc:sldChg chg="del">
        <pc:chgData name="Steven M Christey" userId="f24da668-4c1f-41c0-850e-113e2bdf78cf" providerId="ADAL" clId="{D2310769-A872-4D86-AB53-6BE45AB1A5CC}" dt="2024-11-01T14:33:08.456" v="394" actId="47"/>
        <pc:sldMkLst>
          <pc:docMk/>
          <pc:sldMk cId="3714274698" sldId="503"/>
        </pc:sldMkLst>
      </pc:sldChg>
      <pc:sldChg chg="del">
        <pc:chgData name="Steven M Christey" userId="f24da668-4c1f-41c0-850e-113e2bdf78cf" providerId="ADAL" clId="{D2310769-A872-4D86-AB53-6BE45AB1A5CC}" dt="2024-11-01T14:33:09.888" v="395" actId="47"/>
        <pc:sldMkLst>
          <pc:docMk/>
          <pc:sldMk cId="1661787862" sldId="504"/>
        </pc:sldMkLst>
      </pc:sldChg>
      <pc:sldChg chg="modSp mod">
        <pc:chgData name="Steven M Christey" userId="f24da668-4c1f-41c0-850e-113e2bdf78cf" providerId="ADAL" clId="{D2310769-A872-4D86-AB53-6BE45AB1A5CC}" dt="2024-11-01T14:48:23.415" v="621" actId="20577"/>
        <pc:sldMkLst>
          <pc:docMk/>
          <pc:sldMk cId="915149386" sldId="514"/>
        </pc:sldMkLst>
      </pc:sldChg>
      <pc:sldChg chg="addSp delSp modSp mod">
        <pc:chgData name="Steven M Christey" userId="f24da668-4c1f-41c0-850e-113e2bdf78cf" providerId="ADAL" clId="{D2310769-A872-4D86-AB53-6BE45AB1A5CC}" dt="2024-11-01T14:39:00.242" v="612" actId="20577"/>
        <pc:sldMkLst>
          <pc:docMk/>
          <pc:sldMk cId="725849126" sldId="515"/>
        </pc:sldMkLst>
      </pc:sldChg>
      <pc:sldChg chg="ord">
        <pc:chgData name="Steven M Christey" userId="f24da668-4c1f-41c0-850e-113e2bdf78cf" providerId="ADAL" clId="{D2310769-A872-4D86-AB53-6BE45AB1A5CC}" dt="2024-11-01T14:33:58.671" v="402"/>
        <pc:sldMkLst>
          <pc:docMk/>
          <pc:sldMk cId="2222703689" sldId="517"/>
        </pc:sldMkLst>
      </pc:sldChg>
      <pc:sldChg chg="ord">
        <pc:chgData name="Steven M Christey" userId="f24da668-4c1f-41c0-850e-113e2bdf78cf" providerId="ADAL" clId="{D2310769-A872-4D86-AB53-6BE45AB1A5CC}" dt="2024-11-01T14:33:58.671" v="402"/>
        <pc:sldMkLst>
          <pc:docMk/>
          <pc:sldMk cId="1368757520" sldId="518"/>
        </pc:sldMkLst>
      </pc:sldChg>
      <pc:sldChg chg="addSp delSp modSp new mod">
        <pc:chgData name="Steven M Christey" userId="f24da668-4c1f-41c0-850e-113e2bdf78cf" providerId="ADAL" clId="{D2310769-A872-4D86-AB53-6BE45AB1A5CC}" dt="2024-11-01T15:30:49.189" v="645" actId="9405"/>
        <pc:sldMkLst>
          <pc:docMk/>
          <pc:sldMk cId="3935828083" sldId="519"/>
        </pc:sldMkLst>
      </pc:sldChg>
      <pc:sldChg chg="addSp delSp modSp add mod">
        <pc:chgData name="Steven M Christey" userId="f24da668-4c1f-41c0-850e-113e2bdf78cf" providerId="ADAL" clId="{D2310769-A872-4D86-AB53-6BE45AB1A5CC}" dt="2024-11-01T14:34:57.920" v="452" actId="14100"/>
        <pc:sldMkLst>
          <pc:docMk/>
          <pc:sldMk cId="1883065944" sldId="520"/>
        </pc:sldMkLst>
      </pc:sldChg>
      <pc:sldChg chg="addSp delSp modSp add mod">
        <pc:chgData name="Steven M Christey" userId="f24da668-4c1f-41c0-850e-113e2bdf78cf" providerId="ADAL" clId="{D2310769-A872-4D86-AB53-6BE45AB1A5CC}" dt="2024-11-01T14:35:47.152" v="488" actId="20577"/>
        <pc:sldMkLst>
          <pc:docMk/>
          <pc:sldMk cId="3904322532" sldId="521"/>
        </pc:sldMkLst>
      </pc:sldChg>
      <pc:sldChg chg="addSp delSp modSp add mod">
        <pc:chgData name="Steven M Christey" userId="f24da668-4c1f-41c0-850e-113e2bdf78cf" providerId="ADAL" clId="{D2310769-A872-4D86-AB53-6BE45AB1A5CC}" dt="2024-11-01T15:30:19.376" v="644" actId="9405"/>
        <pc:sldMkLst>
          <pc:docMk/>
          <pc:sldMk cId="2763150767" sldId="522"/>
        </pc:sldMkLst>
      </pc:sldChg>
      <pc:sldChg chg="modSp add mod">
        <pc:chgData name="Steven M Christey" userId="f24da668-4c1f-41c0-850e-113e2bdf78cf" providerId="ADAL" clId="{D2310769-A872-4D86-AB53-6BE45AB1A5CC}" dt="2024-11-01T15:45:37.427" v="853" actId="20577"/>
        <pc:sldMkLst>
          <pc:docMk/>
          <pc:sldMk cId="2028407806" sldId="523"/>
        </pc:sldMkLst>
      </pc:sldChg>
    </pc:docChg>
  </pc:docChgLst>
  <pc:docChgLst>
    <pc:chgData name="Alec J Summers" userId="d9c4246f-ffa8-4c52-a253-9dc5efe19efc" providerId="ADAL" clId="{3FAE7DF6-7101-524C-90F5-9656D182D6EF}"/>
    <pc:docChg chg="undo custSel addSld delSld modSld sldOrd">
      <pc:chgData name="Alec J Summers" userId="d9c4246f-ffa8-4c52-a253-9dc5efe19efc" providerId="ADAL" clId="{3FAE7DF6-7101-524C-90F5-9656D182D6EF}" dt="2024-10-18T14:42:30.373" v="480" actId="114"/>
      <pc:docMkLst>
        <pc:docMk/>
      </pc:docMkLst>
      <pc:sldChg chg="modSp mod">
        <pc:chgData name="Alec J Summers" userId="d9c4246f-ffa8-4c52-a253-9dc5efe19efc" providerId="ADAL" clId="{3FAE7DF6-7101-524C-90F5-9656D182D6EF}" dt="2024-10-18T14:36:09.849" v="479" actId="20577"/>
        <pc:sldMkLst>
          <pc:docMk/>
          <pc:sldMk cId="1434978729" sldId="489"/>
        </pc:sldMkLst>
      </pc:sldChg>
      <pc:sldChg chg="addSp modSp mod">
        <pc:chgData name="Alec J Summers" userId="d9c4246f-ffa8-4c52-a253-9dc5efe19efc" providerId="ADAL" clId="{3FAE7DF6-7101-524C-90F5-9656D182D6EF}" dt="2024-10-18T14:42:30.373" v="480" actId="114"/>
        <pc:sldMkLst>
          <pc:docMk/>
          <pc:sldMk cId="150708501" sldId="510"/>
        </pc:sldMkLst>
      </pc:sldChg>
      <pc:sldChg chg="modSp mod ord">
        <pc:chgData name="Alec J Summers" userId="d9c4246f-ffa8-4c52-a253-9dc5efe19efc" providerId="ADAL" clId="{3FAE7DF6-7101-524C-90F5-9656D182D6EF}" dt="2024-10-18T14:22:45.454" v="284" actId="20577"/>
        <pc:sldMkLst>
          <pc:docMk/>
          <pc:sldMk cId="915149386" sldId="514"/>
        </pc:sldMkLst>
      </pc:sldChg>
      <pc:sldChg chg="new del">
        <pc:chgData name="Alec J Summers" userId="d9c4246f-ffa8-4c52-a253-9dc5efe19efc" providerId="ADAL" clId="{3FAE7DF6-7101-524C-90F5-9656D182D6EF}" dt="2024-10-18T14:20:51.874" v="224" actId="680"/>
        <pc:sldMkLst>
          <pc:docMk/>
          <pc:sldMk cId="508417184" sldId="519"/>
        </pc:sldMkLst>
      </pc:sldChg>
    </pc:docChg>
  </pc:docChgLst>
  <pc:docChgLst>
    <pc:chgData name="Steven M Christey" userId="f24da668-4c1f-41c0-850e-113e2bdf78cf" providerId="ADAL" clId="{485CED49-FB28-49A7-BAC4-3D6DBACBD0F5}"/>
    <pc:docChg chg="undo custSel addSld delSld modSld">
      <pc:chgData name="Steven M Christey" userId="f24da668-4c1f-41c0-850e-113e2bdf78cf" providerId="ADAL" clId="{485CED49-FB28-49A7-BAC4-3D6DBACBD0F5}" dt="2025-03-14T15:52:55.827" v="2138" actId="20577"/>
      <pc:docMkLst>
        <pc:docMk/>
      </pc:docMkLst>
      <pc:sldChg chg="modSp mod">
        <pc:chgData name="Steven M Christey" userId="f24da668-4c1f-41c0-850e-113e2bdf78cf" providerId="ADAL" clId="{485CED49-FB28-49A7-BAC4-3D6DBACBD0F5}" dt="2025-03-14T14:24:56.090" v="42" actId="20577"/>
        <pc:sldMkLst>
          <pc:docMk/>
          <pc:sldMk cId="1454278300" sldId="459"/>
        </pc:sldMkLst>
        <pc:spChg chg="mod">
          <ac:chgData name="Steven M Christey" userId="f24da668-4c1f-41c0-850e-113e2bdf78cf" providerId="ADAL" clId="{485CED49-FB28-49A7-BAC4-3D6DBACBD0F5}" dt="2025-03-14T14:24:48.637" v="23" actId="20577"/>
          <ac:spMkLst>
            <pc:docMk/>
            <pc:sldMk cId="1454278300" sldId="459"/>
            <ac:spMk id="2" creationId="{33307706-4E65-00EA-9416-F4DD36CAAD0A}"/>
          </ac:spMkLst>
        </pc:spChg>
        <pc:spChg chg="mod">
          <ac:chgData name="Steven M Christey" userId="f24da668-4c1f-41c0-850e-113e2bdf78cf" providerId="ADAL" clId="{485CED49-FB28-49A7-BAC4-3D6DBACBD0F5}" dt="2025-03-14T14:24:56.090" v="42" actId="20577"/>
          <ac:spMkLst>
            <pc:docMk/>
            <pc:sldMk cId="1454278300" sldId="459"/>
            <ac:spMk id="3" creationId="{0992DF88-AC24-0FBF-1177-62DD9110498B}"/>
          </ac:spMkLst>
        </pc:spChg>
      </pc:sldChg>
      <pc:sldChg chg="modSp mod">
        <pc:chgData name="Steven M Christey" userId="f24da668-4c1f-41c0-850e-113e2bdf78cf" providerId="ADAL" clId="{485CED49-FB28-49A7-BAC4-3D6DBACBD0F5}" dt="2025-03-14T14:56:52.518" v="1997" actId="20577"/>
        <pc:sldMkLst>
          <pc:docMk/>
          <pc:sldMk cId="1259113184" sldId="475"/>
        </pc:sldMkLst>
        <pc:spChg chg="mod">
          <ac:chgData name="Steven M Christey" userId="f24da668-4c1f-41c0-850e-113e2bdf78cf" providerId="ADAL" clId="{485CED49-FB28-49A7-BAC4-3D6DBACBD0F5}" dt="2025-03-14T14:56:52.518" v="1997" actId="20577"/>
          <ac:spMkLst>
            <pc:docMk/>
            <pc:sldMk cId="1259113184" sldId="475"/>
            <ac:spMk id="3" creationId="{32062DF9-CFF1-0BEE-15FF-59D403B018ED}"/>
          </ac:spMkLst>
        </pc:spChg>
      </pc:sldChg>
      <pc:sldChg chg="modSp mod">
        <pc:chgData name="Steven M Christey" userId="f24da668-4c1f-41c0-850e-113e2bdf78cf" providerId="ADAL" clId="{485CED49-FB28-49A7-BAC4-3D6DBACBD0F5}" dt="2025-03-14T14:56:22.294" v="1976" actId="20577"/>
        <pc:sldMkLst>
          <pc:docMk/>
          <pc:sldMk cId="915149386" sldId="514"/>
        </pc:sldMkLst>
        <pc:spChg chg="mod">
          <ac:chgData name="Steven M Christey" userId="f24da668-4c1f-41c0-850e-113e2bdf78cf" providerId="ADAL" clId="{485CED49-FB28-49A7-BAC4-3D6DBACBD0F5}" dt="2025-03-14T14:40:34.748" v="1010" actId="20577"/>
          <ac:spMkLst>
            <pc:docMk/>
            <pc:sldMk cId="915149386" sldId="514"/>
            <ac:spMk id="2" creationId="{C4152329-D360-1F27-97A6-6DA95C552EBD}"/>
          </ac:spMkLst>
        </pc:spChg>
        <pc:spChg chg="mod">
          <ac:chgData name="Steven M Christey" userId="f24da668-4c1f-41c0-850e-113e2bdf78cf" providerId="ADAL" clId="{485CED49-FB28-49A7-BAC4-3D6DBACBD0F5}" dt="2025-03-14T14:56:22.294" v="1976" actId="20577"/>
          <ac:spMkLst>
            <pc:docMk/>
            <pc:sldMk cId="915149386" sldId="514"/>
            <ac:spMk id="3" creationId="{D4348C02-DFCE-A2E4-D523-D69A254A7D49}"/>
          </ac:spMkLst>
        </pc:spChg>
      </pc:sldChg>
      <pc:sldChg chg="modSp mod">
        <pc:chgData name="Steven M Christey" userId="f24da668-4c1f-41c0-850e-113e2bdf78cf" providerId="ADAL" clId="{485CED49-FB28-49A7-BAC4-3D6DBACBD0F5}" dt="2025-03-14T14:57:07.414" v="1998" actId="1076"/>
        <pc:sldMkLst>
          <pc:docMk/>
          <pc:sldMk cId="150708501" sldId="533"/>
        </pc:sldMkLst>
        <pc:spChg chg="mod">
          <ac:chgData name="Steven M Christey" userId="f24da668-4c1f-41c0-850e-113e2bdf78cf" providerId="ADAL" clId="{485CED49-FB28-49A7-BAC4-3D6DBACBD0F5}" dt="2025-03-14T14:56:08.344" v="1960" actId="20577"/>
          <ac:spMkLst>
            <pc:docMk/>
            <pc:sldMk cId="150708501" sldId="533"/>
            <ac:spMk id="3" creationId="{D56FF49E-E3F8-8E2A-2DB7-2E9585AD88B0}"/>
          </ac:spMkLst>
        </pc:spChg>
        <pc:spChg chg="mod">
          <ac:chgData name="Steven M Christey" userId="f24da668-4c1f-41c0-850e-113e2bdf78cf" providerId="ADAL" clId="{485CED49-FB28-49A7-BAC4-3D6DBACBD0F5}" dt="2025-03-14T14:57:07.414" v="1998" actId="1076"/>
          <ac:spMkLst>
            <pc:docMk/>
            <pc:sldMk cId="150708501" sldId="533"/>
            <ac:spMk id="5" creationId="{F150325F-23B4-2959-C512-1363416E3D5B}"/>
          </ac:spMkLst>
        </pc:spChg>
      </pc:sldChg>
      <pc:sldChg chg="modSp mod">
        <pc:chgData name="Steven M Christey" userId="f24da668-4c1f-41c0-850e-113e2bdf78cf" providerId="ADAL" clId="{485CED49-FB28-49A7-BAC4-3D6DBACBD0F5}" dt="2025-03-14T14:32:18.277" v="567"/>
        <pc:sldMkLst>
          <pc:docMk/>
          <pc:sldMk cId="2730253842" sldId="542"/>
        </pc:sldMkLst>
        <pc:spChg chg="mod">
          <ac:chgData name="Steven M Christey" userId="f24da668-4c1f-41c0-850e-113e2bdf78cf" providerId="ADAL" clId="{485CED49-FB28-49A7-BAC4-3D6DBACBD0F5}" dt="2025-03-14T14:30:11.710" v="438" actId="20577"/>
          <ac:spMkLst>
            <pc:docMk/>
            <pc:sldMk cId="2730253842" sldId="542"/>
            <ac:spMk id="2" creationId="{91D802BE-518D-D6E6-531C-A2E587BDF05C}"/>
          </ac:spMkLst>
        </pc:spChg>
        <pc:spChg chg="mod">
          <ac:chgData name="Steven M Christey" userId="f24da668-4c1f-41c0-850e-113e2bdf78cf" providerId="ADAL" clId="{485CED49-FB28-49A7-BAC4-3D6DBACBD0F5}" dt="2025-03-14T14:32:18.277" v="567"/>
          <ac:spMkLst>
            <pc:docMk/>
            <pc:sldMk cId="2730253842" sldId="542"/>
            <ac:spMk id="3" creationId="{CF8600D0-E349-74FD-4214-23DC700A0F91}"/>
          </ac:spMkLst>
        </pc:spChg>
      </pc:sldChg>
      <pc:sldChg chg="modSp mod">
        <pc:chgData name="Steven M Christey" userId="f24da668-4c1f-41c0-850e-113e2bdf78cf" providerId="ADAL" clId="{485CED49-FB28-49A7-BAC4-3D6DBACBD0F5}" dt="2025-03-14T14:27:54.042" v="165"/>
        <pc:sldMkLst>
          <pc:docMk/>
          <pc:sldMk cId="1565146543" sldId="548"/>
        </pc:sldMkLst>
        <pc:spChg chg="mod">
          <ac:chgData name="Steven M Christey" userId="f24da668-4c1f-41c0-850e-113e2bdf78cf" providerId="ADAL" clId="{485CED49-FB28-49A7-BAC4-3D6DBACBD0F5}" dt="2025-03-14T14:27:54.042" v="165"/>
          <ac:spMkLst>
            <pc:docMk/>
            <pc:sldMk cId="1565146543" sldId="548"/>
            <ac:spMk id="2" creationId="{D261E447-4F51-57E1-6CB2-D304F03BBD21}"/>
          </ac:spMkLst>
        </pc:spChg>
      </pc:sldChg>
      <pc:sldChg chg="add del">
        <pc:chgData name="Steven M Christey" userId="f24da668-4c1f-41c0-850e-113e2bdf78cf" providerId="ADAL" clId="{485CED49-FB28-49A7-BAC4-3D6DBACBD0F5}" dt="2025-03-14T14:55:58.312" v="1959" actId="47"/>
        <pc:sldMkLst>
          <pc:docMk/>
          <pc:sldMk cId="1431843067" sldId="577"/>
        </pc:sldMkLst>
      </pc:sldChg>
      <pc:sldChg chg="modSp new del mod">
        <pc:chgData name="Steven M Christey" userId="f24da668-4c1f-41c0-850e-113e2bdf78cf" providerId="ADAL" clId="{485CED49-FB28-49A7-BAC4-3D6DBACBD0F5}" dt="2025-03-14T14:52:24.573" v="1958" actId="47"/>
        <pc:sldMkLst>
          <pc:docMk/>
          <pc:sldMk cId="3506711116" sldId="578"/>
        </pc:sldMkLst>
        <pc:spChg chg="mod">
          <ac:chgData name="Steven M Christey" userId="f24da668-4c1f-41c0-850e-113e2bdf78cf" providerId="ADAL" clId="{485CED49-FB28-49A7-BAC4-3D6DBACBD0F5}" dt="2025-03-14T14:33:13.744" v="619" actId="20577"/>
          <ac:spMkLst>
            <pc:docMk/>
            <pc:sldMk cId="3506711116" sldId="578"/>
            <ac:spMk id="2" creationId="{DCA72BD1-1781-B005-34E4-77CCD8359E57}"/>
          </ac:spMkLst>
        </pc:spChg>
      </pc:sldChg>
      <pc:sldChg chg="modSp new mod">
        <pc:chgData name="Steven M Christey" userId="f24da668-4c1f-41c0-850e-113e2bdf78cf" providerId="ADAL" clId="{485CED49-FB28-49A7-BAC4-3D6DBACBD0F5}" dt="2025-03-14T15:52:55.827" v="2138" actId="20577"/>
        <pc:sldMkLst>
          <pc:docMk/>
          <pc:sldMk cId="1133148075" sldId="579"/>
        </pc:sldMkLst>
        <pc:spChg chg="mod">
          <ac:chgData name="Steven M Christey" userId="f24da668-4c1f-41c0-850e-113e2bdf78cf" providerId="ADAL" clId="{485CED49-FB28-49A7-BAC4-3D6DBACBD0F5}" dt="2025-03-14T14:33:59.633" v="657" actId="20577"/>
          <ac:spMkLst>
            <pc:docMk/>
            <pc:sldMk cId="1133148075" sldId="579"/>
            <ac:spMk id="2" creationId="{94F70AA5-5021-9B2B-5A28-629380182E16}"/>
          </ac:spMkLst>
        </pc:spChg>
        <pc:spChg chg="mod">
          <ac:chgData name="Steven M Christey" userId="f24da668-4c1f-41c0-850e-113e2bdf78cf" providerId="ADAL" clId="{485CED49-FB28-49A7-BAC4-3D6DBACBD0F5}" dt="2025-03-14T15:52:55.827" v="2138" actId="20577"/>
          <ac:spMkLst>
            <pc:docMk/>
            <pc:sldMk cId="1133148075" sldId="579"/>
            <ac:spMk id="3" creationId="{7241ED6B-5B9D-AF98-01C0-835D030F15E7}"/>
          </ac:spMkLst>
        </pc:spChg>
      </pc:sldChg>
      <pc:sldChg chg="modSp new mod">
        <pc:chgData name="Steven M Christey" userId="f24da668-4c1f-41c0-850e-113e2bdf78cf" providerId="ADAL" clId="{485CED49-FB28-49A7-BAC4-3D6DBACBD0F5}" dt="2025-03-14T14:44:34.185" v="1451" actId="20577"/>
        <pc:sldMkLst>
          <pc:docMk/>
          <pc:sldMk cId="1000231701" sldId="580"/>
        </pc:sldMkLst>
        <pc:spChg chg="mod">
          <ac:chgData name="Steven M Christey" userId="f24da668-4c1f-41c0-850e-113e2bdf78cf" providerId="ADAL" clId="{485CED49-FB28-49A7-BAC4-3D6DBACBD0F5}" dt="2025-03-14T14:37:54.214" v="983" actId="20577"/>
          <ac:spMkLst>
            <pc:docMk/>
            <pc:sldMk cId="1000231701" sldId="580"/>
            <ac:spMk id="2" creationId="{8A8C4C91-7F89-36DC-4110-71CD5DA1A251}"/>
          </ac:spMkLst>
        </pc:spChg>
        <pc:spChg chg="mod">
          <ac:chgData name="Steven M Christey" userId="f24da668-4c1f-41c0-850e-113e2bdf78cf" providerId="ADAL" clId="{485CED49-FB28-49A7-BAC4-3D6DBACBD0F5}" dt="2025-03-14T14:44:34.185" v="1451" actId="20577"/>
          <ac:spMkLst>
            <pc:docMk/>
            <pc:sldMk cId="1000231701" sldId="580"/>
            <ac:spMk id="3" creationId="{14CCD47B-51B1-465D-AC6D-E3C7BDA0FD75}"/>
          </ac:spMkLst>
        </pc:spChg>
      </pc:sldChg>
      <pc:sldChg chg="modSp new mod">
        <pc:chgData name="Steven M Christey" userId="f24da668-4c1f-41c0-850e-113e2bdf78cf" providerId="ADAL" clId="{485CED49-FB28-49A7-BAC4-3D6DBACBD0F5}" dt="2025-03-14T14:41:24.948" v="1047" actId="20577"/>
        <pc:sldMkLst>
          <pc:docMk/>
          <pc:sldMk cId="1477368885" sldId="581"/>
        </pc:sldMkLst>
        <pc:spChg chg="mod">
          <ac:chgData name="Steven M Christey" userId="f24da668-4c1f-41c0-850e-113e2bdf78cf" providerId="ADAL" clId="{485CED49-FB28-49A7-BAC4-3D6DBACBD0F5}" dt="2025-03-14T14:41:19.393" v="1024"/>
          <ac:spMkLst>
            <pc:docMk/>
            <pc:sldMk cId="1477368885" sldId="581"/>
            <ac:spMk id="2" creationId="{155C14C6-4CB9-2146-E92A-0EE8671F32CD}"/>
          </ac:spMkLst>
        </pc:spChg>
        <pc:spChg chg="mod">
          <ac:chgData name="Steven M Christey" userId="f24da668-4c1f-41c0-850e-113e2bdf78cf" providerId="ADAL" clId="{485CED49-FB28-49A7-BAC4-3D6DBACBD0F5}" dt="2025-03-14T14:41:24.948" v="1047" actId="20577"/>
          <ac:spMkLst>
            <pc:docMk/>
            <pc:sldMk cId="1477368885" sldId="581"/>
            <ac:spMk id="3" creationId="{3201AC2E-83EC-D238-DA2E-906246DEC965}"/>
          </ac:spMkLst>
        </pc:spChg>
      </pc:sldChg>
      <pc:sldChg chg="modSp add mod">
        <pc:chgData name="Steven M Christey" userId="f24da668-4c1f-41c0-850e-113e2bdf78cf" providerId="ADAL" clId="{485CED49-FB28-49A7-BAC4-3D6DBACBD0F5}" dt="2025-03-14T14:52:14.786" v="1957" actId="20577"/>
        <pc:sldMkLst>
          <pc:docMk/>
          <pc:sldMk cId="2837148105" sldId="582"/>
        </pc:sldMkLst>
        <pc:spChg chg="mod">
          <ac:chgData name="Steven M Christey" userId="f24da668-4c1f-41c0-850e-113e2bdf78cf" providerId="ADAL" clId="{485CED49-FB28-49A7-BAC4-3D6DBACBD0F5}" dt="2025-03-14T14:52:14.786" v="1957" actId="20577"/>
          <ac:spMkLst>
            <pc:docMk/>
            <pc:sldMk cId="2837148105" sldId="582"/>
            <ac:spMk id="2" creationId="{BB1812DD-543C-3E3D-E0DE-46FA46FDBA5C}"/>
          </ac:spMkLst>
        </pc:spChg>
      </pc:sldChg>
      <pc:sldChg chg="modSp add mod">
        <pc:chgData name="Steven M Christey" userId="f24da668-4c1f-41c0-850e-113e2bdf78cf" providerId="ADAL" clId="{485CED49-FB28-49A7-BAC4-3D6DBACBD0F5}" dt="2025-03-14T15:00:15.169" v="2127" actId="20577"/>
        <pc:sldMkLst>
          <pc:docMk/>
          <pc:sldMk cId="189528037" sldId="583"/>
        </pc:sldMkLst>
        <pc:spChg chg="mod">
          <ac:chgData name="Steven M Christey" userId="f24da668-4c1f-41c0-850e-113e2bdf78cf" providerId="ADAL" clId="{485CED49-FB28-49A7-BAC4-3D6DBACBD0F5}" dt="2025-03-14T15:00:15.169" v="2127" actId="20577"/>
          <ac:spMkLst>
            <pc:docMk/>
            <pc:sldMk cId="189528037" sldId="583"/>
            <ac:spMk id="2" creationId="{DA42CE89-1F0E-C02D-B140-B03903620F3C}"/>
          </ac:spMkLst>
        </pc:spChg>
      </pc:sldChg>
      <pc:sldChg chg="modSp add mod">
        <pc:chgData name="Steven M Christey" userId="f24da668-4c1f-41c0-850e-113e2bdf78cf" providerId="ADAL" clId="{485CED49-FB28-49A7-BAC4-3D6DBACBD0F5}" dt="2025-03-14T14:51:41.785" v="1920" actId="20577"/>
        <pc:sldMkLst>
          <pc:docMk/>
          <pc:sldMk cId="4291023721" sldId="584"/>
        </pc:sldMkLst>
        <pc:spChg chg="mod">
          <ac:chgData name="Steven M Christey" userId="f24da668-4c1f-41c0-850e-113e2bdf78cf" providerId="ADAL" clId="{485CED49-FB28-49A7-BAC4-3D6DBACBD0F5}" dt="2025-03-14T14:50:51.413" v="1801" actId="20577"/>
          <ac:spMkLst>
            <pc:docMk/>
            <pc:sldMk cId="4291023721" sldId="584"/>
            <ac:spMk id="2" creationId="{05655DC7-4FF5-490C-0B7A-4D742009E84D}"/>
          </ac:spMkLst>
        </pc:spChg>
        <pc:spChg chg="mod">
          <ac:chgData name="Steven M Christey" userId="f24da668-4c1f-41c0-850e-113e2bdf78cf" providerId="ADAL" clId="{485CED49-FB28-49A7-BAC4-3D6DBACBD0F5}" dt="2025-03-14T14:51:41.785" v="1920" actId="20577"/>
          <ac:spMkLst>
            <pc:docMk/>
            <pc:sldMk cId="4291023721" sldId="584"/>
            <ac:spMk id="3" creationId="{1FCCB05C-7E32-73E1-2F09-27776A9F422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3/14/2025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3/14/2025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dirty="0">
                  <a:latin typeface="Helvetica LT Std"/>
                </a:rPr>
                <a:t>CVE and CWE are sponsored by </a:t>
              </a:r>
              <a:r>
                <a:rPr lang="en-US" sz="1050" dirty="0">
                  <a:latin typeface="Helvetica LT Std"/>
                  <a:hlinkClick r:id="rId2"/>
                </a:rPr>
                <a:t>U.S. Department of Homeland Security</a:t>
              </a:r>
              <a:r>
                <a:rPr lang="en-US" sz="1050" dirty="0">
                  <a:latin typeface="Helvetica LT Std"/>
                </a:rPr>
                <a:t> (DHS) </a:t>
              </a:r>
              <a:r>
                <a:rPr lang="en-US" sz="1050" dirty="0">
                  <a:latin typeface="Helvetica LT Std"/>
                  <a:hlinkClick r:id="rId3"/>
                </a:rPr>
                <a:t>Cybersecurity and Infrastructure Security Agency</a:t>
              </a:r>
              <a:r>
                <a:rPr lang="en-US" sz="1050" dirty="0">
                  <a:latin typeface="Helvetica LT Std"/>
                </a:rPr>
                <a:t> (CISA). Copyright © 1999–2025, </a:t>
              </a:r>
              <a:r>
                <a:rPr lang="en-US" sz="1050" dirty="0">
                  <a:latin typeface="Helvetica LT Std"/>
                  <a:hlinkClick r:id="rId4"/>
                </a:rPr>
                <a:t>The MITRE Corporation</a:t>
              </a:r>
              <a:r>
                <a:rPr lang="en-US" sz="1050" dirty="0">
                  <a:latin typeface="Helvetica LT Std"/>
                </a:rPr>
                <a:t>. CVE, CWE,  and the CVE and CWE logos are trademarks of The MITRE Corporation.</a:t>
              </a:r>
              <a:endParaRPr lang="en-US" altLang="en-US" sz="1050" b="0" u="none" baseline="0" dirty="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dirty="0"/>
              <a:t>CWE AI Working Group Meeting:</a:t>
            </a:r>
            <a:br>
              <a:rPr lang="en-US" dirty="0"/>
            </a:br>
            <a:r>
              <a:rPr lang="en-US" dirty="0"/>
              <a:t>Modification Subgroup</a:t>
            </a:r>
            <a:br>
              <a:rPr lang="en-US" dirty="0"/>
            </a:br>
            <a:endParaRPr lang="en-US" dirty="0"/>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March 14, 2025</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Status updates</a:t>
            </a:r>
          </a:p>
          <a:p>
            <a:pPr marL="307975" indent="-307975"/>
            <a:r>
              <a:rPr lang="en-US" dirty="0">
                <a:latin typeface="Tahoma"/>
                <a:ea typeface="Tahoma"/>
                <a:cs typeface="Tahoma"/>
              </a:rPr>
              <a:t>Detailed discussion: CWE-1039 (adversarial perturbations)</a:t>
            </a:r>
          </a:p>
          <a:p>
            <a:pPr marL="307975" indent="-307975"/>
            <a:r>
              <a:rPr lang="en-US" dirty="0">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dirty="0"/>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307975" indent="-307975"/>
            <a:endParaRPr lang="en-US" dirty="0">
              <a:latin typeface="Tahoma"/>
              <a:ea typeface="Tahoma"/>
              <a:cs typeface="Tahoma"/>
            </a:endParaRPr>
          </a:p>
          <a:p>
            <a:pPr marL="307975" indent="-307975"/>
            <a:r>
              <a:rPr lang="en-US" dirty="0">
                <a:latin typeface="Tahoma"/>
                <a:ea typeface="Tahoma"/>
                <a:cs typeface="Tahoma"/>
              </a:rPr>
              <a:t>Next CWE release: April 3, 2025 (just before </a:t>
            </a:r>
            <a:r>
              <a:rPr lang="en-US" dirty="0" err="1">
                <a:latin typeface="Tahoma"/>
                <a:ea typeface="Tahoma"/>
                <a:cs typeface="Tahoma"/>
              </a:rPr>
              <a:t>VulnCon</a:t>
            </a:r>
            <a:r>
              <a:rPr lang="en-US" dirty="0">
                <a:latin typeface="Tahoma"/>
                <a:ea typeface="Tahoma"/>
                <a:cs typeface="Tahoma"/>
              </a:rPr>
              <a:t>)</a:t>
            </a:r>
          </a:p>
          <a:p>
            <a:pPr marL="685922" lvl="1" indent="-307975"/>
            <a:r>
              <a:rPr lang="en-US" dirty="0">
                <a:latin typeface="Tahoma"/>
                <a:ea typeface="Tahoma"/>
                <a:cs typeface="Tahoma"/>
              </a:rPr>
              <a:t>Will include public release of CDR (registration no longer required)</a:t>
            </a:r>
            <a:endParaRPr lang="en-US" dirty="0"/>
          </a:p>
          <a:p>
            <a:pPr marL="0" indent="0">
              <a:buNone/>
            </a:pPr>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dirty="0"/>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dirty="0">
                <a:latin typeface="Tahoma" panose="020B0604030504040204" pitchFamily="34" charset="0"/>
                <a:ea typeface="Tahoma" panose="020B0604030504040204" pitchFamily="34" charset="0"/>
                <a:cs typeface="Tahoma" panose="020B0604030504040204" pitchFamily="34" charset="0"/>
              </a:rPr>
              <a:t>Subgroup 1</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Sudebi</a:t>
            </a:r>
            <a:r>
              <a:rPr lang="en-US" sz="1600" dirty="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Erick </a:t>
            </a:r>
            <a:r>
              <a:rPr lang="en-US" sz="1600" dirty="0" err="1">
                <a:latin typeface="Tahoma" panose="020B0604030504040204" pitchFamily="34" charset="0"/>
                <a:ea typeface="Tahoma" panose="020B0604030504040204" pitchFamily="34" charset="0"/>
                <a:cs typeface="Tahoma" panose="020B0604030504040204" pitchFamily="34" charset="0"/>
              </a:rPr>
              <a:t>Galinkin</a:t>
            </a:r>
            <a:r>
              <a:rPr lang="en-US" sz="1600" dirty="0">
                <a:latin typeface="Tahoma" panose="020B0604030504040204" pitchFamily="34" charset="0"/>
                <a:ea typeface="Tahoma" panose="020B0604030504040204" pitchFamily="34" charset="0"/>
                <a:cs typeface="Tahoma" panose="020B0604030504040204" pitchFamily="34" charset="0"/>
              </a:rPr>
              <a:t>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Caroline Rocha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dirty="0">
              <a:latin typeface="Tahoma" panose="020B0604030504040204" pitchFamily="34" charset="0"/>
              <a:ea typeface="Tahoma" panose="020B0604030504040204" pitchFamily="34" charset="0"/>
              <a:cs typeface="Tahoma" panose="020B0604030504040204" pitchFamily="34" charset="0"/>
            </a:endParaRPr>
          </a:p>
          <a:p>
            <a:pPr lvl="1"/>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br>
              <a:rPr lang="en-US" sz="1600" b="1" u="sng" dirty="0">
                <a:latin typeface="Tahoma" panose="020B0604030504040204" pitchFamily="34" charset="0"/>
                <a:ea typeface="Tahoma" panose="020B0604030504040204" pitchFamily="34" charset="0"/>
                <a:cs typeface="Tahoma" panose="020B0604030504040204" pitchFamily="34" charset="0"/>
              </a:rPr>
            </a:br>
            <a:r>
              <a:rPr lang="en-US" sz="1600" b="1" u="sng" dirty="0">
                <a:latin typeface="Tahoma" panose="020B0604030504040204" pitchFamily="34" charset="0"/>
                <a:ea typeface="Tahoma" panose="020B0604030504040204" pitchFamily="34" charset="0"/>
                <a:cs typeface="Tahoma" panose="020B0604030504040204" pitchFamily="34" charset="0"/>
              </a:rPr>
              <a:t>Subgroup 2</a:t>
            </a:r>
            <a:r>
              <a:rPr lang="en-US" sz="1600" b="1" dirty="0">
                <a:latin typeface="Tahoma" panose="020B0604030504040204" pitchFamily="34" charset="0"/>
                <a:ea typeface="Tahoma" panose="020B0604030504040204" pitchFamily="34" charset="0"/>
                <a:cs typeface="Tahoma" panose="020B0604030504040204" pitchFamily="34" charset="0"/>
              </a:rPr>
              <a:t>:</a:t>
            </a:r>
          </a:p>
          <a:p>
            <a:pPr lvl="2"/>
            <a:r>
              <a:rPr lang="en-US" sz="1600" b="1" i="1" dirty="0">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dirty="0" err="1">
                <a:latin typeface="Tahoma" panose="020B0604030504040204" pitchFamily="34" charset="0"/>
                <a:ea typeface="Tahoma" panose="020B0604030504040204" pitchFamily="34" charset="0"/>
                <a:cs typeface="Tahoma" panose="020B0604030504040204" pitchFamily="34" charset="0"/>
              </a:rPr>
              <a:t>Aagam</a:t>
            </a:r>
            <a:r>
              <a:rPr lang="en-US" sz="1600" dirty="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Gary Lopez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Ahmed Nagy (both, </a:t>
            </a:r>
            <a:r>
              <a:rPr lang="en-US" sz="1600" dirty="0" err="1">
                <a:latin typeface="Tahoma" panose="020B0604030504040204" pitchFamily="34" charset="0"/>
                <a:ea typeface="Tahoma" panose="020B0604030504040204" pitchFamily="34" charset="0"/>
                <a:cs typeface="Tahoma" panose="020B0604030504040204" pitchFamily="34" charset="0"/>
              </a:rPr>
              <a:t>pref</a:t>
            </a:r>
            <a:r>
              <a:rPr lang="en-US" sz="1600" dirty="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Monika Akbar, (both w/out a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dirty="0">
                <a:latin typeface="Tahoma" panose="020B0604030504040204" pitchFamily="34" charset="0"/>
                <a:ea typeface="Tahoma" panose="020B0604030504040204" pitchFamily="34" charset="0"/>
                <a:cs typeface="Tahoma" panose="020B0604030504040204" pitchFamily="34" charset="0"/>
              </a:rPr>
              <a:t>Martin Hodo (both, </a:t>
            </a:r>
            <a:r>
              <a:rPr lang="en-US" sz="1600" i="1" dirty="0" err="1">
                <a:latin typeface="Tahoma" panose="020B0604030504040204" pitchFamily="34" charset="0"/>
                <a:ea typeface="Tahoma" panose="020B0604030504040204" pitchFamily="34" charset="0"/>
                <a:cs typeface="Tahoma" panose="020B0604030504040204" pitchFamily="34" charset="0"/>
              </a:rPr>
              <a:t>pref</a:t>
            </a:r>
            <a:r>
              <a:rPr lang="en-US" sz="1600" i="1" dirty="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Kevin Monette</a:t>
            </a:r>
          </a:p>
          <a:p>
            <a:endParaRPr lang="en-US" sz="1600"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dirty="0"/>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65146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dirty="0"/>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dirty="0"/>
              <a:t>First published in March 2018</a:t>
            </a:r>
          </a:p>
          <a:p>
            <a:r>
              <a:rPr lang="en-US" dirty="0"/>
              <a:t>Initial focus on image recognition</a:t>
            </a:r>
          </a:p>
          <a:p>
            <a:r>
              <a:rPr lang="en-US" dirty="0"/>
              <a:t>No real changes since its creation</a:t>
            </a:r>
          </a:p>
          <a:p>
            <a:r>
              <a:rPr lang="en-US" dirty="0"/>
              <a:t>Incomplete entry</a:t>
            </a:r>
          </a:p>
          <a:p>
            <a:pPr lvl="1"/>
            <a:r>
              <a:rPr lang="en-US" dirty="0"/>
              <a:t>No examples (observed or demonstrative)</a:t>
            </a:r>
          </a:p>
          <a:p>
            <a:pPr lvl="1"/>
            <a:r>
              <a:rPr lang="en-US" dirty="0"/>
              <a:t>No mitigations</a:t>
            </a:r>
          </a:p>
          <a:p>
            <a:r>
              <a:rPr lang="en-US" dirty="0"/>
              <a:t>Focused improvements by Marissa Dotter</a:t>
            </a:r>
          </a:p>
          <a:p>
            <a:r>
              <a:rPr lang="en-US" dirty="0"/>
              <a:t>Changes to be made in CWE 4.17 (April 3)</a:t>
            </a:r>
          </a:p>
          <a:p>
            <a:endParaRPr lang="en-US" dirty="0"/>
          </a:p>
          <a:p>
            <a:r>
              <a:rPr lang="en-US" dirty="0">
                <a:hlinkClick r:id="rId2"/>
              </a:rPr>
              <a:t>https://cwe.mitre.org/data/definitions/1039.html</a:t>
            </a:r>
            <a:endParaRPr lang="en-US" dirty="0"/>
          </a:p>
          <a:p>
            <a:endParaRPr lang="en-US" dirty="0"/>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302538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dirty="0"/>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dirty="0"/>
          </a:p>
          <a:p>
            <a:endParaRPr lang="en-US" dirty="0"/>
          </a:p>
          <a:p>
            <a:r>
              <a:rPr lang="en-US" dirty="0"/>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7368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dirty="0"/>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37148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dirty="0"/>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dirty="0"/>
              <a:t> Should we focus on specific elements in a variety of CWEs?</a:t>
            </a:r>
          </a:p>
          <a:p>
            <a:pPr lvl="1"/>
            <a:r>
              <a:rPr lang="en-US" sz="2000" dirty="0"/>
              <a:t>Observed (real-world) and demonstrative examples</a:t>
            </a:r>
          </a:p>
          <a:p>
            <a:pPr lvl="2"/>
            <a:r>
              <a:rPr lang="en-US" sz="2000" dirty="0" err="1"/>
              <a:t>Obex</a:t>
            </a:r>
            <a:r>
              <a:rPr lang="en-US" sz="2000" dirty="0"/>
              <a:t> can be hard to find; </a:t>
            </a:r>
            <a:r>
              <a:rPr lang="en-US" sz="2000" dirty="0" err="1"/>
              <a:t>demox</a:t>
            </a:r>
            <a:r>
              <a:rPr lang="en-US" sz="2000" dirty="0"/>
              <a:t> are labor-intensive</a:t>
            </a:r>
          </a:p>
          <a:p>
            <a:pPr lvl="1"/>
            <a:r>
              <a:rPr lang="en-US" sz="2000" dirty="0"/>
              <a:t>References</a:t>
            </a:r>
          </a:p>
          <a:p>
            <a:pPr lvl="1"/>
            <a:r>
              <a:rPr lang="en-US" sz="2000" dirty="0"/>
              <a:t>AI-specific mitigations</a:t>
            </a:r>
          </a:p>
          <a:p>
            <a:pPr lvl="1"/>
            <a:r>
              <a:rPr lang="en-US" sz="2000" dirty="0"/>
              <a:t>(examples and references were suggested last year; Steve will dig them up)</a:t>
            </a:r>
          </a:p>
          <a:p>
            <a:r>
              <a:rPr lang="en-US" sz="2000" dirty="0"/>
              <a:t>Should we look for other CWEs that should be tagged as affecting AI/ML?</a:t>
            </a:r>
          </a:p>
          <a:p>
            <a:pPr lvl="1"/>
            <a:r>
              <a:rPr lang="en-US" sz="2000" dirty="0"/>
              <a:t>CWE-912: Hidden Functionality</a:t>
            </a:r>
          </a:p>
          <a:p>
            <a:r>
              <a:rPr lang="en-US" sz="2000" dirty="0"/>
              <a:t>Systematic review of AI-vuln related documents?</a:t>
            </a:r>
          </a:p>
          <a:p>
            <a:pPr lvl="1"/>
            <a:r>
              <a:rPr lang="en-US" sz="2000" dirty="0"/>
              <a:t>OWASP, NIST, ATLAS, etc.</a:t>
            </a:r>
          </a:p>
          <a:p>
            <a:pPr lvl="1"/>
            <a:r>
              <a:rPr lang="en-US" sz="2000" dirty="0"/>
              <a:t>Result: taxonomy mappings and references; but also time-consuming</a:t>
            </a:r>
          </a:p>
          <a:p>
            <a:r>
              <a:rPr lang="en-US" sz="2000" dirty="0"/>
              <a:t>Or... just any kind of modification that people think of along the way?</a:t>
            </a:r>
          </a:p>
          <a:p>
            <a:r>
              <a:rPr lang="en-US" sz="2000" dirty="0"/>
              <a:t>CWE 5.0 (future) – schema changes to support AI-specific data (e.g., lifecycle)</a:t>
            </a:r>
          </a:p>
          <a:p>
            <a:endParaRPr lang="en-US" sz="2000" dirty="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33148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dirty="0"/>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dirty="0"/>
              <a:t>AIWG mailing list</a:t>
            </a:r>
          </a:p>
          <a:p>
            <a:r>
              <a:rPr lang="en-US" dirty="0"/>
              <a:t>Focused discussion in CDR</a:t>
            </a:r>
          </a:p>
          <a:p>
            <a:r>
              <a:rPr lang="en-US" dirty="0"/>
              <a:t>Could be tied to CDR submissions</a:t>
            </a:r>
          </a:p>
          <a:p>
            <a:pPr lvl="1"/>
            <a:r>
              <a:rPr lang="en-US" dirty="0"/>
              <a:t>Similar to how we track new entries</a:t>
            </a:r>
          </a:p>
          <a:p>
            <a:pPr lvl="1"/>
            <a:r>
              <a:rPr lang="en-US" dirty="0"/>
              <a:t>This isn’t essential</a:t>
            </a:r>
          </a:p>
          <a:p>
            <a:endParaRPr lang="en-US" dirty="0"/>
          </a:p>
          <a:p>
            <a:r>
              <a:rPr lang="en-US" dirty="0"/>
              <a:t>Shared document editing?</a:t>
            </a:r>
          </a:p>
          <a:p>
            <a:pPr lvl="1"/>
            <a:r>
              <a:rPr lang="en-US" dirty="0"/>
              <a:t>Many pros and cons</a:t>
            </a:r>
          </a:p>
          <a:p>
            <a:pPr lvl="1"/>
            <a:r>
              <a:rPr lang="en-US" dirty="0"/>
              <a:t>Maybe “review and comment”</a:t>
            </a:r>
          </a:p>
          <a:p>
            <a:pPr lvl="1"/>
            <a:r>
              <a:rPr lang="en-US" dirty="0"/>
              <a:t>Google docs? Or a shared CDR submission file (text-based)</a:t>
            </a:r>
          </a:p>
          <a:p>
            <a:pPr lvl="1"/>
            <a:endParaRPr lang="en-US" dirty="0"/>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00231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dirty="0"/>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dirty="0"/>
              <a:t>Upcoming meetings:</a:t>
            </a:r>
          </a:p>
          <a:p>
            <a:pPr lvl="1"/>
            <a:r>
              <a:rPr lang="en-US" dirty="0"/>
              <a:t>Modifications: April 11 (after 4.17 release)</a:t>
            </a:r>
          </a:p>
          <a:p>
            <a:pPr lvl="1"/>
            <a:r>
              <a:rPr lang="en-US" dirty="0"/>
              <a:t>New entries: March 28</a:t>
            </a:r>
          </a:p>
          <a:p>
            <a:endParaRPr lang="en-US" dirty="0"/>
          </a:p>
          <a:p>
            <a:r>
              <a:rPr lang="en-US" dirty="0"/>
              <a:t>Formalize subgroup leadership</a:t>
            </a:r>
          </a:p>
          <a:p>
            <a:endParaRPr lang="en-US" dirty="0"/>
          </a:p>
          <a:p>
            <a:r>
              <a:rPr lang="en-US" dirty="0"/>
              <a:t>Focused modifications for CWE 4.17</a:t>
            </a:r>
          </a:p>
          <a:p>
            <a:endParaRPr lang="en-US" dirty="0"/>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91023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dirty="0"/>
              <a:t>Backup / Older Slides</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9528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“configuration” can imply manual/human steps. If the parameters are programmatically set, this could be a misstatement (or unnecessarily restrictive). Can we say “setting”?</a:t>
            </a:r>
          </a:p>
          <a:p>
            <a:r>
              <a:rPr lang="en-US" sz="1800" dirty="0"/>
              <a:t>Does “parameters” include mode than hyperparameters?</a:t>
            </a:r>
          </a:p>
          <a:p>
            <a:r>
              <a:rPr lang="en-US" sz="1800" dirty="0"/>
              <a:t>Name 1: </a:t>
            </a:r>
            <a:r>
              <a:rPr lang="en-US" sz="1800" dirty="0">
                <a:solidFill>
                  <a:srgbClr val="FF0000"/>
                </a:solidFill>
              </a:rPr>
              <a:t>&lt;Insecure Setting of Generative Machine Learning Model Parameters&gt;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&lt;Say “inference parameters” (aka “generation parameters”) – not to confuse with weights in the model itself, or “hyperparameters” that are used in training&gt;</a:t>
            </a:r>
          </a:p>
          <a:p>
            <a:r>
              <a:rPr lang="en-US" sz="1800" dirty="0">
                <a:solidFill>
                  <a:srgbClr val="FF0000"/>
                </a:solidFill>
              </a:rPr>
              <a:t>Does this apply to guardrails?</a:t>
            </a:r>
          </a:p>
          <a:p>
            <a:r>
              <a:rPr lang="en-US" sz="1800" dirty="0">
                <a:solidFill>
                  <a:srgbClr val="FF0000"/>
                </a:solidFill>
              </a:rPr>
              <a:t>Distinct from making a bad system prompt</a:t>
            </a:r>
          </a:p>
          <a:p>
            <a:endParaRPr lang="en-US" sz="1800" dirty="0"/>
          </a:p>
          <a:p>
            <a:endParaRPr lang="en-US" sz="1800" dirty="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dirty="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33624859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dirty="0"/>
              <a:t>Integrates comments from Lily, Erick, Steve, and Martin</a:t>
            </a:r>
          </a:p>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r>
              <a:rPr lang="en-US" sz="2000" dirty="0"/>
              <a:t>Just say “ML” here?</a:t>
            </a:r>
          </a:p>
          <a:p>
            <a:pPr lvl="1"/>
            <a:r>
              <a:rPr lang="en-US" sz="2000" dirty="0"/>
              <a:t>“intended security policy” is important</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dirty="0">
                <a:solidFill>
                  <a:srgbClr val="1F2328"/>
                </a:solidFill>
                <a:effectLst/>
                <a:latin typeface="-apple-system"/>
              </a:rPr>
              <a:t>The product uses a generative </a:t>
            </a:r>
            <a:r>
              <a:rPr lang="en-US" b="0" i="1" dirty="0">
                <a:solidFill>
                  <a:srgbClr val="1F2328"/>
                </a:solidFill>
                <a:effectLst/>
                <a:latin typeface="-apple-system"/>
              </a:rPr>
              <a:t>AI/ML</a:t>
            </a:r>
            <a:r>
              <a:rPr lang="en-US" b="0" i="0" dirty="0">
                <a:solidFill>
                  <a:srgbClr val="1F2328"/>
                </a:solidFill>
                <a:effectLst/>
                <a:latin typeface="-apple-system"/>
              </a:rPr>
              <a:t> model that </a:t>
            </a:r>
            <a:r>
              <a:rPr lang="en-US" b="0" i="1" dirty="0">
                <a:solidFill>
                  <a:srgbClr val="1F2328"/>
                </a:solidFill>
                <a:effectLst/>
                <a:latin typeface="-apple-system"/>
              </a:rPr>
              <a:t>is configured with </a:t>
            </a:r>
            <a:r>
              <a:rPr lang="en-US" b="0" i="0" dirty="0">
                <a:solidFill>
                  <a:srgbClr val="1F2328"/>
                </a:solidFill>
                <a:effectLst/>
                <a:latin typeface="-apple-system"/>
              </a:rPr>
              <a:t>incorrect [</a:t>
            </a:r>
            <a:r>
              <a:rPr lang="en-US" b="0" i="0" dirty="0">
                <a:solidFill>
                  <a:srgbClr val="1F2328"/>
                </a:solidFill>
                <a:effectLst/>
                <a:highlight>
                  <a:srgbClr val="FFFF00"/>
                </a:highlight>
                <a:latin typeface="-apple-system"/>
              </a:rPr>
              <a:t>inference parameters</a:t>
            </a:r>
            <a:r>
              <a:rPr lang="en-US" b="0" i="0" dirty="0">
                <a:solidFill>
                  <a:srgbClr val="1F2328"/>
                </a:solidFill>
                <a:effectLst/>
                <a:latin typeface="-apple-system"/>
              </a:rPr>
              <a:t>] that produce a high frequency of erroneous or unexpected outputs that </a:t>
            </a:r>
            <a:r>
              <a:rPr lang="en-US" b="1" i="0" dirty="0">
                <a:solidFill>
                  <a:srgbClr val="1F2328"/>
                </a:solidFill>
                <a:effectLst/>
                <a:latin typeface="-apple-system"/>
              </a:rPr>
              <a:t>violate the intended security policy</a:t>
            </a:r>
            <a:r>
              <a:rPr lang="en-US" b="0" i="0" dirty="0">
                <a:solidFill>
                  <a:srgbClr val="1F2328"/>
                </a:solidFill>
                <a:effectLst/>
                <a:latin typeface="-apple-system"/>
              </a:rPr>
              <a:t>.</a:t>
            </a:r>
            <a:endParaRPr lang="en-US" b="1" dirty="0">
              <a:solidFill>
                <a:srgbClr val="FF0000"/>
              </a:solidFill>
            </a:endParaRPr>
          </a:p>
        </p:txBody>
      </p:sp>
    </p:spTree>
    <p:extLst>
      <p:ext uri="{BB962C8B-B14F-4D97-AF65-F5344CB8AC3E}">
        <p14:creationId xmlns:p14="http://schemas.microsoft.com/office/powerpoint/2010/main" val="34590027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dirty="0"/>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dirty="0"/>
              <a:t>Focused on technical nuance</a:t>
            </a:r>
          </a:p>
          <a:p>
            <a:r>
              <a:rPr lang="en-US" sz="2000" dirty="0"/>
              <a:t>Can be multiple sentences or paragraphs</a:t>
            </a:r>
          </a:p>
          <a:p>
            <a:r>
              <a:rPr lang="en-US" sz="2000" dirty="0"/>
              <a:t>Avoid any emphasis on attacks, technical impacts, mitigations, etc.</a:t>
            </a:r>
          </a:p>
          <a:p>
            <a:r>
              <a:rPr lang="en-US" sz="2000" dirty="0"/>
              <a:t>Ext Desc 1: </a:t>
            </a:r>
            <a:r>
              <a:rPr lang="en-US" sz="2000" dirty="0">
                <a:solidFill>
                  <a:srgbClr val="FF0000"/>
                </a:solidFill>
              </a:rPr>
              <a:t>&lt;fill in here&gt;</a:t>
            </a:r>
          </a:p>
          <a:p>
            <a:r>
              <a:rPr lang="en-US" sz="2000" dirty="0"/>
              <a:t>Ext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[Many proposals in CDR; skipping discussion for February 28 meeting]</a:t>
            </a:r>
          </a:p>
        </p:txBody>
      </p:sp>
    </p:spTree>
    <p:extLst>
      <p:ext uri="{BB962C8B-B14F-4D97-AF65-F5344CB8AC3E}">
        <p14:creationId xmlns:p14="http://schemas.microsoft.com/office/powerpoint/2010/main" val="1300447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dirty="0"/>
              <a:t>(</a:t>
            </a:r>
            <a:r>
              <a:rPr lang="en-US" sz="1800" dirty="0" err="1">
                <a:solidFill>
                  <a:srgbClr val="FF0000"/>
                </a:solidFill>
              </a:rPr>
              <a:t>ChildOf|Other</a:t>
            </a:r>
            <a:r>
              <a:rPr lang="en-US" sz="1800" dirty="0"/>
              <a:t>) </a:t>
            </a:r>
            <a:r>
              <a:rPr lang="en-US" sz="1800" dirty="0">
                <a:solidFill>
                  <a:srgbClr val="FF0000"/>
                </a:solidFill>
              </a:rPr>
              <a:t>CWE-440: Expected Behavior Violation</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ChildOf|Other</a:t>
            </a:r>
            <a:r>
              <a:rPr lang="en-US" sz="1800" dirty="0"/>
              <a:t>) </a:t>
            </a:r>
            <a:r>
              <a:rPr lang="en-US" sz="1800" dirty="0">
                <a:solidFill>
                  <a:srgbClr val="FF0000"/>
                </a:solidFill>
              </a:rPr>
              <a:t>CWE-684: Incorrect Provision of Specified Functionality</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CWE-691: Insufficient Control Flow Management</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endParaRPr lang="en-US" sz="1800" dirty="0"/>
          </a:p>
          <a:p>
            <a:r>
              <a:rPr lang="en-US" sz="1800" dirty="0"/>
              <a:t>(</a:t>
            </a:r>
            <a:r>
              <a:rPr lang="en-US" sz="1800" dirty="0" err="1">
                <a:solidFill>
                  <a:srgbClr val="FF0000"/>
                </a:solidFill>
              </a:rPr>
              <a:t>ChildOf|ParentOf|Other</a:t>
            </a:r>
            <a:r>
              <a:rPr lang="en-US" sz="1800" dirty="0"/>
              <a:t>) proposed – CWE-665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27931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&lt;Generation of inaccurate, misleading, or nonsensical information.&gt;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&lt;Reduced reliability and trust in the application or system utilizing the model&gt;</a:t>
            </a:r>
          </a:p>
          <a:p>
            <a:pPr lvl="1"/>
            <a:endParaRPr lang="en-US" sz="2000" dirty="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7466748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dirty="0"/>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dirty="0"/>
              <a:t>Typical consequences when this weakness appears in real-world vulnerabilities</a:t>
            </a:r>
          </a:p>
          <a:p>
            <a:r>
              <a:rPr lang="en-US" sz="1400" u="sng" dirty="0"/>
              <a:t>Values for Scope</a:t>
            </a:r>
            <a:r>
              <a:rPr lang="en-US" sz="1400" dirty="0"/>
              <a:t>: </a:t>
            </a:r>
            <a:r>
              <a:rPr lang="en-US" sz="1100" dirty="0"/>
              <a:t>Confidentiality, Integrity, Availability, Access Control, Accountability, Authentication, Authorization, Non-Repudiation, Other</a:t>
            </a:r>
          </a:p>
          <a:p>
            <a:r>
              <a:rPr lang="en-US" sz="1400" u="sng" dirty="0"/>
              <a:t>Values for Impact</a:t>
            </a:r>
            <a:r>
              <a:rPr lang="en-US" sz="1400" dirty="0"/>
              <a:t>: </a:t>
            </a:r>
            <a:r>
              <a:rPr lang="en-US" sz="11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3</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&lt;Propagation of errors if outputs are used in critical decision-making processes.&gt;</a:t>
            </a:r>
          </a:p>
          <a:p>
            <a:r>
              <a:rPr lang="en-US" sz="2000" dirty="0" err="1"/>
              <a:t>Conseq</a:t>
            </a:r>
            <a:r>
              <a:rPr lang="en-US" sz="2000" dirty="0"/>
              <a:t> 4</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55762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&lt;During model training, when hyperparameters are set without adequate validation or understanding of their impact.&gt;</a:t>
            </a:r>
          </a:p>
          <a:p>
            <a:r>
              <a:rPr lang="en-US" dirty="0"/>
              <a:t>Mode 2:</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&lt;During deployment, when model parameters are adjusted to optimize performance without comprehensive testing&gt;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&lt;Through updates or modifications to the model that alter its behavior without thorough re-evaluation&gt;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0174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&lt;Develop and adhere to robust parameter tuning processes that include extensive testing and validation&gt;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&lt;Implement feedback mechanisms to continuously assess and adjust model performance&gt;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&lt;Provide comprehensive documentation and guidelines for parameter settings to ensure consistent and accurate model behavior&gt;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7602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&lt;fill in here&gt;</a:t>
            </a:r>
          </a:p>
          <a:p>
            <a:pPr lvl="1"/>
            <a:r>
              <a:rPr lang="en-US" sz="1800" dirty="0"/>
              <a:t>Desc:</a:t>
            </a:r>
            <a:r>
              <a:rPr lang="en-US" sz="1800" dirty="0">
                <a:solidFill>
                  <a:srgbClr val="FF0000"/>
                </a:solidFill>
              </a:rPr>
              <a:t> &lt;fill in here&gt;</a:t>
            </a:r>
          </a:p>
          <a:p>
            <a:r>
              <a:rPr lang="en-US" sz="1800" dirty="0"/>
              <a:t>Detection Method 2</a:t>
            </a:r>
          </a:p>
          <a:p>
            <a:pPr lvl="1"/>
            <a:r>
              <a:rPr lang="en-US" sz="1800" dirty="0"/>
              <a:t>Method: </a:t>
            </a:r>
            <a:r>
              <a:rPr lang="en-US" sz="1800" dirty="0">
                <a:solidFill>
                  <a:srgbClr val="FF0000"/>
                </a:solidFill>
              </a:rPr>
              <a:t>&lt;fill in here&gt;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752366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pPr marL="307975" indent="-307975"/>
            <a:r>
              <a:rPr lang="en-US" sz="2000" dirty="0"/>
              <a:t>Use created “AI/ML” Applicable Platform element</a:t>
            </a:r>
          </a:p>
          <a:p>
            <a:pPr marL="685800" lvl="1" indent="-303530"/>
            <a:r>
              <a:rPr lang="en-US" sz="2000" dirty="0"/>
              <a:t>Examples: web server, database server, memory hardware, etc.</a:t>
            </a:r>
          </a:p>
          <a:p>
            <a:pPr marL="685800" lvl="1" indent="-303530"/>
            <a:r>
              <a:rPr lang="en-US" sz="2000" dirty="0"/>
              <a:t>Tech class: cloud computing, system on chip, web based, …</a:t>
            </a:r>
          </a:p>
          <a:p>
            <a:r>
              <a:rPr lang="en-US" sz="2000" dirty="0"/>
              <a:t>Platform 1:</a:t>
            </a:r>
          </a:p>
          <a:p>
            <a:pPr lvl="1"/>
            <a:r>
              <a:rPr lang="en-US" sz="2000" dirty="0"/>
              <a:t>Technology Type: </a:t>
            </a:r>
            <a:r>
              <a:rPr lang="en-US" sz="2000" dirty="0">
                <a:solidFill>
                  <a:srgbClr val="FF0000"/>
                </a:solidFill>
              </a:rPr>
              <a:t>&lt;fill in here&gt;</a:t>
            </a:r>
            <a:endParaRPr lang="en-US" sz="2000" dirty="0"/>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r>
              <a:rPr lang="en-US" sz="2000" dirty="0"/>
              <a:t>Platform 2:</a:t>
            </a:r>
          </a:p>
          <a:p>
            <a:pPr lvl="1"/>
            <a:r>
              <a:rPr lang="en-US" sz="2000" dirty="0"/>
              <a:t>Technology Type: </a:t>
            </a:r>
            <a:r>
              <a:rPr lang="en-US" sz="2000" dirty="0">
                <a:solidFill>
                  <a:srgbClr val="FF0000"/>
                </a:solidFill>
              </a:rPr>
              <a:t>&lt;fill in here&gt;</a:t>
            </a:r>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endParaRPr lang="en-US" sz="20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95993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&lt;Fill Here&gt;</a:t>
            </a:r>
            <a:endParaRPr lang="en-US" sz="1600" dirty="0"/>
          </a:p>
          <a:p>
            <a:pPr lvl="1"/>
            <a:r>
              <a:rPr lang="en-US" sz="1600" dirty="0"/>
              <a:t>URL: </a:t>
            </a:r>
            <a:r>
              <a:rPr lang="en-US" sz="1600" dirty="0">
                <a:solidFill>
                  <a:srgbClr val="FF0000"/>
                </a:solidFill>
              </a:rPr>
              <a:t>&lt;Fill Here&gt;</a:t>
            </a:r>
            <a:endParaRPr lang="en-US" sz="1600" dirty="0"/>
          </a:p>
          <a:p>
            <a:r>
              <a:rPr lang="en-US" sz="1600" dirty="0"/>
              <a:t>Reference 2</a:t>
            </a:r>
          </a:p>
          <a:p>
            <a:pPr lvl="1"/>
            <a:r>
              <a:rPr lang="en-US" sz="1600" dirty="0"/>
              <a:t>Title: </a:t>
            </a:r>
            <a:r>
              <a:rPr lang="en-US" sz="1600" dirty="0">
                <a:solidFill>
                  <a:srgbClr val="FF0000"/>
                </a:solidFill>
              </a:rPr>
              <a:t>&lt;Fill Here&gt; </a:t>
            </a:r>
          </a:p>
          <a:p>
            <a:pPr lvl="1"/>
            <a:r>
              <a:rPr lang="en-US" sz="1600" dirty="0"/>
              <a:t>URL: </a:t>
            </a:r>
            <a:r>
              <a:rPr lang="en-US" sz="1600" dirty="0">
                <a:solidFill>
                  <a:srgbClr val="FF0000"/>
                </a:solidFill>
              </a:rPr>
              <a:t>&lt;Fill Here&gt;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86389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err="1"/>
              <a:t>Obex</a:t>
            </a:r>
            <a:r>
              <a:rPr lang="en-US" sz="1600" dirty="0"/>
              <a:t> 3</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endParaRPr lang="en-US" sz="2000"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0821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947844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dirty="0"/>
              <a:t>Introductory text – </a:t>
            </a:r>
            <a:r>
              <a:rPr lang="en-US" dirty="0">
                <a:solidFill>
                  <a:srgbClr val="FF0000"/>
                </a:solidFill>
              </a:rPr>
              <a:t>&lt;fill here - what the developer is trying to do&gt;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197665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105972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6186206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4C4EE-AD34-158A-0473-8FD64EB6CC77}"/>
              </a:ext>
            </a:extLst>
          </p:cNvPr>
          <p:cNvSpPr>
            <a:spLocks noGrp="1"/>
          </p:cNvSpPr>
          <p:nvPr>
            <p:ph type="title"/>
          </p:nvPr>
        </p:nvSpPr>
        <p:spPr/>
        <p:txBody>
          <a:bodyPr/>
          <a:lstStyle/>
          <a:p>
            <a:r>
              <a:rPr lang="en-US" dirty="0"/>
              <a:t>References on improper tuning</a:t>
            </a:r>
          </a:p>
        </p:txBody>
      </p:sp>
      <p:sp>
        <p:nvSpPr>
          <p:cNvPr id="3" name="Content Placeholder 2">
            <a:extLst>
              <a:ext uri="{FF2B5EF4-FFF2-40B4-BE49-F238E27FC236}">
                <a16:creationId xmlns:a16="http://schemas.microsoft.com/office/drawing/2014/main" id="{8BA7C391-82D3-70E1-6585-7590DC9E29A5}"/>
              </a:ext>
            </a:extLst>
          </p:cNvPr>
          <p:cNvSpPr>
            <a:spLocks noGrp="1"/>
          </p:cNvSpPr>
          <p:nvPr>
            <p:ph idx="1"/>
          </p:nvPr>
        </p:nvSpPr>
        <p:spPr/>
        <p:txBody>
          <a:bodyPr/>
          <a:lstStyle/>
          <a:p>
            <a:r>
              <a:rPr lang="en-US" dirty="0"/>
              <a:t>Documentation for Transformers text generation parameters</a:t>
            </a:r>
          </a:p>
          <a:p>
            <a:pPr lvl="1"/>
            <a:r>
              <a:rPr lang="en-US" dirty="0"/>
              <a:t>https://huggingface.co/docs/transformers/main_classes/text_generation#transformers.GenerationConfig</a:t>
            </a:r>
          </a:p>
          <a:p>
            <a:r>
              <a:rPr lang="en-US" dirty="0"/>
              <a:t>Any others that come to mind?</a:t>
            </a:r>
          </a:p>
          <a:p>
            <a:endParaRPr lang="en-US" dirty="0"/>
          </a:p>
        </p:txBody>
      </p:sp>
      <p:sp>
        <p:nvSpPr>
          <p:cNvPr id="4" name="Slide Number Placeholder 3">
            <a:extLst>
              <a:ext uri="{FF2B5EF4-FFF2-40B4-BE49-F238E27FC236}">
                <a16:creationId xmlns:a16="http://schemas.microsoft.com/office/drawing/2014/main" id="{ACFA7CC3-A51C-1593-058B-8C316BE2864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700583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dirty="0"/>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dirty="0"/>
              <a:t>Delayed / TBD</a:t>
            </a:r>
          </a:p>
          <a:p>
            <a:pPr lvl="1"/>
            <a:r>
              <a:rPr lang="en-US" sz="2000" dirty="0"/>
              <a:t>“Bias in AI Models” (Kurt Seifried) - ES2402-38e20ce6</a:t>
            </a:r>
          </a:p>
          <a:p>
            <a:pPr lvl="1"/>
            <a:r>
              <a:rPr lang="en-US" sz="2000" dirty="0"/>
              <a:t>“Insufficient Input Validation in Generative AI Applications” (Steve / AI WG) - ES2405-84711fc4</a:t>
            </a:r>
          </a:p>
          <a:p>
            <a:r>
              <a:rPr lang="en-US" sz="2000" dirty="0"/>
              <a:t>Other MITRE work outside of ATLAS (in process)</a:t>
            </a:r>
          </a:p>
          <a:p>
            <a:endParaRPr lang="en-US" dirty="0"/>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dirty="0"/>
              <a:t>Future Content Work</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dirty="0"/>
              <a:t>Delayed: “Bias in AI Models” (Kurt Seifried) - ES2402-38e20ce6</a:t>
            </a:r>
            <a:br>
              <a:rPr lang="en-US" sz="3200" dirty="0"/>
            </a:br>
            <a:endParaRPr lang="en-US" dirty="0"/>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when an AI model processes inputs so that it systematically and unfairly discriminates against certain groups or individuals based on inherent biases in the training data, model design, or operational context. These biases can manifest in various forms, including but not limited to gender, ethnicity, age, or socioeconomic status, leading to outcomes that perpetuate stereotypes, unfair treatment, or unequal access to benefits and services. The weakness is rooted in failing to adequately identify, mitigate, and monitor biases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dirty="0"/>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dirty="0"/>
              <a:t>Name: Insufficient Input Validation in Generative AI Applications</a:t>
            </a:r>
          </a:p>
          <a:p>
            <a:r>
              <a:rPr lang="en-US" sz="2000" dirty="0"/>
              <a:t>Description:</a:t>
            </a:r>
          </a:p>
          <a:p>
            <a:pPr lvl="1"/>
            <a:r>
              <a:rPr lang="en-US" sz="2000" dirty="0"/>
              <a:t>The product accepts user inputs for a generative artificial intelligence application, which can modify or bypass the original instructions resulting in an unintended response.</a:t>
            </a:r>
          </a:p>
          <a:p>
            <a:pPr lvl="1"/>
            <a:r>
              <a:rPr lang="en-US" sz="2000" dirty="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dirty="0"/>
              <a:t>Significant overlap problems (see “ACTIVE ISSUES” in submission file)</a:t>
            </a:r>
          </a:p>
          <a:p>
            <a:r>
              <a:rPr lang="en-US" sz="2000" dirty="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dirty="0"/>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dirty="0"/>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dirty="0"/>
              <a:t>Must be focused only on the weakness (mistake), without describing the attack, technical impact, etc.</a:t>
            </a:r>
          </a:p>
          <a:p>
            <a:r>
              <a:rPr lang="en-US" sz="1800" dirty="0"/>
              <a:t>Dimensions: behavior (required), property [incorrect/insecure/out-of-bounds/etc., technology, language, and resource (file, memory, etc.)</a:t>
            </a:r>
          </a:p>
          <a:p>
            <a:r>
              <a:rPr lang="en-US" sz="1800" dirty="0"/>
              <a:t>Must include some aspect of “the mistake”</a:t>
            </a:r>
          </a:p>
          <a:p>
            <a:endParaRPr lang="en-US" sz="1800" dirty="0"/>
          </a:p>
          <a:p>
            <a:endParaRPr lang="en-US" sz="1800" dirty="0"/>
          </a:p>
          <a:p>
            <a:r>
              <a:rPr lang="en-US" sz="1800" dirty="0"/>
              <a:t>Name 1: </a:t>
            </a:r>
            <a:r>
              <a:rPr lang="en-US" sz="1800" dirty="0">
                <a:solidFill>
                  <a:srgbClr val="FF0000"/>
                </a:solidFill>
              </a:rPr>
              <a:t>&lt;fill in here&gt;</a:t>
            </a:r>
          </a:p>
          <a:p>
            <a:r>
              <a:rPr lang="en-US" sz="1800" dirty="0"/>
              <a:t>Name 2: </a:t>
            </a:r>
            <a:r>
              <a:rPr lang="en-US" sz="1800" dirty="0">
                <a:solidFill>
                  <a:srgbClr val="FF0000"/>
                </a:solidFill>
              </a:rPr>
              <a:t>&lt;fill in here&gt;</a:t>
            </a:r>
          </a:p>
          <a:p>
            <a:r>
              <a:rPr lang="en-US" sz="1800" dirty="0"/>
              <a:t>Internal Notes: </a:t>
            </a:r>
            <a:r>
              <a:rPr lang="en-US" sz="1800" dirty="0">
                <a:solidFill>
                  <a:srgbClr val="FF0000"/>
                </a:solidFill>
              </a:rPr>
              <a:t>&lt;fill in here&gt;</a:t>
            </a:r>
          </a:p>
          <a:p>
            <a:endParaRPr lang="en-US" sz="1800" dirty="0"/>
          </a:p>
          <a:p>
            <a:endParaRPr lang="en-US" sz="1800" dirty="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dirty="0"/>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dirty="0"/>
              <a:t>Should be one sentence, focused on behavior [required], property, technology, language, and resource; no mentions of attack, technical impact, mitigation, etc.</a:t>
            </a:r>
          </a:p>
          <a:p>
            <a:r>
              <a:rPr lang="en-US" sz="2000" dirty="0"/>
              <a:t>Alt Desc 1: </a:t>
            </a:r>
            <a:r>
              <a:rPr lang="en-US" sz="2000" dirty="0">
                <a:solidFill>
                  <a:srgbClr val="FF0000"/>
                </a:solidFill>
              </a:rPr>
              <a:t>&lt;fill in here&gt;</a:t>
            </a:r>
          </a:p>
          <a:p>
            <a:r>
              <a:rPr lang="en-US" sz="2000" dirty="0"/>
              <a:t>Alt Desc 2: </a:t>
            </a:r>
            <a:r>
              <a:rPr lang="en-US" sz="2000" dirty="0">
                <a:solidFill>
                  <a:srgbClr val="FF0000"/>
                </a:solidFill>
              </a:rPr>
              <a:t>&lt;fill in here&gt;</a:t>
            </a:r>
          </a:p>
          <a:p>
            <a:r>
              <a:rPr lang="en-US" sz="2000" dirty="0"/>
              <a:t>Questions/comments:</a:t>
            </a:r>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dirty="0">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dirty="0"/>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r>
              <a:rPr lang="en-US" sz="1800" dirty="0"/>
              <a:t>(</a:t>
            </a:r>
            <a:r>
              <a:rPr lang="en-US" sz="1800" dirty="0" err="1">
                <a:solidFill>
                  <a:srgbClr val="FF0000"/>
                </a:solidFill>
              </a:rPr>
              <a:t>ChildOf|ParentOf|Other</a:t>
            </a:r>
            <a:r>
              <a:rPr lang="en-US" sz="1800" dirty="0"/>
              <a:t>) </a:t>
            </a:r>
            <a:r>
              <a:rPr lang="en-US" sz="1800" dirty="0">
                <a:solidFill>
                  <a:srgbClr val="FF0000"/>
                </a:solidFill>
              </a:rPr>
              <a:t>CWE-XXX: [CWE Name]</a:t>
            </a:r>
          </a:p>
          <a:p>
            <a:pPr lvl="1"/>
            <a:r>
              <a:rPr lang="en-US" sz="1800" dirty="0"/>
              <a:t>“[</a:t>
            </a:r>
            <a:r>
              <a:rPr lang="en-US" sz="1800" dirty="0">
                <a:solidFill>
                  <a:srgbClr val="FF0000"/>
                </a:solidFill>
              </a:rPr>
              <a:t>CWE DESC</a:t>
            </a:r>
            <a:r>
              <a:rPr lang="en-US" sz="1800" dirty="0"/>
              <a:t>]”</a:t>
            </a:r>
          </a:p>
          <a:p>
            <a:pPr lvl="1"/>
            <a:r>
              <a:rPr lang="en-US" sz="1800" dirty="0"/>
              <a:t>Internal notes: </a:t>
            </a:r>
            <a:r>
              <a:rPr lang="en-US" sz="1800" dirty="0">
                <a:solidFill>
                  <a:srgbClr val="FF0000"/>
                </a:solidFill>
              </a:rPr>
              <a:t>&lt;fill in here if needed&gt;</a:t>
            </a:r>
          </a:p>
          <a:p>
            <a:pPr lvl="1"/>
            <a:endParaRPr lang="en-US" sz="1800" dirty="0"/>
          </a:p>
          <a:p>
            <a:pPr marL="0" indent="0">
              <a:buNone/>
            </a:pPr>
            <a:endParaRPr lang="en-US" sz="1800" dirty="0"/>
          </a:p>
          <a:p>
            <a:pPr lvl="1"/>
            <a:endParaRPr lang="en-US" sz="1800" dirty="0"/>
          </a:p>
          <a:p>
            <a:endParaRPr lang="en-US" sz="1800" dirty="0"/>
          </a:p>
          <a:p>
            <a:endParaRPr lang="en-US" sz="1800" dirty="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dirty="0"/>
              <a:t>Typical consequences when this weakness appears in real-world vulnerabilities</a:t>
            </a:r>
          </a:p>
          <a:p>
            <a:r>
              <a:rPr lang="en-US" sz="2000" u="sng" dirty="0"/>
              <a:t>Values for Scope</a:t>
            </a:r>
            <a:r>
              <a:rPr lang="en-US" sz="2000" dirty="0"/>
              <a:t>: </a:t>
            </a:r>
            <a:r>
              <a:rPr lang="en-US" sz="1500" dirty="0"/>
              <a:t>Confidentiality, Integrity, Availability, Access Control, Accountability, Authentication, Authorization, Non-Repudiation, Other</a:t>
            </a:r>
          </a:p>
          <a:p>
            <a:r>
              <a:rPr lang="en-US" sz="2000" u="sng" dirty="0"/>
              <a:t>Values for Impact</a:t>
            </a:r>
            <a:r>
              <a:rPr lang="en-US" sz="2000" dirty="0"/>
              <a:t>: </a:t>
            </a:r>
            <a:r>
              <a:rPr lang="en-US" sz="1500" dirty="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dirty="0" err="1"/>
              <a:t>Conseq</a:t>
            </a:r>
            <a:r>
              <a:rPr lang="en-US" sz="2000" dirty="0"/>
              <a:t> 1</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r>
              <a:rPr lang="en-US" sz="2000" dirty="0" err="1"/>
              <a:t>Conseq</a:t>
            </a:r>
            <a:r>
              <a:rPr lang="en-US" sz="2000" dirty="0"/>
              <a:t> 2</a:t>
            </a:r>
          </a:p>
          <a:p>
            <a:pPr lvl="1"/>
            <a:r>
              <a:rPr lang="en-US" sz="2000" dirty="0"/>
              <a:t>Impact: </a:t>
            </a:r>
            <a:r>
              <a:rPr lang="en-US" sz="2000" dirty="0">
                <a:solidFill>
                  <a:srgbClr val="FF0000"/>
                </a:solidFill>
              </a:rPr>
              <a:t>&lt;fill in here&gt;</a:t>
            </a:r>
          </a:p>
          <a:p>
            <a:pPr lvl="1"/>
            <a:r>
              <a:rPr lang="en-US" sz="2000" dirty="0"/>
              <a:t>Note: </a:t>
            </a:r>
            <a:r>
              <a:rPr lang="en-US" sz="2000" dirty="0">
                <a:solidFill>
                  <a:srgbClr val="FF0000"/>
                </a:solidFill>
              </a:rPr>
              <a:t>&lt;fill in here&gt;</a:t>
            </a:r>
          </a:p>
          <a:p>
            <a:pPr lvl="1"/>
            <a:endParaRPr lang="en-US" sz="2000" dirty="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dirty="0"/>
              <a:t>Values for Phase</a:t>
            </a:r>
            <a:r>
              <a:rPr lang="en-US" sz="1400" dirty="0"/>
              <a:t>: </a:t>
            </a:r>
            <a:r>
              <a:rPr lang="en-US" sz="14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dirty="0"/>
              <a:t>Values for Effectiveness</a:t>
            </a:r>
            <a:r>
              <a:rPr lang="en-US" sz="1400" dirty="0"/>
              <a:t>: </a:t>
            </a:r>
            <a:r>
              <a:rPr lang="en-US" sz="1400" b="0" dirty="0"/>
              <a:t>High, Moderate, Limited, Incidental, Discouraged Common Practice, Defense in Depth, None</a:t>
            </a:r>
          </a:p>
          <a:p>
            <a:endParaRPr lang="en-US" sz="1700" dirty="0"/>
          </a:p>
          <a:p>
            <a:r>
              <a:rPr lang="en-US" sz="1700" dirty="0"/>
              <a:t>Mitigation 1</a:t>
            </a:r>
          </a:p>
          <a:p>
            <a:pPr lvl="1"/>
            <a:r>
              <a:rPr lang="en-US" sz="1700" dirty="0"/>
              <a:t>SDLC phase: </a:t>
            </a:r>
            <a:r>
              <a:rPr lang="en-US" sz="1700" dirty="0">
                <a:solidFill>
                  <a:srgbClr val="FF0000"/>
                </a:solidFill>
              </a:rPr>
              <a:t>&lt;fill in here&gt;</a:t>
            </a:r>
            <a:endParaRPr lang="en-US" sz="1700" dirty="0"/>
          </a:p>
          <a:p>
            <a:pPr lvl="1"/>
            <a:r>
              <a:rPr lang="en-US" sz="1700" dirty="0"/>
              <a:t>Name/brief desc: </a:t>
            </a:r>
            <a:r>
              <a:rPr lang="en-US" sz="1700" dirty="0">
                <a:solidFill>
                  <a:srgbClr val="FF0000"/>
                </a:solidFill>
              </a:rPr>
              <a:t>&lt;fill in here&gt; </a:t>
            </a:r>
          </a:p>
          <a:p>
            <a:pPr lvl="1"/>
            <a:r>
              <a:rPr lang="en-US" sz="1700" dirty="0"/>
              <a:t>Effectiveness: </a:t>
            </a:r>
            <a:r>
              <a:rPr lang="en-US" sz="1700" dirty="0">
                <a:solidFill>
                  <a:srgbClr val="FF0000"/>
                </a:solidFill>
              </a:rPr>
              <a:t>&lt;fill in here&gt;</a:t>
            </a:r>
            <a:endParaRPr lang="en-US" sz="1700" dirty="0"/>
          </a:p>
          <a:p>
            <a:r>
              <a:rPr lang="en-US" sz="1700" dirty="0"/>
              <a:t>Mitigation 2</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a:p>
            <a:r>
              <a:rPr lang="en-US" sz="1700" dirty="0"/>
              <a:t>Mitigation 3</a:t>
            </a:r>
          </a:p>
          <a:p>
            <a:pPr lvl="1"/>
            <a:r>
              <a:rPr lang="en-US" sz="1700" dirty="0"/>
              <a:t>SDLC phase: </a:t>
            </a:r>
            <a:r>
              <a:rPr lang="en-US" sz="1700" dirty="0">
                <a:solidFill>
                  <a:srgbClr val="FF0000"/>
                </a:solidFill>
              </a:rPr>
              <a:t>&lt;fill in here&gt; </a:t>
            </a:r>
            <a:endParaRPr lang="en-US" sz="1700" dirty="0"/>
          </a:p>
          <a:p>
            <a:pPr lvl="1"/>
            <a:r>
              <a:rPr lang="en-US" sz="1700" dirty="0"/>
              <a:t>Name/brief desc: </a:t>
            </a:r>
            <a:r>
              <a:rPr lang="en-US" sz="1700" dirty="0">
                <a:solidFill>
                  <a:srgbClr val="FF0000"/>
                </a:solidFill>
              </a:rPr>
              <a:t>&lt;fill in here&gt;</a:t>
            </a:r>
          </a:p>
          <a:p>
            <a:pPr lvl="1"/>
            <a:r>
              <a:rPr lang="en-US" sz="1700" dirty="0"/>
              <a:t>Effectiveness:</a:t>
            </a:r>
            <a:r>
              <a:rPr lang="en-US" sz="1700" dirty="0">
                <a:solidFill>
                  <a:srgbClr val="FF0000"/>
                </a:solidFill>
              </a:rPr>
              <a:t>&lt;fill in here&gt;</a:t>
            </a:r>
            <a:endParaRPr lang="en-US" sz="1700" dirty="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dirty="0"/>
              <a:t>Give how the weakness can be detected by the developer, designer, or tester (… or the adversary ;-))</a:t>
            </a:r>
          </a:p>
          <a:p>
            <a:r>
              <a:rPr lang="en-US" sz="2000" u="sng" dirty="0"/>
              <a:t>Values for Method</a:t>
            </a:r>
            <a:r>
              <a:rPr lang="en-US" sz="2000" dirty="0"/>
              <a:t>: </a:t>
            </a:r>
            <a:r>
              <a:rPr lang="en-US" sz="1400" b="0" dirty="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dirty="0"/>
              <a:t>Values for Effectiveness</a:t>
            </a:r>
            <a:r>
              <a:rPr lang="en-US" sz="1800" dirty="0"/>
              <a:t>: High, Moderate, Opportunistic, Limited, None</a:t>
            </a:r>
          </a:p>
          <a:p>
            <a:r>
              <a:rPr lang="en-US" sz="1800" dirty="0"/>
              <a:t>Detection Method 1</a:t>
            </a:r>
          </a:p>
          <a:p>
            <a:pPr lvl="1"/>
            <a:r>
              <a:rPr lang="en-US" sz="1800" dirty="0"/>
              <a:t>Method: </a:t>
            </a:r>
            <a:r>
              <a:rPr lang="en-US" sz="1800" dirty="0">
                <a:solidFill>
                  <a:srgbClr val="FF0000"/>
                </a:solidFill>
              </a:rPr>
              <a:t>&lt;fill in here&gt;</a:t>
            </a:r>
          </a:p>
          <a:p>
            <a:pPr lvl="1"/>
            <a:r>
              <a:rPr lang="en-US" sz="1800" dirty="0"/>
              <a:t>Desc:</a:t>
            </a:r>
            <a:r>
              <a:rPr lang="en-US" sz="1800" dirty="0">
                <a:solidFill>
                  <a:srgbClr val="FF0000"/>
                </a:solidFill>
              </a:rPr>
              <a:t> &lt;fill in here&gt;</a:t>
            </a:r>
          </a:p>
          <a:p>
            <a:r>
              <a:rPr lang="en-US" sz="1800" dirty="0"/>
              <a:t>Detection Method 2</a:t>
            </a:r>
          </a:p>
          <a:p>
            <a:pPr lvl="1"/>
            <a:r>
              <a:rPr lang="en-US" sz="1800" dirty="0"/>
              <a:t>Method: </a:t>
            </a:r>
            <a:r>
              <a:rPr lang="en-US" sz="1800" dirty="0">
                <a:solidFill>
                  <a:srgbClr val="FF0000"/>
                </a:solidFill>
              </a:rPr>
              <a:t>&lt;fill in here&gt;</a:t>
            </a:r>
          </a:p>
          <a:p>
            <a:pPr lvl="1"/>
            <a:r>
              <a:rPr lang="en-US" sz="1800" dirty="0"/>
              <a:t>Desc: </a:t>
            </a:r>
            <a:r>
              <a:rPr lang="en-US" sz="1800" dirty="0">
                <a:solidFill>
                  <a:srgbClr val="FF0000"/>
                </a:solidFill>
              </a:rPr>
              <a:t>&lt;fill in here&gt;</a:t>
            </a:r>
          </a:p>
          <a:p>
            <a:pPr lvl="1"/>
            <a:endParaRPr lang="en-US" sz="2000" dirty="0"/>
          </a:p>
          <a:p>
            <a:pPr lvl="1"/>
            <a:endParaRPr lang="en-US" sz="2000" dirty="0"/>
          </a:p>
          <a:p>
            <a:endParaRPr lang="en-US" sz="2000" dirty="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dirty="0"/>
              <a:t>Use created “AI/ML” Applicable Platform element</a:t>
            </a:r>
          </a:p>
          <a:p>
            <a:pPr marL="685800" lvl="1" indent="-303530"/>
            <a:r>
              <a:rPr lang="en-US" sz="2000" dirty="0"/>
              <a:t>Examples: web server, database server, memory hardware, etc.</a:t>
            </a:r>
          </a:p>
          <a:p>
            <a:pPr marL="685800" lvl="1" indent="-303530"/>
            <a:r>
              <a:rPr lang="en-US" sz="2000" dirty="0"/>
              <a:t>Tech class: cloud computing, system on chip, web based, …</a:t>
            </a:r>
          </a:p>
          <a:p>
            <a:r>
              <a:rPr lang="en-US" sz="2000" dirty="0"/>
              <a:t>Platform 1:</a:t>
            </a:r>
          </a:p>
          <a:p>
            <a:pPr lvl="1"/>
            <a:r>
              <a:rPr lang="en-US" sz="2000" dirty="0"/>
              <a:t>Technology Type: </a:t>
            </a:r>
            <a:r>
              <a:rPr lang="en-US" sz="2000" dirty="0">
                <a:solidFill>
                  <a:srgbClr val="FF0000"/>
                </a:solidFill>
              </a:rPr>
              <a:t>&lt;fill in here&gt;</a:t>
            </a:r>
            <a:endParaRPr lang="en-US" sz="2000" dirty="0"/>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r>
              <a:rPr lang="en-US" sz="2000" dirty="0"/>
              <a:t>Platform 2:</a:t>
            </a:r>
          </a:p>
          <a:p>
            <a:pPr lvl="1"/>
            <a:r>
              <a:rPr lang="en-US" sz="2000" dirty="0"/>
              <a:t>Technology Type: </a:t>
            </a:r>
            <a:r>
              <a:rPr lang="en-US" sz="2000" dirty="0">
                <a:solidFill>
                  <a:srgbClr val="FF0000"/>
                </a:solidFill>
              </a:rPr>
              <a:t>&lt;fill in here&gt;</a:t>
            </a:r>
          </a:p>
          <a:p>
            <a:pPr lvl="1"/>
            <a:r>
              <a:rPr lang="en-US" sz="2000" dirty="0"/>
              <a:t>Languages: </a:t>
            </a:r>
            <a:r>
              <a:rPr lang="en-US" sz="2000" dirty="0">
                <a:solidFill>
                  <a:srgbClr val="FF0000"/>
                </a:solidFill>
              </a:rPr>
              <a:t>&lt;fill in here – or say ‘language-independent’&gt;</a:t>
            </a:r>
          </a:p>
          <a:p>
            <a:pPr lvl="1"/>
            <a:r>
              <a:rPr lang="en-US" sz="2000" dirty="0"/>
              <a:t>Notes: </a:t>
            </a:r>
            <a:r>
              <a:rPr lang="en-US" sz="2000" dirty="0">
                <a:solidFill>
                  <a:srgbClr val="FF0000"/>
                </a:solidFill>
              </a:rPr>
              <a:t>&lt;fill in here; could be added as “Application Platform” notes&gt;</a:t>
            </a:r>
          </a:p>
          <a:p>
            <a:endParaRPr lang="en-US" sz="2000" dirty="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dirty="0"/>
              <a:t>When/how does the developer (or other parties) introduce the weakness?</a:t>
            </a:r>
          </a:p>
          <a:p>
            <a:pPr lvl="1"/>
            <a:r>
              <a:rPr lang="en-US" dirty="0"/>
              <a:t>Notes – what the developer does and/or the assumptions they make</a:t>
            </a:r>
          </a:p>
          <a:p>
            <a:pPr>
              <a:lnSpc>
                <a:spcPct val="120000"/>
              </a:lnSpc>
            </a:pPr>
            <a:r>
              <a:rPr lang="en-US" dirty="0"/>
              <a:t>Values for Phase: </a:t>
            </a:r>
            <a:r>
              <a:rPr lang="en-US" sz="1800" b="0" dirty="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dirty="0"/>
              <a:t>(CWE 5.0 future: ability to use other lifecycle models?)</a:t>
            </a:r>
          </a:p>
          <a:p>
            <a:r>
              <a:rPr lang="en-US" dirty="0"/>
              <a:t>Mode 1:</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2:</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r>
              <a:rPr lang="en-US" dirty="0"/>
              <a:t>Mode 3:</a:t>
            </a:r>
          </a:p>
          <a:p>
            <a:pPr lvl="1"/>
            <a:r>
              <a:rPr lang="en-US" dirty="0"/>
              <a:t>SDLC phase: </a:t>
            </a:r>
            <a:r>
              <a:rPr lang="en-US" dirty="0">
                <a:solidFill>
                  <a:srgbClr val="FF0000"/>
                </a:solidFill>
              </a:rPr>
              <a:t>&lt;fill in here&gt;</a:t>
            </a:r>
          </a:p>
          <a:p>
            <a:pPr lvl="1"/>
            <a:r>
              <a:rPr lang="en-US" dirty="0"/>
              <a:t>Notes: </a:t>
            </a:r>
            <a:r>
              <a:rPr lang="en-US" dirty="0">
                <a:solidFill>
                  <a:srgbClr val="FF0000"/>
                </a:solidFill>
              </a:rPr>
              <a:t>&lt;fill in here&gt;</a:t>
            </a:r>
          </a:p>
          <a:p>
            <a:endParaRPr lang="en-US" dirty="0"/>
          </a:p>
          <a:p>
            <a:endParaRPr lang="en-US" dirty="0">
              <a:solidFill>
                <a:srgbClr val="FF0000"/>
              </a:solidFill>
            </a:endParaRPr>
          </a:p>
          <a:p>
            <a:pPr lvl="1"/>
            <a:endParaRPr lang="en-US" dirty="0">
              <a:solidFill>
                <a:srgbClr val="FF0000"/>
              </a:solidFill>
            </a:endParaRPr>
          </a:p>
          <a:p>
            <a:endParaRPr lang="en-US" dirty="0"/>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dirty="0"/>
              <a:t>Curated list of references</a:t>
            </a:r>
          </a:p>
          <a:p>
            <a:pPr lvl="1"/>
            <a:r>
              <a:rPr lang="en-US" sz="1600" dirty="0"/>
              <a:t>SHOULD explain or clarify the weakness</a:t>
            </a:r>
          </a:p>
          <a:p>
            <a:pPr lvl="1"/>
            <a:r>
              <a:rPr lang="en-US" sz="1600" dirty="0"/>
              <a:t>Understandable to the reader (assume 1-2 years’ developer experience)</a:t>
            </a:r>
          </a:p>
          <a:p>
            <a:pPr lvl="1"/>
            <a:r>
              <a:rPr lang="en-US" sz="1600" dirty="0"/>
              <a:t>Can’t be a large bibliography</a:t>
            </a:r>
          </a:p>
          <a:p>
            <a:r>
              <a:rPr lang="en-US" sz="1600" dirty="0"/>
              <a:t>Reference 1</a:t>
            </a:r>
          </a:p>
          <a:p>
            <a:pPr lvl="1"/>
            <a:r>
              <a:rPr lang="en-US" sz="1600" dirty="0"/>
              <a:t>Title: </a:t>
            </a:r>
            <a:r>
              <a:rPr lang="en-US" sz="1600" dirty="0">
                <a:solidFill>
                  <a:srgbClr val="FF0000"/>
                </a:solidFill>
              </a:rPr>
              <a:t>&lt;Fill Here&gt;</a:t>
            </a:r>
            <a:endParaRPr lang="en-US" sz="1600" dirty="0"/>
          </a:p>
          <a:p>
            <a:pPr lvl="1"/>
            <a:r>
              <a:rPr lang="en-US" sz="1600" dirty="0"/>
              <a:t>URL: </a:t>
            </a:r>
            <a:r>
              <a:rPr lang="en-US" sz="1600" dirty="0">
                <a:solidFill>
                  <a:srgbClr val="FF0000"/>
                </a:solidFill>
              </a:rPr>
              <a:t>&lt;Fill Here&gt;</a:t>
            </a:r>
            <a:endParaRPr lang="en-US" sz="1600" dirty="0"/>
          </a:p>
          <a:p>
            <a:r>
              <a:rPr lang="en-US" sz="1600" dirty="0"/>
              <a:t>Reference 2</a:t>
            </a:r>
          </a:p>
          <a:p>
            <a:pPr lvl="1"/>
            <a:r>
              <a:rPr lang="en-US" sz="1600" dirty="0"/>
              <a:t>Title: </a:t>
            </a:r>
            <a:r>
              <a:rPr lang="en-US" sz="1600" dirty="0">
                <a:solidFill>
                  <a:srgbClr val="FF0000"/>
                </a:solidFill>
              </a:rPr>
              <a:t>&lt;Fill Here&gt; </a:t>
            </a:r>
          </a:p>
          <a:p>
            <a:pPr lvl="1"/>
            <a:r>
              <a:rPr lang="en-US" sz="1600" dirty="0"/>
              <a:t>URL: </a:t>
            </a:r>
            <a:r>
              <a:rPr lang="en-US" sz="1600" dirty="0">
                <a:solidFill>
                  <a:srgbClr val="FF0000"/>
                </a:solidFill>
              </a:rPr>
              <a:t>&lt;Fill Here&gt; </a:t>
            </a:r>
          </a:p>
          <a:p>
            <a:r>
              <a:rPr lang="en-US" sz="1600" dirty="0"/>
              <a:t>Reference 3</a:t>
            </a:r>
          </a:p>
          <a:p>
            <a:pPr lvl="1"/>
            <a:r>
              <a:rPr lang="en-US" sz="1600" dirty="0"/>
              <a:t>Title: </a:t>
            </a:r>
            <a:r>
              <a:rPr lang="en-US" sz="1600" dirty="0">
                <a:solidFill>
                  <a:srgbClr val="FF0000"/>
                </a:solidFill>
              </a:rPr>
              <a:t>&lt;Fill Here&gt;</a:t>
            </a:r>
            <a:endParaRPr lang="fr-FR" sz="1600" dirty="0"/>
          </a:p>
          <a:p>
            <a:pPr lvl="1"/>
            <a:r>
              <a:rPr lang="en-US" sz="1600" dirty="0"/>
              <a:t>URL: </a:t>
            </a:r>
            <a:r>
              <a:rPr lang="en-US" sz="1600" dirty="0">
                <a:solidFill>
                  <a:srgbClr val="FF0000"/>
                </a:solidFill>
              </a:rPr>
              <a:t>&lt;Fill Here&gt;</a:t>
            </a:r>
            <a:endParaRPr lang="en-US" sz="1600" dirty="0"/>
          </a:p>
          <a:p>
            <a:endParaRPr lang="en-US" sz="1600" dirty="0"/>
          </a:p>
          <a:p>
            <a:endParaRPr lang="en-US" sz="1600" dirty="0"/>
          </a:p>
          <a:p>
            <a:endParaRPr lang="en-US" sz="1600" dirty="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dirty="0"/>
              <a:t>Goal: a curated list of real-world examples (e.g., CVEs)</a:t>
            </a:r>
          </a:p>
          <a:p>
            <a:pPr lvl="1"/>
            <a:r>
              <a:rPr lang="en-US" sz="2000" dirty="0"/>
              <a:t>Need good, &lt;weakness&gt; oriented technical details</a:t>
            </a:r>
          </a:p>
          <a:p>
            <a:pPr lvl="1"/>
            <a:r>
              <a:rPr lang="en-US" sz="2000" dirty="0"/>
              <a:t>Should be easily understandable by the reader</a:t>
            </a:r>
          </a:p>
          <a:p>
            <a:r>
              <a:rPr lang="en-US" sz="1600" dirty="0" err="1"/>
              <a:t>Obex</a:t>
            </a:r>
            <a:r>
              <a:rPr lang="en-US" sz="1600" dirty="0"/>
              <a:t> 1</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p>
          <a:p>
            <a:r>
              <a:rPr lang="en-US" sz="1600" dirty="0" err="1"/>
              <a:t>Obex</a:t>
            </a:r>
            <a:r>
              <a:rPr lang="en-US" sz="1600" dirty="0"/>
              <a:t> 2</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r>
              <a:rPr lang="en-US" sz="1600" dirty="0" err="1"/>
              <a:t>Obex</a:t>
            </a:r>
            <a:r>
              <a:rPr lang="en-US" sz="1600" dirty="0"/>
              <a:t> 3</a:t>
            </a:r>
          </a:p>
          <a:p>
            <a:pPr lvl="1"/>
            <a:r>
              <a:rPr lang="en-US" sz="1600" dirty="0"/>
              <a:t>CVE ID / ref URL: </a:t>
            </a:r>
            <a:r>
              <a:rPr lang="en-US" sz="1600" dirty="0">
                <a:solidFill>
                  <a:srgbClr val="FF0000"/>
                </a:solidFill>
              </a:rPr>
              <a:t>&lt;fill in here&gt;</a:t>
            </a:r>
            <a:endParaRPr lang="en-US" sz="1600" dirty="0"/>
          </a:p>
          <a:p>
            <a:pPr lvl="1"/>
            <a:r>
              <a:rPr lang="en-US" sz="1600" dirty="0"/>
              <a:t>Brief weakness desc: </a:t>
            </a:r>
            <a:r>
              <a:rPr lang="en-US" sz="1600" dirty="0">
                <a:solidFill>
                  <a:srgbClr val="FF0000"/>
                </a:solidFill>
              </a:rPr>
              <a:t>&lt;fill in here&gt;</a:t>
            </a:r>
            <a:endParaRPr lang="en-US" sz="1600" dirty="0">
              <a:highlight>
                <a:srgbClr val="FFFF00"/>
              </a:highlight>
            </a:endParaRPr>
          </a:p>
          <a:p>
            <a:endParaRPr lang="en-US" sz="2000" dirty="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dirty="0"/>
              <a:t>Goal: theoretical educational examples</a:t>
            </a:r>
          </a:p>
          <a:p>
            <a:r>
              <a:rPr lang="en-US" dirty="0"/>
              <a:t>Most discussion can happen on CDR</a:t>
            </a:r>
          </a:p>
          <a:p>
            <a:r>
              <a:rPr lang="en-US" dirty="0"/>
              <a:t>Any suggestions for kinds of scenarios to develop?</a:t>
            </a:r>
          </a:p>
          <a:p>
            <a:endParaRPr lang="en-US" dirty="0"/>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dirty="0"/>
              <a:t>Introductory text – </a:t>
            </a:r>
            <a:r>
              <a:rPr lang="en-US" dirty="0">
                <a:solidFill>
                  <a:srgbClr val="FF0000"/>
                </a:solidFill>
              </a:rPr>
              <a:t>&lt;fill here - what the developer is trying to do&gt;</a:t>
            </a:r>
          </a:p>
          <a:p>
            <a:endParaRPr lang="en-US" dirty="0">
              <a:solidFill>
                <a:srgbClr val="FF0000"/>
              </a:solidFill>
            </a:endParaRPr>
          </a:p>
          <a:p>
            <a:r>
              <a:rPr lang="en-US" dirty="0"/>
              <a:t>“Bad” code – </a:t>
            </a:r>
            <a:r>
              <a:rPr lang="en-US" dirty="0">
                <a:solidFill>
                  <a:srgbClr val="FF0000"/>
                </a:solidFill>
              </a:rPr>
              <a:t>&lt;design or code that contains the weakness&gt;</a:t>
            </a:r>
          </a:p>
          <a:p>
            <a:endParaRPr lang="en-US" dirty="0">
              <a:solidFill>
                <a:srgbClr val="FF0000"/>
              </a:solidFill>
            </a:endParaRPr>
          </a:p>
          <a:p>
            <a:r>
              <a:rPr lang="en-US" dirty="0"/>
              <a:t>Explanation of the weakness - </a:t>
            </a:r>
            <a:r>
              <a:rPr lang="en-US" dirty="0">
                <a:solidFill>
                  <a:srgbClr val="FF0000"/>
                </a:solidFill>
              </a:rPr>
              <a:t>&lt;fill here&gt;</a:t>
            </a:r>
          </a:p>
          <a:p>
            <a:endParaRPr lang="en-US" dirty="0">
              <a:solidFill>
                <a:srgbClr val="FF0000"/>
              </a:solidFill>
            </a:endParaRPr>
          </a:p>
          <a:p>
            <a:r>
              <a:rPr lang="en-US" dirty="0"/>
              <a:t>(optional) how the weakness is attacked/exploited - </a:t>
            </a:r>
            <a:r>
              <a:rPr lang="en-US" dirty="0">
                <a:solidFill>
                  <a:srgbClr val="FF0000"/>
                </a:solidFill>
              </a:rPr>
              <a:t>&lt;fill here&gt;</a:t>
            </a:r>
          </a:p>
          <a:p>
            <a:endParaRPr lang="en-US" dirty="0">
              <a:solidFill>
                <a:srgbClr val="FF0000"/>
              </a:solidFill>
            </a:endParaRPr>
          </a:p>
          <a:p>
            <a:r>
              <a:rPr lang="en-US" dirty="0"/>
              <a:t>“Good” code – code changes that fix the weakness - </a:t>
            </a:r>
            <a:r>
              <a:rPr lang="en-US" dirty="0">
                <a:solidFill>
                  <a:srgbClr val="FF0000"/>
                </a:solidFill>
              </a:rPr>
              <a:t>&lt;fill here&gt;</a:t>
            </a:r>
          </a:p>
          <a:p>
            <a:endParaRPr lang="en-US" dirty="0"/>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dirty="0"/>
              <a:t>Optional – often not necessary</a:t>
            </a:r>
          </a:p>
          <a:p>
            <a:r>
              <a:rPr lang="en-US" sz="2000" dirty="0"/>
              <a:t>Used when entries are known to be incomplete or require additional focused research</a:t>
            </a:r>
          </a:p>
          <a:p>
            <a:r>
              <a:rPr lang="en-US" sz="2000" dirty="0"/>
              <a:t>Essential for transparency</a:t>
            </a:r>
          </a:p>
          <a:p>
            <a:r>
              <a:rPr lang="en-US" sz="2000" dirty="0"/>
              <a:t>Types: Research Gap, Maintenance, Applicable Platform, Relationship, Terminology, Theoretical</a:t>
            </a:r>
          </a:p>
          <a:p>
            <a:r>
              <a:rPr lang="en-US" sz="2000" dirty="0"/>
              <a:t>Note 1</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endParaRPr lang="en-US" sz="2000" dirty="0"/>
          </a:p>
          <a:p>
            <a:r>
              <a:rPr lang="en-US" sz="2000" dirty="0"/>
              <a:t>Note 2</a:t>
            </a:r>
          </a:p>
          <a:p>
            <a:pPr lvl="1"/>
            <a:r>
              <a:rPr lang="en-US" sz="2000" dirty="0"/>
              <a:t>Type: </a:t>
            </a:r>
            <a:r>
              <a:rPr lang="en-US" sz="2000" dirty="0">
                <a:solidFill>
                  <a:srgbClr val="FF0000"/>
                </a:solidFill>
              </a:rPr>
              <a:t>&lt;Fill Here&gt;</a:t>
            </a:r>
            <a:endParaRPr lang="en-US" sz="2000" dirty="0"/>
          </a:p>
          <a:p>
            <a:pPr lvl="1"/>
            <a:r>
              <a:rPr lang="en-US" sz="2000" dirty="0"/>
              <a:t>Note: </a:t>
            </a:r>
            <a:r>
              <a:rPr lang="en-US" sz="2000" dirty="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dirty="0"/>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dirty="0">
                <a:latin typeface="Tahoma"/>
                <a:ea typeface="Tahoma"/>
                <a:cs typeface="Tahoma"/>
              </a:rPr>
              <a:t>Open Discussion: Goals for 2025</a:t>
            </a:r>
            <a:endParaRPr lang="en-US" dirty="0"/>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dirty="0"/>
              <a:t>Key context</a:t>
            </a:r>
          </a:p>
          <a:p>
            <a:pPr lvl="1"/>
            <a:r>
              <a:rPr lang="en-US" dirty="0"/>
              <a:t>This WG arose from high community interest</a:t>
            </a:r>
          </a:p>
          <a:p>
            <a:pPr lvl="1"/>
            <a:r>
              <a:rPr lang="en-US" dirty="0"/>
              <a:t>Non-MITRE co-chairs moved things along in the first 6+ months</a:t>
            </a:r>
          </a:p>
          <a:p>
            <a:r>
              <a:rPr lang="en-US" dirty="0"/>
              <a:t>Review: how well did the AI WG collaborate in 2024?</a:t>
            </a:r>
          </a:p>
          <a:p>
            <a:r>
              <a:rPr lang="en-US" dirty="0"/>
              <a:t>What could be done to improve effectiveness in 2025?</a:t>
            </a:r>
          </a:p>
          <a:p>
            <a:r>
              <a:rPr lang="en-US" dirty="0"/>
              <a:t>What kinds of goals / “KPIs” may be reasonable?</a:t>
            </a:r>
          </a:p>
          <a:p>
            <a:r>
              <a:rPr lang="en-US" dirty="0"/>
              <a:t>Near-term goal: AI-related changes to CWE 4.17 in March?</a:t>
            </a:r>
          </a:p>
          <a:p>
            <a:pPr lvl="1"/>
            <a:r>
              <a:rPr lang="en-US" dirty="0"/>
              <a:t>Current new submissions might be too complex/time-consuming</a:t>
            </a:r>
          </a:p>
          <a:p>
            <a:pPr lvl="1"/>
            <a:r>
              <a:rPr lang="en-US" dirty="0"/>
              <a:t>Modifying existing submissions might be more directly achievable</a:t>
            </a:r>
          </a:p>
          <a:p>
            <a:r>
              <a:rPr lang="en-US" dirty="0"/>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741299f3784e3124fa92cbb09fadfee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0629cb982ad0d5026b78e967e4c8216b"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775F550-92B0-4AF7-A4CE-A813320B618B}">
  <ds:schemaRefs>
    <ds:schemaRef ds:uri="aff8eeb6-53bf-44bf-a224-fac977cd228b"/>
    <ds:schemaRef ds:uri="b5a44311-ed64-4a72-909f-c9dc6973bde2"/>
    <ds:schemaRef ds:uri="f3e578be-7961-41e8-91c9-b742ecb60a7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450FCDD-08B1-48D8-BB50-7A17E590A5EE}">
  <ds:schemaRefs>
    <ds:schemaRef ds:uri="http://purl.org/dc/elements/1.1/"/>
    <ds:schemaRef ds:uri="http://purl.org/dc/dcmitype/"/>
    <ds:schemaRef ds:uri="http://schemas.microsoft.com/office/2006/documentManagement/types"/>
    <ds:schemaRef ds:uri="http://schemas.microsoft.com/office/infopath/2007/PartnerControls"/>
    <ds:schemaRef ds:uri="http://schemas.openxmlformats.org/package/2006/metadata/core-properties"/>
    <ds:schemaRef ds:uri="http://www.w3.org/XML/1998/namespace"/>
    <ds:schemaRef ds:uri="http://purl.org/dc/terms/"/>
    <ds:schemaRef ds:uri="f3e578be-7961-41e8-91c9-b742ecb60a74"/>
    <ds:schemaRef ds:uri="b5a44311-ed64-4a72-909f-c9dc6973bde2"/>
    <ds:schemaRef ds:uri="aff8eeb6-53bf-44bf-a224-fac977cd228b"/>
    <ds:schemaRef ds:uri="http://schemas.microsoft.com/office/2006/metadata/properties"/>
  </ds:schemaRefs>
</ds:datastoreItem>
</file>

<file path=customXml/itemProps3.xml><?xml version="1.0" encoding="utf-8"?>
<ds:datastoreItem xmlns:ds="http://schemas.openxmlformats.org/officeDocument/2006/customXml" ds:itemID="{416BA5C9-2D71-4B86-AE8A-8C0D9BC5FB22}">
  <ds:schemaRefs>
    <ds:schemaRef ds:uri="http://schemas.microsoft.com/sharepoint/v3/contenttype/forms"/>
  </ds:schemaRefs>
</ds:datastoreItem>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379</TotalTime>
  <Words>4470</Words>
  <Application>Microsoft Office PowerPoint</Application>
  <PresentationFormat>Widescreen</PresentationFormat>
  <Paragraphs>516</Paragraphs>
  <Slides>50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-apple-system</vt:lpstr>
      <vt:lpstr>Aptos</vt:lpstr>
      <vt:lpstr>Arial</vt:lpstr>
      <vt:lpstr>Calibri</vt:lpstr>
      <vt:lpstr>Helvetica LT Std</vt:lpstr>
      <vt:lpstr>Tahoma</vt:lpstr>
      <vt:lpstr>Verdana</vt:lpstr>
      <vt:lpstr>Wingdings</vt:lpstr>
      <vt:lpstr>mitre-2018</vt:lpstr>
      <vt:lpstr>CWE AI Working Group Meeting: Modification Subgroup </vt:lpstr>
      <vt:lpstr>Agenda</vt:lpstr>
      <vt:lpstr>Status Updates</vt:lpstr>
      <vt:lpstr>Subgroups </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Backup / Older Slides</vt:lpstr>
      <vt:lpstr>Discussion: Name</vt:lpstr>
      <vt:lpstr>Discussion: Description</vt:lpstr>
      <vt:lpstr>Discussion: Extended Description</vt:lpstr>
      <vt:lpstr>Relationships Worksheet</vt:lpstr>
      <vt:lpstr>Common Consequences Worksheet</vt:lpstr>
      <vt:lpstr>Common Consequences - 2</vt:lpstr>
      <vt:lpstr>Modes of Introduction Worksheet</vt:lpstr>
      <vt:lpstr>Potential Mitigations Worksheet</vt:lpstr>
      <vt:lpstr>Detection Methods Worksheet</vt:lpstr>
      <vt:lpstr>Applicable Platforms Worksheet</vt:lpstr>
      <vt:lpstr>References Worksheet</vt:lpstr>
      <vt:lpstr>Observed Examples Worksheet</vt:lpstr>
      <vt:lpstr>Demonstrative Examples</vt:lpstr>
      <vt:lpstr>Demonstrative example - 1</vt:lpstr>
      <vt:lpstr>Demonstrative example - 2</vt:lpstr>
      <vt:lpstr>Maintenance Notes Worksheet</vt:lpstr>
      <vt:lpstr>References on improper tuning</vt:lpstr>
      <vt:lpstr>Other Work Items - New Entry Submissions</vt:lpstr>
      <vt:lpstr>Future Content Work</vt:lpstr>
      <vt:lpstr>Delayed: “Bias in AI Models” (Kurt Seifried) - ES2402-38e20ce6 </vt:lpstr>
      <vt:lpstr>Delayed: Insufficient Input Validation in Generative AI Applications (Steve / AI WG) ES2405-84711fc4</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2025-03-14T15:52:57Z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