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4"/>
  </p:sldMasterIdLst>
  <p:notesMasterIdLst>
    <p:notesMasterId r:id="rId59"/>
  </p:notesMasterIdLst>
  <p:handoutMasterIdLst>
    <p:handoutMasterId r:id="rId60"/>
  </p:handoutMasterIdLst>
  <p:sldIdLst>
    <p:sldId id="459" r:id="rId5"/>
    <p:sldId id="475" r:id="rId6"/>
    <p:sldId id="514" r:id="rId7"/>
    <p:sldId id="533" r:id="rId8"/>
    <p:sldId id="587" r:id="rId9"/>
    <p:sldId id="589" r:id="rId10"/>
    <p:sldId id="588" r:id="rId11"/>
    <p:sldId id="590" r:id="rId12"/>
    <p:sldId id="591" r:id="rId13"/>
    <p:sldId id="595" r:id="rId14"/>
    <p:sldId id="594" r:id="rId15"/>
    <p:sldId id="596" r:id="rId16"/>
    <p:sldId id="597" r:id="rId17"/>
    <p:sldId id="593" r:id="rId18"/>
    <p:sldId id="592" r:id="rId19"/>
    <p:sldId id="586" r:id="rId20"/>
    <p:sldId id="548" r:id="rId21"/>
    <p:sldId id="542" r:id="rId22"/>
    <p:sldId id="581" r:id="rId23"/>
    <p:sldId id="585" r:id="rId24"/>
    <p:sldId id="552" r:id="rId25"/>
    <p:sldId id="502" r:id="rId26"/>
    <p:sldId id="501" r:id="rId27"/>
    <p:sldId id="493" r:id="rId28"/>
    <p:sldId id="488" r:id="rId29"/>
    <p:sldId id="505" r:id="rId30"/>
    <p:sldId id="496" r:id="rId31"/>
    <p:sldId id="494" r:id="rId32"/>
    <p:sldId id="495" r:id="rId33"/>
    <p:sldId id="503" r:id="rId34"/>
    <p:sldId id="504" r:id="rId35"/>
    <p:sldId id="584" r:id="rId36"/>
    <p:sldId id="551" r:id="rId37"/>
    <p:sldId id="539" r:id="rId38"/>
    <p:sldId id="547" r:id="rId39"/>
    <p:sldId id="541" r:id="rId40"/>
    <p:sldId id="543" r:id="rId41"/>
    <p:sldId id="554" r:id="rId42"/>
    <p:sldId id="561" r:id="rId43"/>
    <p:sldId id="562" r:id="rId44"/>
    <p:sldId id="563" r:id="rId45"/>
    <p:sldId id="564" r:id="rId46"/>
    <p:sldId id="565" r:id="rId47"/>
    <p:sldId id="566" r:id="rId48"/>
    <p:sldId id="567" r:id="rId49"/>
    <p:sldId id="568" r:id="rId50"/>
    <p:sldId id="569" r:id="rId51"/>
    <p:sldId id="570" r:id="rId52"/>
    <p:sldId id="571" r:id="rId53"/>
    <p:sldId id="572" r:id="rId54"/>
    <p:sldId id="573" r:id="rId55"/>
    <p:sldId id="574" r:id="rId56"/>
    <p:sldId id="545" r:id="rId57"/>
    <p:sldId id="534"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52135E2-75B3-49D1-BF37-12A9EA3E9396}" name="Alec J Summers" initials="AS" userId="S::ASUMMERS@MITRE.ORG::d9c4246f-ffa8-4c52-a253-9dc5efe19efc" providerId="AD"/>
  <p188:author id="{FDD099ED-FECE-1D47-883E-52ED8F7DAC5A}" name="Connor Mullaly" initials="CM" userId="S::CMULLALY@MITRE.ORG::731a1e22-c293-4cbb-8aca-216affcf40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F9F06E-E98A-446E-9874-867AB960F484}" v="1" dt="2025-06-06T14:47:05.7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790" autoAdjust="0"/>
    <p:restoredTop sz="94660"/>
  </p:normalViewPr>
  <p:slideViewPr>
    <p:cSldViewPr snapToGrid="0">
      <p:cViewPr varScale="1">
        <p:scale>
          <a:sx n="61" d="100"/>
          <a:sy n="61" d="100"/>
        </p:scale>
        <p:origin x="653" y="4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microsoft.com/office/2015/10/relationships/revisionInfo" Target="revisionInfo.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67" Type="http://schemas.microsoft.com/office/2018/10/relationships/authors" Targe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handoutMaster" Target="handoutMasters/handoutMaster1.xml"/><Relationship Id="rId65"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n M Christey" userId="f24da668-4c1f-41c0-850e-113e2bdf78cf" providerId="ADAL" clId="{FDB9AAD0-A7D6-445A-8821-6C3AA3C12FA1}"/>
    <pc:docChg chg="modSld">
      <pc:chgData name="Steven M Christey" userId="f24da668-4c1f-41c0-850e-113e2bdf78cf" providerId="ADAL" clId="{FDB9AAD0-A7D6-445A-8821-6C3AA3C12FA1}" dt="2025-05-09T14:08:23.939" v="106" actId="20577"/>
      <pc:docMkLst>
        <pc:docMk/>
      </pc:docMkLst>
      <pc:sldChg chg="modSp mod">
        <pc:chgData name="Steven M Christey" userId="f24da668-4c1f-41c0-850e-113e2bdf78cf" providerId="ADAL" clId="{FDB9AAD0-A7D6-445A-8821-6C3AA3C12FA1}" dt="2025-05-09T14:07:01.966" v="12" actId="20577"/>
        <pc:sldMkLst>
          <pc:docMk/>
          <pc:sldMk cId="1454278300" sldId="459"/>
        </pc:sldMkLst>
        <pc:spChg chg="mod">
          <ac:chgData name="Steven M Christey" userId="f24da668-4c1f-41c0-850e-113e2bdf78cf" providerId="ADAL" clId="{FDB9AAD0-A7D6-445A-8821-6C3AA3C12FA1}" dt="2025-05-09T14:07:01.966" v="12" actId="20577"/>
          <ac:spMkLst>
            <pc:docMk/>
            <pc:sldMk cId="1454278300" sldId="459"/>
            <ac:spMk id="3" creationId="{0992DF88-AC24-0FBF-1177-62DD9110498B}"/>
          </ac:spMkLst>
        </pc:spChg>
      </pc:sldChg>
      <pc:sldChg chg="modSp mod">
        <pc:chgData name="Steven M Christey" userId="f24da668-4c1f-41c0-850e-113e2bdf78cf" providerId="ADAL" clId="{FDB9AAD0-A7D6-445A-8821-6C3AA3C12FA1}" dt="2025-05-09T14:08:23.939" v="106" actId="20577"/>
        <pc:sldMkLst>
          <pc:docMk/>
          <pc:sldMk cId="915149386" sldId="514"/>
        </pc:sldMkLst>
        <pc:spChg chg="mod">
          <ac:chgData name="Steven M Christey" userId="f24da668-4c1f-41c0-850e-113e2bdf78cf" providerId="ADAL" clId="{FDB9AAD0-A7D6-445A-8821-6C3AA3C12FA1}" dt="2025-05-09T14:08:23.939" v="106" actId="20577"/>
          <ac:spMkLst>
            <pc:docMk/>
            <pc:sldMk cId="915149386" sldId="514"/>
            <ac:spMk id="3" creationId="{D4348C02-DFCE-A2E4-D523-D69A254A7D49}"/>
          </ac:spMkLst>
        </pc:spChg>
      </pc:sldChg>
    </pc:docChg>
  </pc:docChgLst>
  <pc:docChgLst>
    <pc:chgData name="Alec J Summers" userId="d9c4246f-ffa8-4c52-a253-9dc5efe19efc" providerId="ADAL" clId="{3FAE7DF6-7101-524C-90F5-9656D182D6EF}"/>
    <pc:docChg chg="undo custSel addSld delSld modSld sldOrd">
      <pc:chgData name="Alec J Summers" userId="d9c4246f-ffa8-4c52-a253-9dc5efe19efc" providerId="ADAL" clId="{3FAE7DF6-7101-524C-90F5-9656D182D6EF}" dt="2024-10-18T14:42:30.373" v="480" actId="114"/>
      <pc:docMkLst>
        <pc:docMk/>
      </pc:docMkLst>
      <pc:sldChg chg="modSp mod">
        <pc:chgData name="Alec J Summers" userId="d9c4246f-ffa8-4c52-a253-9dc5efe19efc" providerId="ADAL" clId="{3FAE7DF6-7101-524C-90F5-9656D182D6EF}" dt="2024-10-18T14:36:09.849" v="479" actId="20577"/>
        <pc:sldMkLst>
          <pc:docMk/>
          <pc:sldMk cId="1434978729" sldId="489"/>
        </pc:sldMkLst>
      </pc:sldChg>
      <pc:sldChg chg="addSp modSp mod">
        <pc:chgData name="Alec J Summers" userId="d9c4246f-ffa8-4c52-a253-9dc5efe19efc" providerId="ADAL" clId="{3FAE7DF6-7101-524C-90F5-9656D182D6EF}" dt="2024-10-18T14:42:30.373" v="480" actId="114"/>
        <pc:sldMkLst>
          <pc:docMk/>
          <pc:sldMk cId="150708501" sldId="510"/>
        </pc:sldMkLst>
      </pc:sldChg>
      <pc:sldChg chg="new del">
        <pc:chgData name="Alec J Summers" userId="d9c4246f-ffa8-4c52-a253-9dc5efe19efc" providerId="ADAL" clId="{3FAE7DF6-7101-524C-90F5-9656D182D6EF}" dt="2024-10-18T14:20:51.874" v="224" actId="680"/>
        <pc:sldMkLst>
          <pc:docMk/>
          <pc:sldMk cId="508417184" sldId="519"/>
        </pc:sldMkLst>
      </pc:sldChg>
    </pc:docChg>
  </pc:docChgLst>
  <pc:docChgLst>
    <pc:chgData name="Steven M Christey" userId="f24da668-4c1f-41c0-850e-113e2bdf78cf" providerId="ADAL" clId="{FFE09C7E-0819-41EC-8BAB-2A7E045CA1AC}"/>
    <pc:docChg chg="undo redo custSel addSld delSld modSld sldOrd">
      <pc:chgData name="Steven M Christey" userId="f24da668-4c1f-41c0-850e-113e2bdf78cf" providerId="ADAL" clId="{FFE09C7E-0819-41EC-8BAB-2A7E045CA1AC}" dt="2025-02-28T16:41:21.787" v="3296" actId="20577"/>
      <pc:docMkLst>
        <pc:docMk/>
      </pc:docMkLst>
      <pc:sldChg chg="modSp mod">
        <pc:chgData name="Steven M Christey" userId="f24da668-4c1f-41c0-850e-113e2bdf78cf" providerId="ADAL" clId="{FFE09C7E-0819-41EC-8BAB-2A7E045CA1AC}" dt="2025-02-28T14:43:37.719" v="3" actId="20577"/>
        <pc:sldMkLst>
          <pc:docMk/>
          <pc:sldMk cId="1454278300" sldId="459"/>
        </pc:sldMkLst>
      </pc:sldChg>
      <pc:sldChg chg="modSp mod">
        <pc:chgData name="Steven M Christey" userId="f24da668-4c1f-41c0-850e-113e2bdf78cf" providerId="ADAL" clId="{FFE09C7E-0819-41EC-8BAB-2A7E045CA1AC}" dt="2025-02-28T14:47:02.124" v="4" actId="20577"/>
        <pc:sldMkLst>
          <pc:docMk/>
          <pc:sldMk cId="1259113184" sldId="475"/>
        </pc:sldMkLst>
      </pc:sldChg>
      <pc:sldChg chg="modSp add mod">
        <pc:chgData name="Steven M Christey" userId="f24da668-4c1f-41c0-850e-113e2bdf78cf" providerId="ADAL" clId="{FFE09C7E-0819-41EC-8BAB-2A7E045CA1AC}" dt="2025-02-28T16:02:08.377" v="2982"/>
        <pc:sldMkLst>
          <pc:docMk/>
          <pc:sldMk cId="4197602607" sldId="488"/>
        </pc:sldMkLst>
      </pc:sldChg>
      <pc:sldChg chg="modSp add mod">
        <pc:chgData name="Steven M Christey" userId="f24da668-4c1f-41c0-850e-113e2bdf78cf" providerId="ADAL" clId="{FFE09C7E-0819-41EC-8BAB-2A7E045CA1AC}" dt="2025-02-28T15:36:30.182" v="2117" actId="20577"/>
        <pc:sldMkLst>
          <pc:docMk/>
          <pc:sldMk cId="4195993894" sldId="492"/>
        </pc:sldMkLst>
      </pc:sldChg>
      <pc:sldChg chg="modSp add mod ord">
        <pc:chgData name="Steven M Christey" userId="f24da668-4c1f-41c0-850e-113e2bdf78cf" providerId="ADAL" clId="{FFE09C7E-0819-41EC-8BAB-2A7E045CA1AC}" dt="2025-02-28T16:00:30.884" v="2976"/>
        <pc:sldMkLst>
          <pc:docMk/>
          <pc:sldMk cId="1870174279" sldId="493"/>
        </pc:sldMkLst>
      </pc:sldChg>
      <pc:sldChg chg="modSp add mod">
        <pc:chgData name="Steven M Christey" userId="f24da668-4c1f-41c0-850e-113e2bdf78cf" providerId="ADAL" clId="{FFE09C7E-0819-41EC-8BAB-2A7E045CA1AC}" dt="2025-02-28T15:02:03.856" v="344" actId="20577"/>
        <pc:sldMkLst>
          <pc:docMk/>
          <pc:sldMk cId="250821381" sldId="494"/>
        </pc:sldMkLst>
      </pc:sldChg>
      <pc:sldChg chg="add">
        <pc:chgData name="Steven M Christey" userId="f24da668-4c1f-41c0-850e-113e2bdf78cf" providerId="ADAL" clId="{FFE09C7E-0819-41EC-8BAB-2A7E045CA1AC}" dt="2025-02-28T14:53:27.081" v="211"/>
        <pc:sldMkLst>
          <pc:docMk/>
          <pc:sldMk cId="1694784406" sldId="495"/>
        </pc:sldMkLst>
      </pc:sldChg>
      <pc:sldChg chg="modSp add mod ord">
        <pc:chgData name="Steven M Christey" userId="f24da668-4c1f-41c0-850e-113e2bdf78cf" providerId="ADAL" clId="{FFE09C7E-0819-41EC-8BAB-2A7E045CA1AC}" dt="2025-02-28T15:38:50.921" v="2135" actId="6549"/>
        <pc:sldMkLst>
          <pc:docMk/>
          <pc:sldMk cId="3398638979" sldId="496"/>
        </pc:sldMkLst>
      </pc:sldChg>
      <pc:sldChg chg="modSp add mod">
        <pc:chgData name="Steven M Christey" userId="f24da668-4c1f-41c0-850e-113e2bdf78cf" providerId="ADAL" clId="{FFE09C7E-0819-41EC-8BAB-2A7E045CA1AC}" dt="2025-02-28T15:06:30.487" v="512" actId="20577"/>
        <pc:sldMkLst>
          <pc:docMk/>
          <pc:sldMk cId="3618620616" sldId="497"/>
        </pc:sldMkLst>
      </pc:sldChg>
      <pc:sldChg chg="modSp add mod">
        <pc:chgData name="Steven M Christey" userId="f24da668-4c1f-41c0-850e-113e2bdf78cf" providerId="ADAL" clId="{FFE09C7E-0819-41EC-8BAB-2A7E045CA1AC}" dt="2025-02-28T15:58:12.692" v="2929"/>
        <pc:sldMkLst>
          <pc:docMk/>
          <pc:sldMk cId="2746674832" sldId="501"/>
        </pc:sldMkLst>
      </pc:sldChg>
      <pc:sldChg chg="modSp add mod">
        <pc:chgData name="Steven M Christey" userId="f24da668-4c1f-41c0-850e-113e2bdf78cf" providerId="ADAL" clId="{FFE09C7E-0819-41EC-8BAB-2A7E045CA1AC}" dt="2025-02-28T16:41:21.787" v="3296" actId="20577"/>
        <pc:sldMkLst>
          <pc:docMk/>
          <pc:sldMk cId="1027931571" sldId="502"/>
        </pc:sldMkLst>
      </pc:sldChg>
      <pc:sldChg chg="modSp add mod">
        <pc:chgData name="Steven M Christey" userId="f24da668-4c1f-41c0-850e-113e2bdf78cf" providerId="ADAL" clId="{FFE09C7E-0819-41EC-8BAB-2A7E045CA1AC}" dt="2025-02-28T15:01:01.653" v="339" actId="20577"/>
        <pc:sldMkLst>
          <pc:docMk/>
          <pc:sldMk cId="3197665598" sldId="503"/>
        </pc:sldMkLst>
      </pc:sldChg>
      <pc:sldChg chg="add">
        <pc:chgData name="Steven M Christey" userId="f24da668-4c1f-41c0-850e-113e2bdf78cf" providerId="ADAL" clId="{FFE09C7E-0819-41EC-8BAB-2A7E045CA1AC}" dt="2025-02-28T14:53:27.081" v="211"/>
        <pc:sldMkLst>
          <pc:docMk/>
          <pc:sldMk cId="610597220" sldId="504"/>
        </pc:sldMkLst>
      </pc:sldChg>
      <pc:sldChg chg="modSp add mod">
        <pc:chgData name="Steven M Christey" userId="f24da668-4c1f-41c0-850e-113e2bdf78cf" providerId="ADAL" clId="{FFE09C7E-0819-41EC-8BAB-2A7E045CA1AC}" dt="2025-02-28T15:37:57.621" v="2124" actId="20577"/>
        <pc:sldMkLst>
          <pc:docMk/>
          <pc:sldMk cId="875236698" sldId="505"/>
        </pc:sldMkLst>
      </pc:sldChg>
      <pc:sldChg chg="add del">
        <pc:chgData name="Steven M Christey" userId="f24da668-4c1f-41c0-850e-113e2bdf78cf" providerId="ADAL" clId="{FFE09C7E-0819-41EC-8BAB-2A7E045CA1AC}" dt="2025-02-28T15:35:32.814" v="2094" actId="47"/>
        <pc:sldMkLst>
          <pc:docMk/>
          <pc:sldMk cId="3368767752" sldId="509"/>
        </pc:sldMkLst>
      </pc:sldChg>
      <pc:sldChg chg="modSp mod">
        <pc:chgData name="Steven M Christey" userId="f24da668-4c1f-41c0-850e-113e2bdf78cf" providerId="ADAL" clId="{FFE09C7E-0819-41EC-8BAB-2A7E045CA1AC}" dt="2025-02-28T15:28:09.812" v="1689" actId="20577"/>
        <pc:sldMkLst>
          <pc:docMk/>
          <pc:sldMk cId="915149386" sldId="514"/>
        </pc:sldMkLst>
      </pc:sldChg>
      <pc:sldChg chg="del">
        <pc:chgData name="Steven M Christey" userId="f24da668-4c1f-41c0-850e-113e2bdf78cf" providerId="ADAL" clId="{FFE09C7E-0819-41EC-8BAB-2A7E045CA1AC}" dt="2025-02-28T14:49:32.226" v="113" actId="47"/>
        <pc:sldMkLst>
          <pc:docMk/>
          <pc:sldMk cId="3977709734" sldId="538"/>
        </pc:sldMkLst>
      </pc:sldChg>
      <pc:sldChg chg="modSp mod ord">
        <pc:chgData name="Steven M Christey" userId="f24da668-4c1f-41c0-850e-113e2bdf78cf" providerId="ADAL" clId="{FFE09C7E-0819-41EC-8BAB-2A7E045CA1AC}" dt="2025-02-28T15:32:29.771" v="2002"/>
        <pc:sldMkLst>
          <pc:docMk/>
          <pc:sldMk cId="2266223281" sldId="539"/>
        </pc:sldMkLst>
      </pc:sldChg>
      <pc:sldChg chg="del">
        <pc:chgData name="Steven M Christey" userId="f24da668-4c1f-41c0-850e-113e2bdf78cf" providerId="ADAL" clId="{FFE09C7E-0819-41EC-8BAB-2A7E045CA1AC}" dt="2025-02-28T14:59:48.888" v="299" actId="47"/>
        <pc:sldMkLst>
          <pc:docMk/>
          <pc:sldMk cId="717686086" sldId="540"/>
        </pc:sldMkLst>
      </pc:sldChg>
      <pc:sldChg chg="modSp mod">
        <pc:chgData name="Steven M Christey" userId="f24da668-4c1f-41c0-850e-113e2bdf78cf" providerId="ADAL" clId="{FFE09C7E-0819-41EC-8BAB-2A7E045CA1AC}" dt="2025-02-28T15:27:45.142" v="1611" actId="6549"/>
        <pc:sldMkLst>
          <pc:docMk/>
          <pc:sldMk cId="2730253842" sldId="542"/>
        </pc:sldMkLst>
      </pc:sldChg>
      <pc:sldChg chg="modSp mod">
        <pc:chgData name="Steven M Christey" userId="f24da668-4c1f-41c0-850e-113e2bdf78cf" providerId="ADAL" clId="{FFE09C7E-0819-41EC-8BAB-2A7E045CA1AC}" dt="2025-02-28T14:49:51.439" v="117"/>
        <pc:sldMkLst>
          <pc:docMk/>
          <pc:sldMk cId="1565146543" sldId="548"/>
        </pc:sldMkLst>
      </pc:sldChg>
      <pc:sldChg chg="del">
        <pc:chgData name="Steven M Christey" userId="f24da668-4c1f-41c0-850e-113e2bdf78cf" providerId="ADAL" clId="{FFE09C7E-0819-41EC-8BAB-2A7E045CA1AC}" dt="2025-02-28T14:59:48.888" v="299" actId="47"/>
        <pc:sldMkLst>
          <pc:docMk/>
          <pc:sldMk cId="2999669056" sldId="549"/>
        </pc:sldMkLst>
      </pc:sldChg>
      <pc:sldChg chg="del">
        <pc:chgData name="Steven M Christey" userId="f24da668-4c1f-41c0-850e-113e2bdf78cf" providerId="ADAL" clId="{FFE09C7E-0819-41EC-8BAB-2A7E045CA1AC}" dt="2025-02-28T14:59:48.888" v="299" actId="47"/>
        <pc:sldMkLst>
          <pc:docMk/>
          <pc:sldMk cId="338058371" sldId="550"/>
        </pc:sldMkLst>
      </pc:sldChg>
      <pc:sldChg chg="modSp mod">
        <pc:chgData name="Steven M Christey" userId="f24da668-4c1f-41c0-850e-113e2bdf78cf" providerId="ADAL" clId="{FFE09C7E-0819-41EC-8BAB-2A7E045CA1AC}" dt="2025-02-28T16:29:33.063" v="3272" actId="13926"/>
        <pc:sldMkLst>
          <pc:docMk/>
          <pc:sldMk cId="3459002713" sldId="552"/>
        </pc:sldMkLst>
      </pc:sldChg>
      <pc:sldChg chg="del">
        <pc:chgData name="Steven M Christey" userId="f24da668-4c1f-41c0-850e-113e2bdf78cf" providerId="ADAL" clId="{FFE09C7E-0819-41EC-8BAB-2A7E045CA1AC}" dt="2025-02-28T15:32:32.137" v="2003" actId="47"/>
        <pc:sldMkLst>
          <pc:docMk/>
          <pc:sldMk cId="2226148948" sldId="553"/>
        </pc:sldMkLst>
      </pc:sldChg>
      <pc:sldChg chg="del">
        <pc:chgData name="Steven M Christey" userId="f24da668-4c1f-41c0-850e-113e2bdf78cf" providerId="ADAL" clId="{FFE09C7E-0819-41EC-8BAB-2A7E045CA1AC}" dt="2025-02-28T14:49:35.558" v="114" actId="47"/>
        <pc:sldMkLst>
          <pc:docMk/>
          <pc:sldMk cId="1463485990" sldId="554"/>
        </pc:sldMkLst>
      </pc:sldChg>
      <pc:sldChg chg="modSp new mod">
        <pc:chgData name="Steven M Christey" userId="f24da668-4c1f-41c0-850e-113e2bdf78cf" providerId="ADAL" clId="{FFE09C7E-0819-41EC-8BAB-2A7E045CA1AC}" dt="2025-02-28T15:06:46.021" v="529" actId="20577"/>
        <pc:sldMkLst>
          <pc:docMk/>
          <pc:sldMk cId="1572817717" sldId="554"/>
        </pc:sldMkLst>
      </pc:sldChg>
      <pc:sldChg chg="modSp add del mod">
        <pc:chgData name="Steven M Christey" userId="f24da668-4c1f-41c0-850e-113e2bdf78cf" providerId="ADAL" clId="{FFE09C7E-0819-41EC-8BAB-2A7E045CA1AC}" dt="2025-02-28T15:40:15.235" v="2137" actId="47"/>
        <pc:sldMkLst>
          <pc:docMk/>
          <pc:sldMk cId="3499430669" sldId="555"/>
        </pc:sldMkLst>
      </pc:sldChg>
      <pc:sldChg chg="add del">
        <pc:chgData name="Steven M Christey" userId="f24da668-4c1f-41c0-850e-113e2bdf78cf" providerId="ADAL" clId="{FFE09C7E-0819-41EC-8BAB-2A7E045CA1AC}" dt="2025-02-28T15:40:22.678" v="2141" actId="47"/>
        <pc:sldMkLst>
          <pc:docMk/>
          <pc:sldMk cId="2583375495" sldId="556"/>
        </pc:sldMkLst>
      </pc:sldChg>
      <pc:sldChg chg="add del">
        <pc:chgData name="Steven M Christey" userId="f24da668-4c1f-41c0-850e-113e2bdf78cf" providerId="ADAL" clId="{FFE09C7E-0819-41EC-8BAB-2A7E045CA1AC}" dt="2025-02-28T15:40:21.206" v="2140" actId="47"/>
        <pc:sldMkLst>
          <pc:docMk/>
          <pc:sldMk cId="2320080048" sldId="557"/>
        </pc:sldMkLst>
      </pc:sldChg>
      <pc:sldChg chg="add del">
        <pc:chgData name="Steven M Christey" userId="f24da668-4c1f-41c0-850e-113e2bdf78cf" providerId="ADAL" clId="{FFE09C7E-0819-41EC-8BAB-2A7E045CA1AC}" dt="2025-02-28T15:40:16.231" v="2138" actId="47"/>
        <pc:sldMkLst>
          <pc:docMk/>
          <pc:sldMk cId="4280945500" sldId="558"/>
        </pc:sldMkLst>
      </pc:sldChg>
      <pc:sldChg chg="add del">
        <pc:chgData name="Steven M Christey" userId="f24da668-4c1f-41c0-850e-113e2bdf78cf" providerId="ADAL" clId="{FFE09C7E-0819-41EC-8BAB-2A7E045CA1AC}" dt="2025-02-28T15:40:17.381" v="2139" actId="47"/>
        <pc:sldMkLst>
          <pc:docMk/>
          <pc:sldMk cId="615904167" sldId="559"/>
        </pc:sldMkLst>
      </pc:sldChg>
      <pc:sldChg chg="addSp modSp new mod">
        <pc:chgData name="Steven M Christey" userId="f24da668-4c1f-41c0-850e-113e2bdf78cf" providerId="ADAL" clId="{FFE09C7E-0819-41EC-8BAB-2A7E045CA1AC}" dt="2025-02-28T16:22:36.591" v="3249" actId="20577"/>
        <pc:sldMkLst>
          <pc:docMk/>
          <pc:sldMk cId="3362485947" sldId="560"/>
        </pc:sldMkLst>
      </pc:sldChg>
      <pc:sldChg chg="add">
        <pc:chgData name="Steven M Christey" userId="f24da668-4c1f-41c0-850e-113e2bdf78cf" providerId="ADAL" clId="{FFE09C7E-0819-41EC-8BAB-2A7E045CA1AC}" dt="2025-02-28T15:40:09.086" v="2136"/>
        <pc:sldMkLst>
          <pc:docMk/>
          <pc:sldMk cId="2446414213" sldId="561"/>
        </pc:sldMkLst>
      </pc:sldChg>
      <pc:sldChg chg="add">
        <pc:chgData name="Steven M Christey" userId="f24da668-4c1f-41c0-850e-113e2bdf78cf" providerId="ADAL" clId="{FFE09C7E-0819-41EC-8BAB-2A7E045CA1AC}" dt="2025-02-28T15:40:09.086" v="2136"/>
        <pc:sldMkLst>
          <pc:docMk/>
          <pc:sldMk cId="1056442692" sldId="562"/>
        </pc:sldMkLst>
      </pc:sldChg>
      <pc:sldChg chg="add">
        <pc:chgData name="Steven M Christey" userId="f24da668-4c1f-41c0-850e-113e2bdf78cf" providerId="ADAL" clId="{FFE09C7E-0819-41EC-8BAB-2A7E045CA1AC}" dt="2025-02-28T15:40:09.086" v="2136"/>
        <pc:sldMkLst>
          <pc:docMk/>
          <pc:sldMk cId="2872397764" sldId="563"/>
        </pc:sldMkLst>
      </pc:sldChg>
      <pc:sldChg chg="add">
        <pc:chgData name="Steven M Christey" userId="f24da668-4c1f-41c0-850e-113e2bdf78cf" providerId="ADAL" clId="{FFE09C7E-0819-41EC-8BAB-2A7E045CA1AC}" dt="2025-02-28T15:40:09.086" v="2136"/>
        <pc:sldMkLst>
          <pc:docMk/>
          <pc:sldMk cId="403736977" sldId="564"/>
        </pc:sldMkLst>
      </pc:sldChg>
      <pc:sldChg chg="add">
        <pc:chgData name="Steven M Christey" userId="f24da668-4c1f-41c0-850e-113e2bdf78cf" providerId="ADAL" clId="{FFE09C7E-0819-41EC-8BAB-2A7E045CA1AC}" dt="2025-02-28T15:40:09.086" v="2136"/>
        <pc:sldMkLst>
          <pc:docMk/>
          <pc:sldMk cId="1212413184" sldId="565"/>
        </pc:sldMkLst>
      </pc:sldChg>
      <pc:sldChg chg="add">
        <pc:chgData name="Steven M Christey" userId="f24da668-4c1f-41c0-850e-113e2bdf78cf" providerId="ADAL" clId="{FFE09C7E-0819-41EC-8BAB-2A7E045CA1AC}" dt="2025-02-28T15:40:09.086" v="2136"/>
        <pc:sldMkLst>
          <pc:docMk/>
          <pc:sldMk cId="640410600" sldId="566"/>
        </pc:sldMkLst>
      </pc:sldChg>
      <pc:sldChg chg="add">
        <pc:chgData name="Steven M Christey" userId="f24da668-4c1f-41c0-850e-113e2bdf78cf" providerId="ADAL" clId="{FFE09C7E-0819-41EC-8BAB-2A7E045CA1AC}" dt="2025-02-28T15:40:09.086" v="2136"/>
        <pc:sldMkLst>
          <pc:docMk/>
          <pc:sldMk cId="731872781" sldId="567"/>
        </pc:sldMkLst>
      </pc:sldChg>
      <pc:sldChg chg="add">
        <pc:chgData name="Steven M Christey" userId="f24da668-4c1f-41c0-850e-113e2bdf78cf" providerId="ADAL" clId="{FFE09C7E-0819-41EC-8BAB-2A7E045CA1AC}" dt="2025-02-28T15:40:09.086" v="2136"/>
        <pc:sldMkLst>
          <pc:docMk/>
          <pc:sldMk cId="2154491045" sldId="568"/>
        </pc:sldMkLst>
      </pc:sldChg>
      <pc:sldChg chg="add">
        <pc:chgData name="Steven M Christey" userId="f24da668-4c1f-41c0-850e-113e2bdf78cf" providerId="ADAL" clId="{FFE09C7E-0819-41EC-8BAB-2A7E045CA1AC}" dt="2025-02-28T15:40:09.086" v="2136"/>
        <pc:sldMkLst>
          <pc:docMk/>
          <pc:sldMk cId="1868270936" sldId="569"/>
        </pc:sldMkLst>
      </pc:sldChg>
      <pc:sldChg chg="add">
        <pc:chgData name="Steven M Christey" userId="f24da668-4c1f-41c0-850e-113e2bdf78cf" providerId="ADAL" clId="{FFE09C7E-0819-41EC-8BAB-2A7E045CA1AC}" dt="2025-02-28T15:40:09.086" v="2136"/>
        <pc:sldMkLst>
          <pc:docMk/>
          <pc:sldMk cId="816209324" sldId="570"/>
        </pc:sldMkLst>
      </pc:sldChg>
      <pc:sldChg chg="add">
        <pc:chgData name="Steven M Christey" userId="f24da668-4c1f-41c0-850e-113e2bdf78cf" providerId="ADAL" clId="{FFE09C7E-0819-41EC-8BAB-2A7E045CA1AC}" dt="2025-02-28T15:40:09.086" v="2136"/>
        <pc:sldMkLst>
          <pc:docMk/>
          <pc:sldMk cId="408899209" sldId="571"/>
        </pc:sldMkLst>
      </pc:sldChg>
      <pc:sldChg chg="add">
        <pc:chgData name="Steven M Christey" userId="f24da668-4c1f-41c0-850e-113e2bdf78cf" providerId="ADAL" clId="{FFE09C7E-0819-41EC-8BAB-2A7E045CA1AC}" dt="2025-02-28T15:40:09.086" v="2136"/>
        <pc:sldMkLst>
          <pc:docMk/>
          <pc:sldMk cId="1479943316" sldId="572"/>
        </pc:sldMkLst>
      </pc:sldChg>
      <pc:sldChg chg="add">
        <pc:chgData name="Steven M Christey" userId="f24da668-4c1f-41c0-850e-113e2bdf78cf" providerId="ADAL" clId="{FFE09C7E-0819-41EC-8BAB-2A7E045CA1AC}" dt="2025-02-28T15:40:09.086" v="2136"/>
        <pc:sldMkLst>
          <pc:docMk/>
          <pc:sldMk cId="3830290522" sldId="573"/>
        </pc:sldMkLst>
      </pc:sldChg>
      <pc:sldChg chg="add">
        <pc:chgData name="Steven M Christey" userId="f24da668-4c1f-41c0-850e-113e2bdf78cf" providerId="ADAL" clId="{FFE09C7E-0819-41EC-8BAB-2A7E045CA1AC}" dt="2025-02-28T15:40:09.086" v="2136"/>
        <pc:sldMkLst>
          <pc:docMk/>
          <pc:sldMk cId="448436053" sldId="574"/>
        </pc:sldMkLst>
      </pc:sldChg>
      <pc:sldChg chg="modSp add mod">
        <pc:chgData name="Steven M Christey" userId="f24da668-4c1f-41c0-850e-113e2bdf78cf" providerId="ADAL" clId="{FFE09C7E-0819-41EC-8BAB-2A7E045CA1AC}" dt="2025-02-28T15:55:24.180" v="2900" actId="20577"/>
        <pc:sldMkLst>
          <pc:docMk/>
          <pc:sldMk cId="1300447669" sldId="575"/>
        </pc:sldMkLst>
      </pc:sldChg>
      <pc:sldChg chg="modSp add mod">
        <pc:chgData name="Steven M Christey" userId="f24da668-4c1f-41c0-850e-113e2bdf78cf" providerId="ADAL" clId="{FFE09C7E-0819-41EC-8BAB-2A7E045CA1AC}" dt="2025-02-28T15:58:59.674" v="2958" actId="20577"/>
        <pc:sldMkLst>
          <pc:docMk/>
          <pc:sldMk cId="3655762862" sldId="576"/>
        </pc:sldMkLst>
      </pc:sldChg>
    </pc:docChg>
  </pc:docChgLst>
  <pc:docChgLst>
    <pc:chgData name="Steven M Christey" userId="f24da668-4c1f-41c0-850e-113e2bdf78cf" providerId="ADAL" clId="{A43A276B-9F4E-465D-99C8-DD66489E7D77}"/>
    <pc:docChg chg="undo custSel addSld delSld modSld sldOrd">
      <pc:chgData name="Steven M Christey" userId="f24da668-4c1f-41c0-850e-113e2bdf78cf" providerId="ADAL" clId="{A43A276B-9F4E-465D-99C8-DD66489E7D77}" dt="2025-02-14T16:12:17.449" v="1834" actId="20577"/>
      <pc:docMkLst>
        <pc:docMk/>
      </pc:docMkLst>
      <pc:sldChg chg="modSp mod">
        <pc:chgData name="Steven M Christey" userId="f24da668-4c1f-41c0-850e-113e2bdf78cf" providerId="ADAL" clId="{A43A276B-9F4E-465D-99C8-DD66489E7D77}" dt="2025-02-14T15:42:06.315" v="736" actId="207"/>
        <pc:sldMkLst>
          <pc:docMk/>
          <pc:sldMk cId="1259113184" sldId="475"/>
        </pc:sldMkLst>
      </pc:sldChg>
      <pc:sldChg chg="modSp mod">
        <pc:chgData name="Steven M Christey" userId="f24da668-4c1f-41c0-850e-113e2bdf78cf" providerId="ADAL" clId="{A43A276B-9F4E-465D-99C8-DD66489E7D77}" dt="2025-02-14T15:12:16.138" v="280" actId="20577"/>
        <pc:sldMkLst>
          <pc:docMk/>
          <pc:sldMk cId="150708501" sldId="533"/>
        </pc:sldMkLst>
      </pc:sldChg>
      <pc:sldChg chg="ord">
        <pc:chgData name="Steven M Christey" userId="f24da668-4c1f-41c0-850e-113e2bdf78cf" providerId="ADAL" clId="{A43A276B-9F4E-465D-99C8-DD66489E7D77}" dt="2025-02-14T15:08:17.174" v="23"/>
        <pc:sldMkLst>
          <pc:docMk/>
          <pc:sldMk cId="674283638" sldId="534"/>
        </pc:sldMkLst>
      </pc:sldChg>
      <pc:sldChg chg="del">
        <pc:chgData name="Steven M Christey" userId="f24da668-4c1f-41c0-850e-113e2bdf78cf" providerId="ADAL" clId="{A43A276B-9F4E-465D-99C8-DD66489E7D77}" dt="2025-02-14T15:15:17.797" v="331" actId="47"/>
        <pc:sldMkLst>
          <pc:docMk/>
          <pc:sldMk cId="2559893375" sldId="535"/>
        </pc:sldMkLst>
      </pc:sldChg>
      <pc:sldChg chg="del">
        <pc:chgData name="Steven M Christey" userId="f24da668-4c1f-41c0-850e-113e2bdf78cf" providerId="ADAL" clId="{A43A276B-9F4E-465D-99C8-DD66489E7D77}" dt="2025-02-14T15:11:54.489" v="274" actId="47"/>
        <pc:sldMkLst>
          <pc:docMk/>
          <pc:sldMk cId="888421850" sldId="537"/>
        </pc:sldMkLst>
      </pc:sldChg>
      <pc:sldChg chg="modSp mod">
        <pc:chgData name="Steven M Christey" userId="f24da668-4c1f-41c0-850e-113e2bdf78cf" providerId="ADAL" clId="{A43A276B-9F4E-465D-99C8-DD66489E7D77}" dt="2025-02-14T15:42:54.933" v="767" actId="20577"/>
        <pc:sldMkLst>
          <pc:docMk/>
          <pc:sldMk cId="2266223281" sldId="539"/>
        </pc:sldMkLst>
      </pc:sldChg>
      <pc:sldChg chg="modSp mod ord">
        <pc:chgData name="Steven M Christey" userId="f24da668-4c1f-41c0-850e-113e2bdf78cf" providerId="ADAL" clId="{A43A276B-9F4E-465D-99C8-DD66489E7D77}" dt="2025-02-14T15:23:03.689" v="588" actId="15"/>
        <pc:sldMkLst>
          <pc:docMk/>
          <pc:sldMk cId="717686086" sldId="540"/>
        </pc:sldMkLst>
      </pc:sldChg>
      <pc:sldChg chg="modSp mod">
        <pc:chgData name="Steven M Christey" userId="f24da668-4c1f-41c0-850e-113e2bdf78cf" providerId="ADAL" clId="{A43A276B-9F4E-465D-99C8-DD66489E7D77}" dt="2025-02-14T15:12:35.714" v="289" actId="20577"/>
        <pc:sldMkLst>
          <pc:docMk/>
          <pc:sldMk cId="1502259985" sldId="541"/>
        </pc:sldMkLst>
      </pc:sldChg>
      <pc:sldChg chg="modSp mod ord">
        <pc:chgData name="Steven M Christey" userId="f24da668-4c1f-41c0-850e-113e2bdf78cf" providerId="ADAL" clId="{A43A276B-9F4E-465D-99C8-DD66489E7D77}" dt="2025-02-14T15:44:47.195" v="872" actId="20577"/>
        <pc:sldMkLst>
          <pc:docMk/>
          <pc:sldMk cId="2730253842" sldId="542"/>
        </pc:sldMkLst>
      </pc:sldChg>
      <pc:sldChg chg="modSp mod">
        <pc:chgData name="Steven M Christey" userId="f24da668-4c1f-41c0-850e-113e2bdf78cf" providerId="ADAL" clId="{A43A276B-9F4E-465D-99C8-DD66489E7D77}" dt="2025-02-14T15:15:44.321" v="340" actId="20577"/>
        <pc:sldMkLst>
          <pc:docMk/>
          <pc:sldMk cId="373026186" sldId="543"/>
        </pc:sldMkLst>
      </pc:sldChg>
      <pc:sldChg chg="del">
        <pc:chgData name="Steven M Christey" userId="f24da668-4c1f-41c0-850e-113e2bdf78cf" providerId="ADAL" clId="{A43A276B-9F4E-465D-99C8-DD66489E7D77}" dt="2025-02-14T15:17:41.325" v="421" actId="47"/>
        <pc:sldMkLst>
          <pc:docMk/>
          <pc:sldMk cId="1696381557" sldId="544"/>
        </pc:sldMkLst>
      </pc:sldChg>
      <pc:sldChg chg="modSp new mod">
        <pc:chgData name="Steven M Christey" userId="f24da668-4c1f-41c0-850e-113e2bdf78cf" providerId="ADAL" clId="{A43A276B-9F4E-465D-99C8-DD66489E7D77}" dt="2025-02-14T15:08:28.085" v="43" actId="20577"/>
        <pc:sldMkLst>
          <pc:docMk/>
          <pc:sldMk cId="3700112731" sldId="545"/>
        </pc:sldMkLst>
      </pc:sldChg>
      <pc:sldChg chg="new del">
        <pc:chgData name="Steven M Christey" userId="f24da668-4c1f-41c0-850e-113e2bdf78cf" providerId="ADAL" clId="{A43A276B-9F4E-465D-99C8-DD66489E7D77}" dt="2025-02-14T15:14:29.784" v="315" actId="47"/>
        <pc:sldMkLst>
          <pc:docMk/>
          <pc:sldMk cId="515149255" sldId="546"/>
        </pc:sldMkLst>
      </pc:sldChg>
      <pc:sldChg chg="modSp new mod">
        <pc:chgData name="Steven M Christey" userId="f24da668-4c1f-41c0-850e-113e2bdf78cf" providerId="ADAL" clId="{A43A276B-9F4E-465D-99C8-DD66489E7D77}" dt="2025-02-14T15:14:20.304" v="312" actId="20577"/>
        <pc:sldMkLst>
          <pc:docMk/>
          <pc:sldMk cId="853201468" sldId="547"/>
        </pc:sldMkLst>
      </pc:sldChg>
      <pc:sldChg chg="modSp new mod">
        <pc:chgData name="Steven M Christey" userId="f24da668-4c1f-41c0-850e-113e2bdf78cf" providerId="ADAL" clId="{A43A276B-9F4E-465D-99C8-DD66489E7D77}" dt="2025-02-14T15:16:31.376" v="416" actId="20577"/>
        <pc:sldMkLst>
          <pc:docMk/>
          <pc:sldMk cId="1565146543" sldId="548"/>
        </pc:sldMkLst>
      </pc:sldChg>
      <pc:sldChg chg="modSp add mod">
        <pc:chgData name="Steven M Christey" userId="f24da668-4c1f-41c0-850e-113e2bdf78cf" providerId="ADAL" clId="{A43A276B-9F4E-465D-99C8-DD66489E7D77}" dt="2025-02-14T15:16:15.121" v="378" actId="20577"/>
        <pc:sldMkLst>
          <pc:docMk/>
          <pc:sldMk cId="2999669056" sldId="549"/>
        </pc:sldMkLst>
      </pc:sldChg>
      <pc:sldChg chg="modSp new mod">
        <pc:chgData name="Steven M Christey" userId="f24da668-4c1f-41c0-850e-113e2bdf78cf" providerId="ADAL" clId="{A43A276B-9F4E-465D-99C8-DD66489E7D77}" dt="2025-02-14T15:23:30.404" v="600" actId="20577"/>
        <pc:sldMkLst>
          <pc:docMk/>
          <pc:sldMk cId="338058371" sldId="550"/>
        </pc:sldMkLst>
      </pc:sldChg>
      <pc:sldChg chg="modSp new mod">
        <pc:chgData name="Steven M Christey" userId="f24da668-4c1f-41c0-850e-113e2bdf78cf" providerId="ADAL" clId="{A43A276B-9F4E-465D-99C8-DD66489E7D77}" dt="2025-02-14T15:44:36.672" v="871" actId="6549"/>
        <pc:sldMkLst>
          <pc:docMk/>
          <pc:sldMk cId="2070058361" sldId="551"/>
        </pc:sldMkLst>
      </pc:sldChg>
      <pc:sldChg chg="addSp modSp new mod ord">
        <pc:chgData name="Steven M Christey" userId="f24da668-4c1f-41c0-850e-113e2bdf78cf" providerId="ADAL" clId="{A43A276B-9F4E-465D-99C8-DD66489E7D77}" dt="2025-02-14T15:52:54.632" v="1796" actId="20577"/>
        <pc:sldMkLst>
          <pc:docMk/>
          <pc:sldMk cId="3459002713" sldId="552"/>
        </pc:sldMkLst>
      </pc:sldChg>
      <pc:sldChg chg="modSp new mod">
        <pc:chgData name="Steven M Christey" userId="f24da668-4c1f-41c0-850e-113e2bdf78cf" providerId="ADAL" clId="{A43A276B-9F4E-465D-99C8-DD66489E7D77}" dt="2025-02-14T15:47:44.513" v="1383" actId="20577"/>
        <pc:sldMkLst>
          <pc:docMk/>
          <pc:sldMk cId="2226148948" sldId="553"/>
        </pc:sldMkLst>
      </pc:sldChg>
      <pc:sldChg chg="modSp new mod">
        <pc:chgData name="Steven M Christey" userId="f24da668-4c1f-41c0-850e-113e2bdf78cf" providerId="ADAL" clId="{A43A276B-9F4E-465D-99C8-DD66489E7D77}" dt="2025-02-14T16:12:17.449" v="1834" actId="20577"/>
        <pc:sldMkLst>
          <pc:docMk/>
          <pc:sldMk cId="1463485990" sldId="554"/>
        </pc:sldMkLst>
      </pc:sldChg>
    </pc:docChg>
  </pc:docChgLst>
  <pc:docChgLst>
    <pc:chgData name="Connor Mullaly" userId="731a1e22-c293-4cbb-8aca-216affcf4059" providerId="ADAL" clId="{38BAB698-7998-44D3-960A-A7863BA588AF}"/>
    <pc:docChg chg="undo custSel addSld delSld modSld sldOrd">
      <pc:chgData name="Connor Mullaly" userId="731a1e22-c293-4cbb-8aca-216affcf4059" providerId="ADAL" clId="{38BAB698-7998-44D3-960A-A7863BA588AF}" dt="2024-09-20T15:25:54.730" v="483" actId="20577"/>
      <pc:docMkLst>
        <pc:docMk/>
      </pc:docMkLst>
      <pc:sldChg chg="modSp mod">
        <pc:chgData name="Connor Mullaly" userId="731a1e22-c293-4cbb-8aca-216affcf4059" providerId="ADAL" clId="{38BAB698-7998-44D3-960A-A7863BA588AF}" dt="2024-09-20T14:28:53.021" v="3" actId="20577"/>
        <pc:sldMkLst>
          <pc:docMk/>
          <pc:sldMk cId="1454278300" sldId="459"/>
        </pc:sldMkLst>
      </pc:sldChg>
      <pc:sldChg chg="modSp mod">
        <pc:chgData name="Connor Mullaly" userId="731a1e22-c293-4cbb-8aca-216affcf4059" providerId="ADAL" clId="{38BAB698-7998-44D3-960A-A7863BA588AF}" dt="2024-09-20T14:50:31.280" v="444" actId="20577"/>
        <pc:sldMkLst>
          <pc:docMk/>
          <pc:sldMk cId="1259113184" sldId="475"/>
        </pc:sldMkLst>
      </pc:sldChg>
      <pc:sldChg chg="modSp mod">
        <pc:chgData name="Connor Mullaly" userId="731a1e22-c293-4cbb-8aca-216affcf4059" providerId="ADAL" clId="{38BAB698-7998-44D3-960A-A7863BA588AF}" dt="2024-09-20T14:49:50.182" v="381" actId="207"/>
        <pc:sldMkLst>
          <pc:docMk/>
          <pc:sldMk cId="264977004" sldId="484"/>
        </pc:sldMkLst>
      </pc:sldChg>
      <pc:sldChg chg="modSp mod modCm">
        <pc:chgData name="Connor Mullaly" userId="731a1e22-c293-4cbb-8aca-216affcf4059" providerId="ADAL" clId="{38BAB698-7998-44D3-960A-A7863BA588AF}" dt="2024-09-20T15:20:54.359" v="481" actId="20577"/>
        <pc:sldMkLst>
          <pc:docMk/>
          <pc:sldMk cId="4197602607" sldId="488"/>
        </pc:sldMkLst>
        <pc:extLst>
          <p:ext xmlns:p="http://schemas.openxmlformats.org/presentationml/2006/main" uri="{D6D511B9-2390-475A-947B-AFAB55BFBCF1}">
            <pc226:cmChg xmlns:pc226="http://schemas.microsoft.com/office/powerpoint/2022/06/main/command" chg="mod">
              <pc226:chgData name="Connor Mullaly" userId="731a1e22-c293-4cbb-8aca-216affcf4059" providerId="ADAL" clId="{38BAB698-7998-44D3-960A-A7863BA588AF}" dt="2024-09-20T15:20:54.359" v="481" actId="20577"/>
              <pc2:cmMkLst xmlns:pc2="http://schemas.microsoft.com/office/powerpoint/2019/9/main/command">
                <pc:docMk/>
                <pc:sldMk cId="4197602607" sldId="488"/>
                <pc2:cmMk id="{7635F241-75AB-F64C-9F2A-2E987A44DF3F}"/>
              </pc2:cmMkLst>
            </pc226:cmChg>
          </p:ext>
        </pc:extLst>
      </pc:sldChg>
      <pc:sldChg chg="modSp mod">
        <pc:chgData name="Connor Mullaly" userId="731a1e22-c293-4cbb-8aca-216affcf4059" providerId="ADAL" clId="{38BAB698-7998-44D3-960A-A7863BA588AF}" dt="2024-09-20T14:40:19.444" v="245" actId="20577"/>
        <pc:sldMkLst>
          <pc:docMk/>
          <pc:sldMk cId="3218877620" sldId="489"/>
        </pc:sldMkLst>
      </pc:sldChg>
      <pc:sldChg chg="del">
        <pc:chgData name="Connor Mullaly" userId="731a1e22-c293-4cbb-8aca-216affcf4059" providerId="ADAL" clId="{38BAB698-7998-44D3-960A-A7863BA588AF}" dt="2024-09-20T14:39:31.186" v="240" actId="47"/>
        <pc:sldMkLst>
          <pc:docMk/>
          <pc:sldMk cId="4195993894" sldId="492"/>
        </pc:sldMkLst>
      </pc:sldChg>
      <pc:sldChg chg="modSp mod">
        <pc:chgData name="Connor Mullaly" userId="731a1e22-c293-4cbb-8aca-216affcf4059" providerId="ADAL" clId="{38BAB698-7998-44D3-960A-A7863BA588AF}" dt="2024-09-20T14:47:22.334" v="354" actId="20577"/>
        <pc:sldMkLst>
          <pc:docMk/>
          <pc:sldMk cId="1870174279" sldId="493"/>
        </pc:sldMkLst>
      </pc:sldChg>
      <pc:sldChg chg="modSp mod">
        <pc:chgData name="Connor Mullaly" userId="731a1e22-c293-4cbb-8aca-216affcf4059" providerId="ADAL" clId="{38BAB698-7998-44D3-960A-A7863BA588AF}" dt="2024-09-20T14:45:15.769" v="333" actId="207"/>
        <pc:sldMkLst>
          <pc:docMk/>
          <pc:sldMk cId="250821381" sldId="494"/>
        </pc:sldMkLst>
      </pc:sldChg>
      <pc:sldChg chg="del">
        <pc:chgData name="Connor Mullaly" userId="731a1e22-c293-4cbb-8aca-216affcf4059" providerId="ADAL" clId="{38BAB698-7998-44D3-960A-A7863BA588AF}" dt="2024-09-20T14:39:57.899" v="241" actId="47"/>
        <pc:sldMkLst>
          <pc:docMk/>
          <pc:sldMk cId="3398638979" sldId="496"/>
        </pc:sldMkLst>
      </pc:sldChg>
      <pc:sldChg chg="del">
        <pc:chgData name="Connor Mullaly" userId="731a1e22-c293-4cbb-8aca-216affcf4059" providerId="ADAL" clId="{38BAB698-7998-44D3-960A-A7863BA588AF}" dt="2024-09-20T14:40:00.191" v="242" actId="47"/>
        <pc:sldMkLst>
          <pc:docMk/>
          <pc:sldMk cId="3618620616" sldId="497"/>
        </pc:sldMkLst>
      </pc:sldChg>
      <pc:sldChg chg="modSp mod">
        <pc:chgData name="Connor Mullaly" userId="731a1e22-c293-4cbb-8aca-216affcf4059" providerId="ADAL" clId="{38BAB698-7998-44D3-960A-A7863BA588AF}" dt="2024-09-20T14:45:38.619" v="335" actId="20577"/>
        <pc:sldMkLst>
          <pc:docMk/>
          <pc:sldMk cId="2746674832" sldId="501"/>
        </pc:sldMkLst>
      </pc:sldChg>
      <pc:sldChg chg="del">
        <pc:chgData name="Connor Mullaly" userId="731a1e22-c293-4cbb-8aca-216affcf4059" providerId="ADAL" clId="{38BAB698-7998-44D3-960A-A7863BA588AF}" dt="2024-09-20T14:32:51.813" v="71" actId="47"/>
        <pc:sldMkLst>
          <pc:docMk/>
          <pc:sldMk cId="1027931571" sldId="502"/>
        </pc:sldMkLst>
      </pc:sldChg>
      <pc:sldChg chg="del">
        <pc:chgData name="Connor Mullaly" userId="731a1e22-c293-4cbb-8aca-216affcf4059" providerId="ADAL" clId="{38BAB698-7998-44D3-960A-A7863BA588AF}" dt="2024-09-20T14:39:25.341" v="238" actId="47"/>
        <pc:sldMkLst>
          <pc:docMk/>
          <pc:sldMk cId="875236698" sldId="505"/>
        </pc:sldMkLst>
      </pc:sldChg>
      <pc:sldChg chg="del">
        <pc:chgData name="Connor Mullaly" userId="731a1e22-c293-4cbb-8aca-216affcf4059" providerId="ADAL" clId="{38BAB698-7998-44D3-960A-A7863BA588AF}" dt="2024-09-20T14:32:54.740" v="72" actId="47"/>
        <pc:sldMkLst>
          <pc:docMk/>
          <pc:sldMk cId="1921678071" sldId="508"/>
        </pc:sldMkLst>
      </pc:sldChg>
      <pc:sldChg chg="del">
        <pc:chgData name="Connor Mullaly" userId="731a1e22-c293-4cbb-8aca-216affcf4059" providerId="ADAL" clId="{38BAB698-7998-44D3-960A-A7863BA588AF}" dt="2024-09-20T14:39:28.118" v="239" actId="47"/>
        <pc:sldMkLst>
          <pc:docMk/>
          <pc:sldMk cId="3368767752" sldId="509"/>
        </pc:sldMkLst>
      </pc:sldChg>
      <pc:sldChg chg="modSp new mod">
        <pc:chgData name="Connor Mullaly" userId="731a1e22-c293-4cbb-8aca-216affcf4059" providerId="ADAL" clId="{38BAB698-7998-44D3-960A-A7863BA588AF}" dt="2024-09-20T14:45:19.889" v="334" actId="207"/>
        <pc:sldMkLst>
          <pc:docMk/>
          <pc:sldMk cId="1290072596" sldId="512"/>
        </pc:sldMkLst>
      </pc:sldChg>
      <pc:sldChg chg="modSp new mod ord">
        <pc:chgData name="Connor Mullaly" userId="731a1e22-c293-4cbb-8aca-216affcf4059" providerId="ADAL" clId="{38BAB698-7998-44D3-960A-A7863BA588AF}" dt="2024-09-20T15:25:54.730" v="483" actId="20577"/>
        <pc:sldMkLst>
          <pc:docMk/>
          <pc:sldMk cId="174106093" sldId="513"/>
        </pc:sldMkLst>
      </pc:sldChg>
    </pc:docChg>
  </pc:docChgLst>
  <pc:docChgLst>
    <pc:chgData name="Steven M Christey" userId="f24da668-4c1f-41c0-850e-113e2bdf78cf" providerId="ADAL" clId="{93063133-3906-4F30-A148-99717A6DC68B}"/>
    <pc:docChg chg="undo custSel addSld delSld modSld sldOrd modMainMaster">
      <pc:chgData name="Steven M Christey" userId="f24da668-4c1f-41c0-850e-113e2bdf78cf" providerId="ADAL" clId="{93063133-3906-4F30-A148-99717A6DC68B}" dt="2025-01-31T15:16:57.834" v="921" actId="20577"/>
      <pc:docMkLst>
        <pc:docMk/>
      </pc:docMkLst>
      <pc:sldChg chg="modSp mod">
        <pc:chgData name="Steven M Christey" userId="f24da668-4c1f-41c0-850e-113e2bdf78cf" providerId="ADAL" clId="{93063133-3906-4F30-A148-99717A6DC68B}" dt="2025-01-17T15:58:14.894" v="36" actId="20577"/>
        <pc:sldMkLst>
          <pc:docMk/>
          <pc:sldMk cId="1454278300" sldId="459"/>
        </pc:sldMkLst>
      </pc:sldChg>
      <pc:sldChg chg="del">
        <pc:chgData name="Steven M Christey" userId="f24da668-4c1f-41c0-850e-113e2bdf78cf" providerId="ADAL" clId="{93063133-3906-4F30-A148-99717A6DC68B}" dt="2025-01-17T16:04:04.062" v="119" actId="47"/>
        <pc:sldMkLst>
          <pc:docMk/>
          <pc:sldMk cId="2953311122" sldId="465"/>
        </pc:sldMkLst>
      </pc:sldChg>
      <pc:sldChg chg="del">
        <pc:chgData name="Steven M Christey" userId="f24da668-4c1f-41c0-850e-113e2bdf78cf" providerId="ADAL" clId="{93063133-3906-4F30-A148-99717A6DC68B}" dt="2025-01-17T16:04:03.181" v="118" actId="47"/>
        <pc:sldMkLst>
          <pc:docMk/>
          <pc:sldMk cId="2800714136" sldId="473"/>
        </pc:sldMkLst>
      </pc:sldChg>
      <pc:sldChg chg="modSp mod">
        <pc:chgData name="Steven M Christey" userId="f24da668-4c1f-41c0-850e-113e2bdf78cf" providerId="ADAL" clId="{93063133-3906-4F30-A148-99717A6DC68B}" dt="2025-01-31T15:16:57.834" v="921" actId="20577"/>
        <pc:sldMkLst>
          <pc:docMk/>
          <pc:sldMk cId="1259113184" sldId="475"/>
        </pc:sldMkLst>
      </pc:sldChg>
      <pc:sldChg chg="del">
        <pc:chgData name="Steven M Christey" userId="f24da668-4c1f-41c0-850e-113e2bdf78cf" providerId="ADAL" clId="{93063133-3906-4F30-A148-99717A6DC68B}" dt="2025-01-17T16:04:00.097" v="113" actId="47"/>
        <pc:sldMkLst>
          <pc:docMk/>
          <pc:sldMk cId="4197602607" sldId="488"/>
        </pc:sldMkLst>
      </pc:sldChg>
      <pc:sldChg chg="del">
        <pc:chgData name="Steven M Christey" userId="f24da668-4c1f-41c0-850e-113e2bdf78cf" providerId="ADAL" clId="{93063133-3906-4F30-A148-99717A6DC68B}" dt="2025-01-17T16:04:06.905" v="120" actId="47"/>
        <pc:sldMkLst>
          <pc:docMk/>
          <pc:sldMk cId="1434978729" sldId="489"/>
        </pc:sldMkLst>
      </pc:sldChg>
      <pc:sldChg chg="del">
        <pc:chgData name="Steven M Christey" userId="f24da668-4c1f-41c0-850e-113e2bdf78cf" providerId="ADAL" clId="{93063133-3906-4F30-A148-99717A6DC68B}" dt="2025-01-17T16:04:01.101" v="115" actId="47"/>
        <pc:sldMkLst>
          <pc:docMk/>
          <pc:sldMk cId="1870174279" sldId="493"/>
        </pc:sldMkLst>
      </pc:sldChg>
      <pc:sldChg chg="del">
        <pc:chgData name="Steven M Christey" userId="f24da668-4c1f-41c0-850e-113e2bdf78cf" providerId="ADAL" clId="{93063133-3906-4F30-A148-99717A6DC68B}" dt="2025-01-17T16:04:01.833" v="116" actId="47"/>
        <pc:sldMkLst>
          <pc:docMk/>
          <pc:sldMk cId="250821381" sldId="494"/>
        </pc:sldMkLst>
      </pc:sldChg>
      <pc:sldChg chg="del">
        <pc:chgData name="Steven M Christey" userId="f24da668-4c1f-41c0-850e-113e2bdf78cf" providerId="ADAL" clId="{93063133-3906-4F30-A148-99717A6DC68B}" dt="2025-01-17T16:03:59.119" v="112" actId="47"/>
        <pc:sldMkLst>
          <pc:docMk/>
          <pc:sldMk cId="2746674832" sldId="501"/>
        </pc:sldMkLst>
      </pc:sldChg>
      <pc:sldChg chg="del">
        <pc:chgData name="Steven M Christey" userId="f24da668-4c1f-41c0-850e-113e2bdf78cf" providerId="ADAL" clId="{93063133-3906-4F30-A148-99717A6DC68B}" dt="2025-01-17T16:03:54.163" v="109" actId="47"/>
        <pc:sldMkLst>
          <pc:docMk/>
          <pc:sldMk cId="675866312" sldId="510"/>
        </pc:sldMkLst>
      </pc:sldChg>
      <pc:sldChg chg="del">
        <pc:chgData name="Steven M Christey" userId="f24da668-4c1f-41c0-850e-113e2bdf78cf" providerId="ADAL" clId="{93063133-3906-4F30-A148-99717A6DC68B}" dt="2025-01-17T16:04:24.193" v="121" actId="47"/>
        <pc:sldMkLst>
          <pc:docMk/>
          <pc:sldMk cId="1496813348" sldId="511"/>
        </pc:sldMkLst>
      </pc:sldChg>
      <pc:sldChg chg="del">
        <pc:chgData name="Steven M Christey" userId="f24da668-4c1f-41c0-850e-113e2bdf78cf" providerId="ADAL" clId="{93063133-3906-4F30-A148-99717A6DC68B}" dt="2025-01-17T16:04:02.341" v="117" actId="47"/>
        <pc:sldMkLst>
          <pc:docMk/>
          <pc:sldMk cId="1290072596" sldId="512"/>
        </pc:sldMkLst>
      </pc:sldChg>
      <pc:sldChg chg="del">
        <pc:chgData name="Steven M Christey" userId="f24da668-4c1f-41c0-850e-113e2bdf78cf" providerId="ADAL" clId="{93063133-3906-4F30-A148-99717A6DC68B}" dt="2025-01-17T16:04:00.617" v="114" actId="47"/>
        <pc:sldMkLst>
          <pc:docMk/>
          <pc:sldMk cId="174106093" sldId="513"/>
        </pc:sldMkLst>
      </pc:sldChg>
      <pc:sldChg chg="modSp mod">
        <pc:chgData name="Steven M Christey" userId="f24da668-4c1f-41c0-850e-113e2bdf78cf" providerId="ADAL" clId="{93063133-3906-4F30-A148-99717A6DC68B}" dt="2025-01-17T16:09:52.341" v="214" actId="20577"/>
        <pc:sldMkLst>
          <pc:docMk/>
          <pc:sldMk cId="915149386" sldId="514"/>
        </pc:sldMkLst>
      </pc:sldChg>
      <pc:sldChg chg="del">
        <pc:chgData name="Steven M Christey" userId="f24da668-4c1f-41c0-850e-113e2bdf78cf" providerId="ADAL" clId="{93063133-3906-4F30-A148-99717A6DC68B}" dt="2025-01-17T15:59:14.419" v="96" actId="47"/>
        <pc:sldMkLst>
          <pc:docMk/>
          <pc:sldMk cId="725849126" sldId="515"/>
        </pc:sldMkLst>
      </pc:sldChg>
      <pc:sldChg chg="del">
        <pc:chgData name="Steven M Christey" userId="f24da668-4c1f-41c0-850e-113e2bdf78cf" providerId="ADAL" clId="{93063133-3906-4F30-A148-99717A6DC68B}" dt="2025-01-17T16:03:51.494" v="107" actId="47"/>
        <pc:sldMkLst>
          <pc:docMk/>
          <pc:sldMk cId="1870269555" sldId="516"/>
        </pc:sldMkLst>
      </pc:sldChg>
      <pc:sldChg chg="del">
        <pc:chgData name="Steven M Christey" userId="f24da668-4c1f-41c0-850e-113e2bdf78cf" providerId="ADAL" clId="{93063133-3906-4F30-A148-99717A6DC68B}" dt="2025-01-17T16:03:55.465" v="110" actId="47"/>
        <pc:sldMkLst>
          <pc:docMk/>
          <pc:sldMk cId="2222703689" sldId="517"/>
        </pc:sldMkLst>
      </pc:sldChg>
      <pc:sldChg chg="del">
        <pc:chgData name="Steven M Christey" userId="f24da668-4c1f-41c0-850e-113e2bdf78cf" providerId="ADAL" clId="{93063133-3906-4F30-A148-99717A6DC68B}" dt="2025-01-17T16:03:56.634" v="111" actId="47"/>
        <pc:sldMkLst>
          <pc:docMk/>
          <pc:sldMk cId="1368757520" sldId="518"/>
        </pc:sldMkLst>
      </pc:sldChg>
      <pc:sldChg chg="del">
        <pc:chgData name="Steven M Christey" userId="f24da668-4c1f-41c0-850e-113e2bdf78cf" providerId="ADAL" clId="{93063133-3906-4F30-A148-99717A6DC68B}" dt="2025-01-17T15:59:15.362" v="97" actId="47"/>
        <pc:sldMkLst>
          <pc:docMk/>
          <pc:sldMk cId="3920576360" sldId="520"/>
        </pc:sldMkLst>
      </pc:sldChg>
      <pc:sldChg chg="del">
        <pc:chgData name="Steven M Christey" userId="f24da668-4c1f-41c0-850e-113e2bdf78cf" providerId="ADAL" clId="{93063133-3906-4F30-A148-99717A6DC68B}" dt="2025-01-17T15:59:15.991" v="98" actId="47"/>
        <pc:sldMkLst>
          <pc:docMk/>
          <pc:sldMk cId="1120399296" sldId="521"/>
        </pc:sldMkLst>
      </pc:sldChg>
      <pc:sldChg chg="del">
        <pc:chgData name="Steven M Christey" userId="f24da668-4c1f-41c0-850e-113e2bdf78cf" providerId="ADAL" clId="{93063133-3906-4F30-A148-99717A6DC68B}" dt="2025-01-17T15:59:16.508" v="99" actId="47"/>
        <pc:sldMkLst>
          <pc:docMk/>
          <pc:sldMk cId="886054424" sldId="522"/>
        </pc:sldMkLst>
      </pc:sldChg>
      <pc:sldChg chg="del">
        <pc:chgData name="Steven M Christey" userId="f24da668-4c1f-41c0-850e-113e2bdf78cf" providerId="ADAL" clId="{93063133-3906-4F30-A148-99717A6DC68B}" dt="2025-01-17T15:59:17.224" v="100" actId="47"/>
        <pc:sldMkLst>
          <pc:docMk/>
          <pc:sldMk cId="2977047529" sldId="523"/>
        </pc:sldMkLst>
      </pc:sldChg>
      <pc:sldChg chg="del">
        <pc:chgData name="Steven M Christey" userId="f24da668-4c1f-41c0-850e-113e2bdf78cf" providerId="ADAL" clId="{93063133-3906-4F30-A148-99717A6DC68B}" dt="2025-01-17T15:59:17.710" v="101" actId="47"/>
        <pc:sldMkLst>
          <pc:docMk/>
          <pc:sldMk cId="1307360591" sldId="524"/>
        </pc:sldMkLst>
      </pc:sldChg>
      <pc:sldChg chg="del">
        <pc:chgData name="Steven M Christey" userId="f24da668-4c1f-41c0-850e-113e2bdf78cf" providerId="ADAL" clId="{93063133-3906-4F30-A148-99717A6DC68B}" dt="2025-01-17T15:59:18.160" v="102" actId="47"/>
        <pc:sldMkLst>
          <pc:docMk/>
          <pc:sldMk cId="2418741746" sldId="527"/>
        </pc:sldMkLst>
      </pc:sldChg>
      <pc:sldChg chg="del">
        <pc:chgData name="Steven M Christey" userId="f24da668-4c1f-41c0-850e-113e2bdf78cf" providerId="ADAL" clId="{93063133-3906-4F30-A148-99717A6DC68B}" dt="2025-01-17T15:59:18.689" v="103" actId="47"/>
        <pc:sldMkLst>
          <pc:docMk/>
          <pc:sldMk cId="3847705471" sldId="528"/>
        </pc:sldMkLst>
      </pc:sldChg>
      <pc:sldChg chg="del">
        <pc:chgData name="Steven M Christey" userId="f24da668-4c1f-41c0-850e-113e2bdf78cf" providerId="ADAL" clId="{93063133-3906-4F30-A148-99717A6DC68B}" dt="2025-01-17T15:59:19.168" v="104" actId="47"/>
        <pc:sldMkLst>
          <pc:docMk/>
          <pc:sldMk cId="3475484953" sldId="529"/>
        </pc:sldMkLst>
      </pc:sldChg>
      <pc:sldChg chg="del">
        <pc:chgData name="Steven M Christey" userId="f24da668-4c1f-41c0-850e-113e2bdf78cf" providerId="ADAL" clId="{93063133-3906-4F30-A148-99717A6DC68B}" dt="2025-01-17T15:59:19.607" v="105" actId="47"/>
        <pc:sldMkLst>
          <pc:docMk/>
          <pc:sldMk cId="654071875" sldId="530"/>
        </pc:sldMkLst>
      </pc:sldChg>
      <pc:sldChg chg="del">
        <pc:chgData name="Steven M Christey" userId="f24da668-4c1f-41c0-850e-113e2bdf78cf" providerId="ADAL" clId="{93063133-3906-4F30-A148-99717A6DC68B}" dt="2025-01-17T15:59:20.154" v="106" actId="47"/>
        <pc:sldMkLst>
          <pc:docMk/>
          <pc:sldMk cId="2610765628" sldId="531"/>
        </pc:sldMkLst>
      </pc:sldChg>
      <pc:sldChg chg="del">
        <pc:chgData name="Steven M Christey" userId="f24da668-4c1f-41c0-850e-113e2bdf78cf" providerId="ADAL" clId="{93063133-3906-4F30-A148-99717A6DC68B}" dt="2025-01-17T16:03:52.458" v="108" actId="47"/>
        <pc:sldMkLst>
          <pc:docMk/>
          <pc:sldMk cId="452383892" sldId="532"/>
        </pc:sldMkLst>
      </pc:sldChg>
      <pc:sldChg chg="modSp mod">
        <pc:chgData name="Steven M Christey" userId="f24da668-4c1f-41c0-850e-113e2bdf78cf" providerId="ADAL" clId="{93063133-3906-4F30-A148-99717A6DC68B}" dt="2025-01-17T15:58:57.423" v="95" actId="113"/>
        <pc:sldMkLst>
          <pc:docMk/>
          <pc:sldMk cId="150708501" sldId="533"/>
        </pc:sldMkLst>
      </pc:sldChg>
      <pc:sldChg chg="modSp mod ord">
        <pc:chgData name="Steven M Christey" userId="f24da668-4c1f-41c0-850e-113e2bdf78cf" providerId="ADAL" clId="{93063133-3906-4F30-A148-99717A6DC68B}" dt="2025-01-17T16:41:49.979" v="919" actId="20577"/>
        <pc:sldMkLst>
          <pc:docMk/>
          <pc:sldMk cId="674283638" sldId="534"/>
        </pc:sldMkLst>
      </pc:sldChg>
      <pc:sldChg chg="modSp new mod">
        <pc:chgData name="Steven M Christey" userId="f24da668-4c1f-41c0-850e-113e2bdf78cf" providerId="ADAL" clId="{93063133-3906-4F30-A148-99717A6DC68B}" dt="2025-01-17T16:05:42.740" v="213" actId="14"/>
        <pc:sldMkLst>
          <pc:docMk/>
          <pc:sldMk cId="2801011041" sldId="536"/>
        </pc:sldMkLst>
      </pc:sldChg>
      <pc:sldChg chg="modSp new mod">
        <pc:chgData name="Steven M Christey" userId="f24da668-4c1f-41c0-850e-113e2bdf78cf" providerId="ADAL" clId="{93063133-3906-4F30-A148-99717A6DC68B}" dt="2025-01-17T16:32:35.483" v="687" actId="20577"/>
        <pc:sldMkLst>
          <pc:docMk/>
          <pc:sldMk cId="888421850" sldId="537"/>
        </pc:sldMkLst>
      </pc:sldChg>
      <pc:sldMasterChg chg="modSldLayout">
        <pc:chgData name="Steven M Christey" userId="f24da668-4c1f-41c0-850e-113e2bdf78cf" providerId="ADAL" clId="{93063133-3906-4F30-A148-99717A6DC68B}" dt="2025-01-17T16:30:18.717" v="514" actId="20577"/>
        <pc:sldMasterMkLst>
          <pc:docMk/>
          <pc:sldMasterMk cId="571324812" sldId="2147483656"/>
        </pc:sldMasterMkLst>
        <pc:sldLayoutChg chg="modSp mod">
          <pc:chgData name="Steven M Christey" userId="f24da668-4c1f-41c0-850e-113e2bdf78cf" providerId="ADAL" clId="{93063133-3906-4F30-A148-99717A6DC68B}" dt="2025-01-17T16:30:01.473" v="508" actId="20577"/>
          <pc:sldLayoutMkLst>
            <pc:docMk/>
            <pc:sldMasterMk cId="571324812" sldId="2147483656"/>
            <pc:sldLayoutMk cId="827350116" sldId="2147483660"/>
          </pc:sldLayoutMkLst>
        </pc:sldLayoutChg>
        <pc:sldLayoutChg chg="modSp mod">
          <pc:chgData name="Steven M Christey" userId="f24da668-4c1f-41c0-850e-113e2bdf78cf" providerId="ADAL" clId="{93063133-3906-4F30-A148-99717A6DC68B}" dt="2025-01-17T16:30:10.023" v="510" actId="20577"/>
          <pc:sldLayoutMkLst>
            <pc:docMk/>
            <pc:sldMasterMk cId="571324812" sldId="2147483656"/>
            <pc:sldLayoutMk cId="4160288765" sldId="2147483661"/>
          </pc:sldLayoutMkLst>
        </pc:sldLayoutChg>
        <pc:sldLayoutChg chg="modSp mod">
          <pc:chgData name="Steven M Christey" userId="f24da668-4c1f-41c0-850e-113e2bdf78cf" providerId="ADAL" clId="{93063133-3906-4F30-A148-99717A6DC68B}" dt="2025-01-17T16:30:14.688" v="512" actId="20577"/>
          <pc:sldLayoutMkLst>
            <pc:docMk/>
            <pc:sldMasterMk cId="571324812" sldId="2147483656"/>
            <pc:sldLayoutMk cId="838690321" sldId="2147483662"/>
          </pc:sldLayoutMkLst>
        </pc:sldLayoutChg>
        <pc:sldLayoutChg chg="modSp mod">
          <pc:chgData name="Steven M Christey" userId="f24da668-4c1f-41c0-850e-113e2bdf78cf" providerId="ADAL" clId="{93063133-3906-4F30-A148-99717A6DC68B}" dt="2025-01-17T16:30:18.717" v="514" actId="20577"/>
          <pc:sldLayoutMkLst>
            <pc:docMk/>
            <pc:sldMasterMk cId="571324812" sldId="2147483656"/>
            <pc:sldLayoutMk cId="4234124309" sldId="2147483663"/>
          </pc:sldLayoutMkLst>
        </pc:sldLayoutChg>
        <pc:sldLayoutChg chg="modSp mod">
          <pc:chgData name="Steven M Christey" userId="f24da668-4c1f-41c0-850e-113e2bdf78cf" providerId="ADAL" clId="{93063133-3906-4F30-A148-99717A6DC68B}" dt="2025-01-17T16:29:56.589" v="506" actId="20577"/>
          <pc:sldLayoutMkLst>
            <pc:docMk/>
            <pc:sldMasterMk cId="571324812" sldId="2147483656"/>
            <pc:sldLayoutMk cId="115249480" sldId="2147483665"/>
          </pc:sldLayoutMkLst>
        </pc:sldLayoutChg>
        <pc:sldLayoutChg chg="modSp mod">
          <pc:chgData name="Steven M Christey" userId="f24da668-4c1f-41c0-850e-113e2bdf78cf" providerId="ADAL" clId="{93063133-3906-4F30-A148-99717A6DC68B}" dt="2025-01-17T16:29:50.368" v="504" actId="20577"/>
          <pc:sldLayoutMkLst>
            <pc:docMk/>
            <pc:sldMasterMk cId="571324812" sldId="2147483656"/>
            <pc:sldLayoutMk cId="4126487817" sldId="2147483666"/>
          </pc:sldLayoutMkLst>
        </pc:sldLayoutChg>
        <pc:sldLayoutChg chg="modSp mod">
          <pc:chgData name="Steven M Christey" userId="f24da668-4c1f-41c0-850e-113e2bdf78cf" providerId="ADAL" clId="{93063133-3906-4F30-A148-99717A6DC68B}" dt="2025-01-17T16:29:43.659" v="502" actId="20577"/>
          <pc:sldLayoutMkLst>
            <pc:docMk/>
            <pc:sldMasterMk cId="571324812" sldId="2147483656"/>
            <pc:sldLayoutMk cId="431849749" sldId="2147483667"/>
          </pc:sldLayoutMkLst>
        </pc:sldLayoutChg>
      </pc:sldMasterChg>
    </pc:docChg>
  </pc:docChgLst>
  <pc:docChgLst>
    <pc:chgData name="Steven M Christey" userId="f24da668-4c1f-41c0-850e-113e2bdf78cf" providerId="ADAL" clId="{9EB1DD96-61C7-4D25-B57A-B6E2C03C0361}"/>
    <pc:docChg chg="undo custSel addSld delSld modSld">
      <pc:chgData name="Steven M Christey" userId="f24da668-4c1f-41c0-850e-113e2bdf78cf" providerId="ADAL" clId="{9EB1DD96-61C7-4D25-B57A-B6E2C03C0361}" dt="2024-11-15T15:47:22.720" v="1994"/>
      <pc:docMkLst>
        <pc:docMk/>
      </pc:docMkLst>
      <pc:sldChg chg="modSp mod">
        <pc:chgData name="Steven M Christey" userId="f24da668-4c1f-41c0-850e-113e2bdf78cf" providerId="ADAL" clId="{9EB1DD96-61C7-4D25-B57A-B6E2C03C0361}" dt="2024-11-15T15:47:22.720" v="1994"/>
        <pc:sldMkLst>
          <pc:docMk/>
          <pc:sldMk cId="1434978729" sldId="489"/>
        </pc:sldMkLst>
      </pc:sldChg>
      <pc:sldChg chg="modSp mod">
        <pc:chgData name="Steven M Christey" userId="f24da668-4c1f-41c0-850e-113e2bdf78cf" providerId="ADAL" clId="{9EB1DD96-61C7-4D25-B57A-B6E2C03C0361}" dt="2024-11-15T15:26:12.883" v="225"/>
        <pc:sldMkLst>
          <pc:docMk/>
          <pc:sldMk cId="725849126" sldId="515"/>
        </pc:sldMkLst>
      </pc:sldChg>
      <pc:sldChg chg="new del">
        <pc:chgData name="Steven M Christey" userId="f24da668-4c1f-41c0-850e-113e2bdf78cf" providerId="ADAL" clId="{9EB1DD96-61C7-4D25-B57A-B6E2C03C0361}" dt="2024-11-15T15:47:14.348" v="1992" actId="47"/>
        <pc:sldMkLst>
          <pc:docMk/>
          <pc:sldMk cId="604702205" sldId="519"/>
        </pc:sldMkLst>
      </pc:sldChg>
      <pc:sldChg chg="new del">
        <pc:chgData name="Steven M Christey" userId="f24da668-4c1f-41c0-850e-113e2bdf78cf" providerId="ADAL" clId="{9EB1DD96-61C7-4D25-B57A-B6E2C03C0361}" dt="2024-11-15T15:26:31.189" v="227" actId="680"/>
        <pc:sldMkLst>
          <pc:docMk/>
          <pc:sldMk cId="3891555481" sldId="519"/>
        </pc:sldMkLst>
      </pc:sldChg>
      <pc:sldChg chg="del">
        <pc:chgData name="Steven M Christey" userId="f24da668-4c1f-41c0-850e-113e2bdf78cf" providerId="ADAL" clId="{9EB1DD96-61C7-4D25-B57A-B6E2C03C0361}" dt="2024-11-15T15:25:44.525" v="222" actId="47"/>
        <pc:sldMkLst>
          <pc:docMk/>
          <pc:sldMk cId="3935828083" sldId="519"/>
        </pc:sldMkLst>
      </pc:sldChg>
      <pc:sldChg chg="del">
        <pc:chgData name="Steven M Christey" userId="f24da668-4c1f-41c0-850e-113e2bdf78cf" providerId="ADAL" clId="{9EB1DD96-61C7-4D25-B57A-B6E2C03C0361}" dt="2024-11-15T15:25:44.525" v="222" actId="47"/>
        <pc:sldMkLst>
          <pc:docMk/>
          <pc:sldMk cId="1883065944" sldId="520"/>
        </pc:sldMkLst>
      </pc:sldChg>
      <pc:sldChg chg="addSp delSp modSp new mod">
        <pc:chgData name="Steven M Christey" userId="f24da668-4c1f-41c0-850e-113e2bdf78cf" providerId="ADAL" clId="{9EB1DD96-61C7-4D25-B57A-B6E2C03C0361}" dt="2024-11-15T15:29:00.934" v="341" actId="207"/>
        <pc:sldMkLst>
          <pc:docMk/>
          <pc:sldMk cId="3920576360" sldId="520"/>
        </pc:sldMkLst>
      </pc:sldChg>
      <pc:sldChg chg="addSp delSp modSp new mod">
        <pc:chgData name="Steven M Christey" userId="f24da668-4c1f-41c0-850e-113e2bdf78cf" providerId="ADAL" clId="{9EB1DD96-61C7-4D25-B57A-B6E2C03C0361}" dt="2024-11-15T15:32:47.724" v="731" actId="1076"/>
        <pc:sldMkLst>
          <pc:docMk/>
          <pc:sldMk cId="1120399296" sldId="521"/>
        </pc:sldMkLst>
      </pc:sldChg>
      <pc:sldChg chg="del">
        <pc:chgData name="Steven M Christey" userId="f24da668-4c1f-41c0-850e-113e2bdf78cf" providerId="ADAL" clId="{9EB1DD96-61C7-4D25-B57A-B6E2C03C0361}" dt="2024-11-15T15:25:44.525" v="222" actId="47"/>
        <pc:sldMkLst>
          <pc:docMk/>
          <pc:sldMk cId="3904322532" sldId="521"/>
        </pc:sldMkLst>
      </pc:sldChg>
      <pc:sldChg chg="addSp delSp modSp new mod">
        <pc:chgData name="Steven M Christey" userId="f24da668-4c1f-41c0-850e-113e2bdf78cf" providerId="ADAL" clId="{9EB1DD96-61C7-4D25-B57A-B6E2C03C0361}" dt="2024-11-15T15:36:15.496" v="1105" actId="1076"/>
        <pc:sldMkLst>
          <pc:docMk/>
          <pc:sldMk cId="886054424" sldId="522"/>
        </pc:sldMkLst>
      </pc:sldChg>
      <pc:sldChg chg="del">
        <pc:chgData name="Steven M Christey" userId="f24da668-4c1f-41c0-850e-113e2bdf78cf" providerId="ADAL" clId="{9EB1DD96-61C7-4D25-B57A-B6E2C03C0361}" dt="2024-11-15T15:25:51.896" v="223" actId="47"/>
        <pc:sldMkLst>
          <pc:docMk/>
          <pc:sldMk cId="2763150767" sldId="522"/>
        </pc:sldMkLst>
      </pc:sldChg>
      <pc:sldChg chg="del">
        <pc:chgData name="Steven M Christey" userId="f24da668-4c1f-41c0-850e-113e2bdf78cf" providerId="ADAL" clId="{9EB1DD96-61C7-4D25-B57A-B6E2C03C0361}" dt="2024-11-15T15:25:51.896" v="223" actId="47"/>
        <pc:sldMkLst>
          <pc:docMk/>
          <pc:sldMk cId="2028407806" sldId="523"/>
        </pc:sldMkLst>
      </pc:sldChg>
      <pc:sldChg chg="addSp delSp modSp new mod">
        <pc:chgData name="Steven M Christey" userId="f24da668-4c1f-41c0-850e-113e2bdf78cf" providerId="ADAL" clId="{9EB1DD96-61C7-4D25-B57A-B6E2C03C0361}" dt="2024-11-15T15:37:36.006" v="1305" actId="1076"/>
        <pc:sldMkLst>
          <pc:docMk/>
          <pc:sldMk cId="2977047529" sldId="523"/>
        </pc:sldMkLst>
      </pc:sldChg>
      <pc:sldChg chg="addSp delSp modSp new mod">
        <pc:chgData name="Steven M Christey" userId="f24da668-4c1f-41c0-850e-113e2bdf78cf" providerId="ADAL" clId="{9EB1DD96-61C7-4D25-B57A-B6E2C03C0361}" dt="2024-11-15T15:38:19.334" v="1392" actId="14100"/>
        <pc:sldMkLst>
          <pc:docMk/>
          <pc:sldMk cId="1307360591" sldId="524"/>
        </pc:sldMkLst>
      </pc:sldChg>
      <pc:sldChg chg="new del">
        <pc:chgData name="Steven M Christey" userId="f24da668-4c1f-41c0-850e-113e2bdf78cf" providerId="ADAL" clId="{9EB1DD96-61C7-4D25-B57A-B6E2C03C0361}" dt="2024-11-15T15:47:12.788" v="1990" actId="47"/>
        <pc:sldMkLst>
          <pc:docMk/>
          <pc:sldMk cId="484985232" sldId="525"/>
        </pc:sldMkLst>
      </pc:sldChg>
      <pc:sldChg chg="new del">
        <pc:chgData name="Steven M Christey" userId="f24da668-4c1f-41c0-850e-113e2bdf78cf" providerId="ADAL" clId="{9EB1DD96-61C7-4D25-B57A-B6E2C03C0361}" dt="2024-11-15T15:47:13.620" v="1991" actId="47"/>
        <pc:sldMkLst>
          <pc:docMk/>
          <pc:sldMk cId="4280241540" sldId="526"/>
        </pc:sldMkLst>
      </pc:sldChg>
      <pc:sldChg chg="addSp delSp modSp new mod">
        <pc:chgData name="Steven M Christey" userId="f24da668-4c1f-41c0-850e-113e2bdf78cf" providerId="ADAL" clId="{9EB1DD96-61C7-4D25-B57A-B6E2C03C0361}" dt="2024-11-15T15:41:53.253" v="1645" actId="14100"/>
        <pc:sldMkLst>
          <pc:docMk/>
          <pc:sldMk cId="2418741746" sldId="527"/>
        </pc:sldMkLst>
      </pc:sldChg>
      <pc:sldChg chg="addSp delSp modSp new mod">
        <pc:chgData name="Steven M Christey" userId="f24da668-4c1f-41c0-850e-113e2bdf78cf" providerId="ADAL" clId="{9EB1DD96-61C7-4D25-B57A-B6E2C03C0361}" dt="2024-11-15T15:41:33.117" v="1644" actId="9405"/>
        <pc:sldMkLst>
          <pc:docMk/>
          <pc:sldMk cId="3847705471" sldId="528"/>
        </pc:sldMkLst>
      </pc:sldChg>
      <pc:sldChg chg="addSp delSp modSp new mod">
        <pc:chgData name="Steven M Christey" userId="f24da668-4c1f-41c0-850e-113e2bdf78cf" providerId="ADAL" clId="{9EB1DD96-61C7-4D25-B57A-B6E2C03C0361}" dt="2024-11-15T15:44:11.774" v="1827" actId="20577"/>
        <pc:sldMkLst>
          <pc:docMk/>
          <pc:sldMk cId="3475484953" sldId="529"/>
        </pc:sldMkLst>
      </pc:sldChg>
      <pc:sldChg chg="addSp delSp modSp new mod">
        <pc:chgData name="Steven M Christey" userId="f24da668-4c1f-41c0-850e-113e2bdf78cf" providerId="ADAL" clId="{9EB1DD96-61C7-4D25-B57A-B6E2C03C0361}" dt="2024-11-15T15:45:38.584" v="1933" actId="9405"/>
        <pc:sldMkLst>
          <pc:docMk/>
          <pc:sldMk cId="654071875" sldId="530"/>
        </pc:sldMkLst>
      </pc:sldChg>
      <pc:sldChg chg="addSp delSp modSp new mod">
        <pc:chgData name="Steven M Christey" userId="f24da668-4c1f-41c0-850e-113e2bdf78cf" providerId="ADAL" clId="{9EB1DD96-61C7-4D25-B57A-B6E2C03C0361}" dt="2024-11-15T15:46:39.967" v="1989" actId="1076"/>
        <pc:sldMkLst>
          <pc:docMk/>
          <pc:sldMk cId="2610765628" sldId="531"/>
        </pc:sldMkLst>
      </pc:sldChg>
    </pc:docChg>
  </pc:docChgLst>
  <pc:docChgLst>
    <pc:chgData name="Steven M Christey" userId="f24da668-4c1f-41c0-850e-113e2bdf78cf" providerId="ADAL" clId="{4EF4B88D-6678-4032-9751-422794F92589}"/>
    <pc:docChg chg="undo custSel addSld delSld modSld">
      <pc:chgData name="Steven M Christey" userId="f24da668-4c1f-41c0-850e-113e2bdf78cf" providerId="ADAL" clId="{4EF4B88D-6678-4032-9751-422794F92589}" dt="2025-03-28T15:53:17.401" v="904" actId="20577"/>
      <pc:docMkLst>
        <pc:docMk/>
      </pc:docMkLst>
      <pc:sldChg chg="modSp mod">
        <pc:chgData name="Steven M Christey" userId="f24da668-4c1f-41c0-850e-113e2bdf78cf" providerId="ADAL" clId="{4EF4B88D-6678-4032-9751-422794F92589}" dt="2025-03-28T14:54:48.642" v="335" actId="207"/>
        <pc:sldMkLst>
          <pc:docMk/>
          <pc:sldMk cId="4197602607" sldId="488"/>
        </pc:sldMkLst>
        <pc:spChg chg="mod">
          <ac:chgData name="Steven M Christey" userId="f24da668-4c1f-41c0-850e-113e2bdf78cf" providerId="ADAL" clId="{4EF4B88D-6678-4032-9751-422794F92589}" dt="2025-03-28T14:54:48.642" v="335" actId="207"/>
          <ac:spMkLst>
            <pc:docMk/>
            <pc:sldMk cId="4197602607" sldId="488"/>
            <ac:spMk id="3" creationId="{91BBE544-B07D-A22E-1C50-A45E8F9C0351}"/>
          </ac:spMkLst>
        </pc:spChg>
      </pc:sldChg>
      <pc:sldChg chg="del">
        <pc:chgData name="Steven M Christey" userId="f24da668-4c1f-41c0-850e-113e2bdf78cf" providerId="ADAL" clId="{4EF4B88D-6678-4032-9751-422794F92589}" dt="2025-03-28T14:55:13.978" v="336" actId="47"/>
        <pc:sldMkLst>
          <pc:docMk/>
          <pc:sldMk cId="4195993894" sldId="492"/>
        </pc:sldMkLst>
      </pc:sldChg>
      <pc:sldChg chg="modSp mod">
        <pc:chgData name="Steven M Christey" userId="f24da668-4c1f-41c0-850e-113e2bdf78cf" providerId="ADAL" clId="{4EF4B88D-6678-4032-9751-422794F92589}" dt="2025-03-28T14:53:42.048" v="324" actId="207"/>
        <pc:sldMkLst>
          <pc:docMk/>
          <pc:sldMk cId="1870174279" sldId="493"/>
        </pc:sldMkLst>
        <pc:spChg chg="mod">
          <ac:chgData name="Steven M Christey" userId="f24da668-4c1f-41c0-850e-113e2bdf78cf" providerId="ADAL" clId="{4EF4B88D-6678-4032-9751-422794F92589}" dt="2025-03-28T14:53:42.048" v="324" actId="207"/>
          <ac:spMkLst>
            <pc:docMk/>
            <pc:sldMk cId="1870174279" sldId="493"/>
            <ac:spMk id="3" creationId="{91BBE544-B07D-A22E-1C50-A45E8F9C0351}"/>
          </ac:spMkLst>
        </pc:spChg>
      </pc:sldChg>
      <pc:sldChg chg="modSp mod">
        <pc:chgData name="Steven M Christey" userId="f24da668-4c1f-41c0-850e-113e2bdf78cf" providerId="ADAL" clId="{4EF4B88D-6678-4032-9751-422794F92589}" dt="2025-03-28T15:44:29.002" v="778" actId="20577"/>
        <pc:sldMkLst>
          <pc:docMk/>
          <pc:sldMk cId="250821381" sldId="494"/>
        </pc:sldMkLst>
        <pc:spChg chg="mod">
          <ac:chgData name="Steven M Christey" userId="f24da668-4c1f-41c0-850e-113e2bdf78cf" providerId="ADAL" clId="{4EF4B88D-6678-4032-9751-422794F92589}" dt="2025-03-28T15:44:29.002" v="778" actId="20577"/>
          <ac:spMkLst>
            <pc:docMk/>
            <pc:sldMk cId="250821381" sldId="494"/>
            <ac:spMk id="3" creationId="{91BBE544-B07D-A22E-1C50-A45E8F9C0351}"/>
          </ac:spMkLst>
        </pc:spChg>
      </pc:sldChg>
      <pc:sldChg chg="modSp mod">
        <pc:chgData name="Steven M Christey" userId="f24da668-4c1f-41c0-850e-113e2bdf78cf" providerId="ADAL" clId="{4EF4B88D-6678-4032-9751-422794F92589}" dt="2025-03-28T15:41:33.689" v="687" actId="20577"/>
        <pc:sldMkLst>
          <pc:docMk/>
          <pc:sldMk cId="3398638979" sldId="496"/>
        </pc:sldMkLst>
        <pc:spChg chg="mod">
          <ac:chgData name="Steven M Christey" userId="f24da668-4c1f-41c0-850e-113e2bdf78cf" providerId="ADAL" clId="{4EF4B88D-6678-4032-9751-422794F92589}" dt="2025-03-28T15:41:33.689" v="687" actId="20577"/>
          <ac:spMkLst>
            <pc:docMk/>
            <pc:sldMk cId="3398638979" sldId="496"/>
            <ac:spMk id="3" creationId="{91BBE544-B07D-A22E-1C50-A45E8F9C0351}"/>
          </ac:spMkLst>
        </pc:spChg>
      </pc:sldChg>
      <pc:sldChg chg="del">
        <pc:chgData name="Steven M Christey" userId="f24da668-4c1f-41c0-850e-113e2bdf78cf" providerId="ADAL" clId="{4EF4B88D-6678-4032-9751-422794F92589}" dt="2025-03-28T14:55:39.624" v="337" actId="47"/>
        <pc:sldMkLst>
          <pc:docMk/>
          <pc:sldMk cId="3618620616" sldId="497"/>
        </pc:sldMkLst>
      </pc:sldChg>
      <pc:sldChg chg="modSp mod">
        <pc:chgData name="Steven M Christey" userId="f24da668-4c1f-41c0-850e-113e2bdf78cf" providerId="ADAL" clId="{4EF4B88D-6678-4032-9751-422794F92589}" dt="2025-03-28T15:28:28.892" v="479" actId="207"/>
        <pc:sldMkLst>
          <pc:docMk/>
          <pc:sldMk cId="2746674832" sldId="501"/>
        </pc:sldMkLst>
        <pc:spChg chg="mod">
          <ac:chgData name="Steven M Christey" userId="f24da668-4c1f-41c0-850e-113e2bdf78cf" providerId="ADAL" clId="{4EF4B88D-6678-4032-9751-422794F92589}" dt="2025-03-28T15:28:28.892" v="479" actId="207"/>
          <ac:spMkLst>
            <pc:docMk/>
            <pc:sldMk cId="2746674832" sldId="501"/>
            <ac:spMk id="3" creationId="{51E8636F-B33F-D3B0-AADD-CB9D0B1156A6}"/>
          </ac:spMkLst>
        </pc:spChg>
      </pc:sldChg>
      <pc:sldChg chg="modSp mod">
        <pc:chgData name="Steven M Christey" userId="f24da668-4c1f-41c0-850e-113e2bdf78cf" providerId="ADAL" clId="{4EF4B88D-6678-4032-9751-422794F92589}" dt="2025-03-28T14:50:26.509" v="274" actId="207"/>
        <pc:sldMkLst>
          <pc:docMk/>
          <pc:sldMk cId="1027931571" sldId="502"/>
        </pc:sldMkLst>
        <pc:spChg chg="mod">
          <ac:chgData name="Steven M Christey" userId="f24da668-4c1f-41c0-850e-113e2bdf78cf" providerId="ADAL" clId="{4EF4B88D-6678-4032-9751-422794F92589}" dt="2025-03-28T14:50:26.509" v="274" actId="207"/>
          <ac:spMkLst>
            <pc:docMk/>
            <pc:sldMk cId="1027931571" sldId="502"/>
            <ac:spMk id="3" creationId="{93F9826D-B9D1-997D-1F9C-2B9AC119BAA4}"/>
          </ac:spMkLst>
        </pc:spChg>
      </pc:sldChg>
      <pc:sldChg chg="modSp mod">
        <pc:chgData name="Steven M Christey" userId="f24da668-4c1f-41c0-850e-113e2bdf78cf" providerId="ADAL" clId="{4EF4B88D-6678-4032-9751-422794F92589}" dt="2025-03-28T15:48:45.934" v="899" actId="20577"/>
        <pc:sldMkLst>
          <pc:docMk/>
          <pc:sldMk cId="3197665598" sldId="503"/>
        </pc:sldMkLst>
        <pc:spChg chg="mod">
          <ac:chgData name="Steven M Christey" userId="f24da668-4c1f-41c0-850e-113e2bdf78cf" providerId="ADAL" clId="{4EF4B88D-6678-4032-9751-422794F92589}" dt="2025-03-28T15:48:45.934" v="899" actId="20577"/>
          <ac:spMkLst>
            <pc:docMk/>
            <pc:sldMk cId="3197665598" sldId="503"/>
            <ac:spMk id="3" creationId="{18903628-5E0D-0F02-4B7C-9332FE4C3448}"/>
          </ac:spMkLst>
        </pc:spChg>
      </pc:sldChg>
      <pc:sldChg chg="modSp mod">
        <pc:chgData name="Steven M Christey" userId="f24da668-4c1f-41c0-850e-113e2bdf78cf" providerId="ADAL" clId="{4EF4B88D-6678-4032-9751-422794F92589}" dt="2025-03-28T15:37:39.383" v="661"/>
        <pc:sldMkLst>
          <pc:docMk/>
          <pc:sldMk cId="875236698" sldId="505"/>
        </pc:sldMkLst>
        <pc:spChg chg="mod">
          <ac:chgData name="Steven M Christey" userId="f24da668-4c1f-41c0-850e-113e2bdf78cf" providerId="ADAL" clId="{4EF4B88D-6678-4032-9751-422794F92589}" dt="2025-03-28T15:37:39.383" v="661"/>
          <ac:spMkLst>
            <pc:docMk/>
            <pc:sldMk cId="875236698" sldId="505"/>
            <ac:spMk id="3" creationId="{60F09E05-5C5B-B252-2D8C-81D9597607D7}"/>
          </ac:spMkLst>
        </pc:spChg>
      </pc:sldChg>
      <pc:sldChg chg="modSp mod">
        <pc:chgData name="Steven M Christey" userId="f24da668-4c1f-41c0-850e-113e2bdf78cf" providerId="ADAL" clId="{4EF4B88D-6678-4032-9751-422794F92589}" dt="2025-03-28T14:42:39.935" v="101" actId="20577"/>
        <pc:sldMkLst>
          <pc:docMk/>
          <pc:sldMk cId="2730253842" sldId="542"/>
        </pc:sldMkLst>
        <pc:spChg chg="mod">
          <ac:chgData name="Steven M Christey" userId="f24da668-4c1f-41c0-850e-113e2bdf78cf" providerId="ADAL" clId="{4EF4B88D-6678-4032-9751-422794F92589}" dt="2025-03-28T14:42:20.944" v="80" actId="20577"/>
          <ac:spMkLst>
            <pc:docMk/>
            <pc:sldMk cId="2730253842" sldId="542"/>
            <ac:spMk id="2" creationId="{91D802BE-518D-D6E6-531C-A2E587BDF05C}"/>
          </ac:spMkLst>
        </pc:spChg>
        <pc:spChg chg="mod">
          <ac:chgData name="Steven M Christey" userId="f24da668-4c1f-41c0-850e-113e2bdf78cf" providerId="ADAL" clId="{4EF4B88D-6678-4032-9751-422794F92589}" dt="2025-03-28T14:42:39.935" v="101" actId="20577"/>
          <ac:spMkLst>
            <pc:docMk/>
            <pc:sldMk cId="2730253842" sldId="542"/>
            <ac:spMk id="3" creationId="{CF8600D0-E349-74FD-4214-23DC700A0F91}"/>
          </ac:spMkLst>
        </pc:spChg>
      </pc:sldChg>
      <pc:sldChg chg="addSp delSp modSp mod">
        <pc:chgData name="Steven M Christey" userId="f24da668-4c1f-41c0-850e-113e2bdf78cf" providerId="ADAL" clId="{4EF4B88D-6678-4032-9751-422794F92589}" dt="2025-03-28T14:59:59.752" v="438" actId="403"/>
        <pc:sldMkLst>
          <pc:docMk/>
          <pc:sldMk cId="3459002713" sldId="552"/>
        </pc:sldMkLst>
        <pc:spChg chg="mod">
          <ac:chgData name="Steven M Christey" userId="f24da668-4c1f-41c0-850e-113e2bdf78cf" providerId="ADAL" clId="{4EF4B88D-6678-4032-9751-422794F92589}" dt="2025-03-28T14:48:02.953" v="247" actId="20577"/>
          <ac:spMkLst>
            <pc:docMk/>
            <pc:sldMk cId="3459002713" sldId="552"/>
            <ac:spMk id="2" creationId="{08991F8D-568A-826F-4A6D-A8A7779941F9}"/>
          </ac:spMkLst>
        </pc:spChg>
        <pc:spChg chg="mod">
          <ac:chgData name="Steven M Christey" userId="f24da668-4c1f-41c0-850e-113e2bdf78cf" providerId="ADAL" clId="{4EF4B88D-6678-4032-9751-422794F92589}" dt="2025-03-28T14:47:56.080" v="240" actId="1076"/>
          <ac:spMkLst>
            <pc:docMk/>
            <pc:sldMk cId="3459002713" sldId="552"/>
            <ac:spMk id="5" creationId="{62A4C25A-084F-F2B0-0B58-6835AFE2D0C2}"/>
          </ac:spMkLst>
        </pc:spChg>
        <pc:spChg chg="add mod">
          <ac:chgData name="Steven M Christey" userId="f24da668-4c1f-41c0-850e-113e2bdf78cf" providerId="ADAL" clId="{4EF4B88D-6678-4032-9751-422794F92589}" dt="2025-03-28T14:48:33.326" v="250" actId="115"/>
          <ac:spMkLst>
            <pc:docMk/>
            <pc:sldMk cId="3459002713" sldId="552"/>
            <ac:spMk id="8" creationId="{C4B54ECF-A9AA-CA85-AA8D-702D0649EFC9}"/>
          </ac:spMkLst>
        </pc:spChg>
        <pc:spChg chg="add mod">
          <ac:chgData name="Steven M Christey" userId="f24da668-4c1f-41c0-850e-113e2bdf78cf" providerId="ADAL" clId="{4EF4B88D-6678-4032-9751-422794F92589}" dt="2025-03-28T14:59:59.752" v="438" actId="403"/>
          <ac:spMkLst>
            <pc:docMk/>
            <pc:sldMk cId="3459002713" sldId="552"/>
            <ac:spMk id="9" creationId="{9E3A903E-5FA1-1226-0FE2-9210E3C13BE2}"/>
          </ac:spMkLst>
        </pc:spChg>
      </pc:sldChg>
      <pc:sldChg chg="modSp del mod">
        <pc:chgData name="Steven M Christey" userId="f24da668-4c1f-41c0-850e-113e2bdf78cf" providerId="ADAL" clId="{4EF4B88D-6678-4032-9751-422794F92589}" dt="2025-03-28T14:57:20.361" v="362" actId="47"/>
        <pc:sldMkLst>
          <pc:docMk/>
          <pc:sldMk cId="3362485947" sldId="560"/>
        </pc:sldMkLst>
      </pc:sldChg>
      <pc:sldChg chg="del">
        <pc:chgData name="Steven M Christey" userId="f24da668-4c1f-41c0-850e-113e2bdf78cf" providerId="ADAL" clId="{4EF4B88D-6678-4032-9751-422794F92589}" dt="2025-03-28T14:48:51.616" v="251" actId="47"/>
        <pc:sldMkLst>
          <pc:docMk/>
          <pc:sldMk cId="1300447669" sldId="575"/>
        </pc:sldMkLst>
      </pc:sldChg>
      <pc:sldChg chg="del">
        <pc:chgData name="Steven M Christey" userId="f24da668-4c1f-41c0-850e-113e2bdf78cf" providerId="ADAL" clId="{4EF4B88D-6678-4032-9751-422794F92589}" dt="2025-03-28T14:52:11.571" v="287" actId="47"/>
        <pc:sldMkLst>
          <pc:docMk/>
          <pc:sldMk cId="3655762862" sldId="576"/>
        </pc:sldMkLst>
      </pc:sldChg>
      <pc:sldChg chg="del">
        <pc:chgData name="Steven M Christey" userId="f24da668-4c1f-41c0-850e-113e2bdf78cf" providerId="ADAL" clId="{4EF4B88D-6678-4032-9751-422794F92589}" dt="2025-03-28T14:43:10.722" v="129" actId="47"/>
        <pc:sldMkLst>
          <pc:docMk/>
          <pc:sldMk cId="1133148075" sldId="579"/>
        </pc:sldMkLst>
      </pc:sldChg>
      <pc:sldChg chg="del">
        <pc:chgData name="Steven M Christey" userId="f24da668-4c1f-41c0-850e-113e2bdf78cf" providerId="ADAL" clId="{4EF4B88D-6678-4032-9751-422794F92589}" dt="2025-03-28T14:43:12.162" v="130" actId="47"/>
        <pc:sldMkLst>
          <pc:docMk/>
          <pc:sldMk cId="1000231701" sldId="580"/>
        </pc:sldMkLst>
      </pc:sldChg>
      <pc:sldChg chg="addSp delSp modSp mod">
        <pc:chgData name="Steven M Christey" userId="f24da668-4c1f-41c0-850e-113e2bdf78cf" providerId="ADAL" clId="{4EF4B88D-6678-4032-9751-422794F92589}" dt="2025-03-28T14:43:00.765" v="128" actId="478"/>
        <pc:sldMkLst>
          <pc:docMk/>
          <pc:sldMk cId="1477368885" sldId="581"/>
        </pc:sldMkLst>
        <pc:spChg chg="mod">
          <ac:chgData name="Steven M Christey" userId="f24da668-4c1f-41c0-850e-113e2bdf78cf" providerId="ADAL" clId="{4EF4B88D-6678-4032-9751-422794F92589}" dt="2025-03-28T14:42:55.326" v="127" actId="6549"/>
          <ac:spMkLst>
            <pc:docMk/>
            <pc:sldMk cId="1477368885" sldId="581"/>
            <ac:spMk id="2" creationId="{155C14C6-4CB9-2146-E92A-0EE8671F32CD}"/>
          </ac:spMkLst>
        </pc:spChg>
        <pc:spChg chg="add mod">
          <ac:chgData name="Steven M Christey" userId="f24da668-4c1f-41c0-850e-113e2bdf78cf" providerId="ADAL" clId="{4EF4B88D-6678-4032-9751-422794F92589}" dt="2025-03-28T14:43:00.765" v="128" actId="478"/>
          <ac:spMkLst>
            <pc:docMk/>
            <pc:sldMk cId="1477368885" sldId="581"/>
            <ac:spMk id="6" creationId="{E7EC792B-BCD0-F7FA-F6CF-1E02310B7838}"/>
          </ac:spMkLst>
        </pc:spChg>
      </pc:sldChg>
      <pc:sldChg chg="del">
        <pc:chgData name="Steven M Christey" userId="f24da668-4c1f-41c0-850e-113e2bdf78cf" providerId="ADAL" clId="{4EF4B88D-6678-4032-9751-422794F92589}" dt="2025-03-28T14:56:18.398" v="338" actId="47"/>
        <pc:sldMkLst>
          <pc:docMk/>
          <pc:sldMk cId="2837148105" sldId="582"/>
        </pc:sldMkLst>
      </pc:sldChg>
      <pc:sldChg chg="modSp del mod">
        <pc:chgData name="Steven M Christey" userId="f24da668-4c1f-41c0-850e-113e2bdf78cf" providerId="ADAL" clId="{4EF4B88D-6678-4032-9751-422794F92589}" dt="2025-03-28T14:45:51.772" v="165" actId="47"/>
        <pc:sldMkLst>
          <pc:docMk/>
          <pc:sldMk cId="189528037" sldId="583"/>
        </pc:sldMkLst>
      </pc:sldChg>
      <pc:sldChg chg="modSp add mod">
        <pc:chgData name="Steven M Christey" userId="f24da668-4c1f-41c0-850e-113e2bdf78cf" providerId="ADAL" clId="{4EF4B88D-6678-4032-9751-422794F92589}" dt="2025-03-28T15:53:17.401" v="904" actId="20577"/>
        <pc:sldMkLst>
          <pc:docMk/>
          <pc:sldMk cId="4229668411" sldId="584"/>
        </pc:sldMkLst>
        <pc:spChg chg="mod">
          <ac:chgData name="Steven M Christey" userId="f24da668-4c1f-41c0-850e-113e2bdf78cf" providerId="ADAL" clId="{4EF4B88D-6678-4032-9751-422794F92589}" dt="2025-03-28T15:53:17.401" v="904" actId="20577"/>
          <ac:spMkLst>
            <pc:docMk/>
            <pc:sldMk cId="4229668411" sldId="584"/>
            <ac:spMk id="3" creationId="{1FCCB05C-7E32-73E1-2F09-27776A9F4221}"/>
          </ac:spMkLst>
        </pc:spChg>
      </pc:sldChg>
      <pc:sldChg chg="del">
        <pc:chgData name="Steven M Christey" userId="f24da668-4c1f-41c0-850e-113e2bdf78cf" providerId="ADAL" clId="{4EF4B88D-6678-4032-9751-422794F92589}" dt="2025-03-28T14:56:20.737" v="339" actId="2696"/>
        <pc:sldMkLst>
          <pc:docMk/>
          <pc:sldMk cId="4291023721" sldId="584"/>
        </pc:sldMkLst>
      </pc:sldChg>
      <pc:sldChg chg="add">
        <pc:chgData name="Steven M Christey" userId="f24da668-4c1f-41c0-850e-113e2bdf78cf" providerId="ADAL" clId="{4EF4B88D-6678-4032-9751-422794F92589}" dt="2025-03-28T14:45:48.364" v="164"/>
        <pc:sldMkLst>
          <pc:docMk/>
          <pc:sldMk cId="2652250295" sldId="585"/>
        </pc:sldMkLst>
      </pc:sldChg>
      <pc:sldChg chg="modSp new mod">
        <pc:chgData name="Steven M Christey" userId="f24da668-4c1f-41c0-850e-113e2bdf78cf" providerId="ADAL" clId="{4EF4B88D-6678-4032-9751-422794F92589}" dt="2025-03-28T14:56:46.400" v="361" actId="20577"/>
        <pc:sldMkLst>
          <pc:docMk/>
          <pc:sldMk cId="1721949927" sldId="586"/>
        </pc:sldMkLst>
      </pc:sldChg>
    </pc:docChg>
  </pc:docChgLst>
  <pc:docChgLst>
    <pc:chgData name="Steven M Christey" userId="f24da668-4c1f-41c0-850e-113e2bdf78cf" providerId="ADAL" clId="{004DF47B-EA38-450F-A79E-40B5A7500405}"/>
    <pc:docChg chg="undo custSel addSld modSld sldOrd">
      <pc:chgData name="Steven M Christey" userId="f24da668-4c1f-41c0-850e-113e2bdf78cf" providerId="ADAL" clId="{004DF47B-EA38-450F-A79E-40B5A7500405}" dt="2024-12-20T16:55:32.699" v="1705" actId="6549"/>
      <pc:docMkLst>
        <pc:docMk/>
      </pc:docMkLst>
      <pc:sldChg chg="modSp mod">
        <pc:chgData name="Steven M Christey" userId="f24da668-4c1f-41c0-850e-113e2bdf78cf" providerId="ADAL" clId="{004DF47B-EA38-450F-A79E-40B5A7500405}" dt="2024-12-20T15:11:15.893" v="83" actId="20577"/>
        <pc:sldMkLst>
          <pc:docMk/>
          <pc:sldMk cId="1454278300" sldId="459"/>
        </pc:sldMkLst>
      </pc:sldChg>
      <pc:sldChg chg="modSp mod">
        <pc:chgData name="Steven M Christey" userId="f24da668-4c1f-41c0-850e-113e2bdf78cf" providerId="ADAL" clId="{004DF47B-EA38-450F-A79E-40B5A7500405}" dt="2024-12-20T15:39:53.083" v="1130" actId="20577"/>
        <pc:sldMkLst>
          <pc:docMk/>
          <pc:sldMk cId="1259113184" sldId="475"/>
        </pc:sldMkLst>
      </pc:sldChg>
      <pc:sldChg chg="modSp mod ord">
        <pc:chgData name="Steven M Christey" userId="f24da668-4c1f-41c0-850e-113e2bdf78cf" providerId="ADAL" clId="{004DF47B-EA38-450F-A79E-40B5A7500405}" dt="2024-12-20T15:58:14.296" v="1518" actId="20577"/>
        <pc:sldMkLst>
          <pc:docMk/>
          <pc:sldMk cId="1434978729" sldId="489"/>
        </pc:sldMkLst>
      </pc:sldChg>
      <pc:sldChg chg="modSp mod ord">
        <pc:chgData name="Steven M Christey" userId="f24da668-4c1f-41c0-850e-113e2bdf78cf" providerId="ADAL" clId="{004DF47B-EA38-450F-A79E-40B5A7500405}" dt="2024-12-20T16:00:50.690" v="1582" actId="20577"/>
        <pc:sldMkLst>
          <pc:docMk/>
          <pc:sldMk cId="915149386" sldId="514"/>
        </pc:sldMkLst>
      </pc:sldChg>
      <pc:sldChg chg="modSp mod">
        <pc:chgData name="Steven M Christey" userId="f24da668-4c1f-41c0-850e-113e2bdf78cf" providerId="ADAL" clId="{004DF47B-EA38-450F-A79E-40B5A7500405}" dt="2024-12-20T16:16:53.524" v="1680" actId="20577"/>
        <pc:sldMkLst>
          <pc:docMk/>
          <pc:sldMk cId="725849126" sldId="515"/>
        </pc:sldMkLst>
      </pc:sldChg>
      <pc:sldChg chg="modSp mod">
        <pc:chgData name="Steven M Christey" userId="f24da668-4c1f-41c0-850e-113e2bdf78cf" providerId="ADAL" clId="{004DF47B-EA38-450F-A79E-40B5A7500405}" dt="2024-12-20T15:12:51.136" v="118" actId="20577"/>
        <pc:sldMkLst>
          <pc:docMk/>
          <pc:sldMk cId="886054424" sldId="522"/>
        </pc:sldMkLst>
      </pc:sldChg>
      <pc:sldChg chg="addSp delSp mod">
        <pc:chgData name="Steven M Christey" userId="f24da668-4c1f-41c0-850e-113e2bdf78cf" providerId="ADAL" clId="{004DF47B-EA38-450F-A79E-40B5A7500405}" dt="2024-12-20T15:34:43.732" v="687" actId="22"/>
        <pc:sldMkLst>
          <pc:docMk/>
          <pc:sldMk cId="2610765628" sldId="531"/>
        </pc:sldMkLst>
      </pc:sldChg>
      <pc:sldChg chg="modSp add mod">
        <pc:chgData name="Steven M Christey" userId="f24da668-4c1f-41c0-850e-113e2bdf78cf" providerId="ADAL" clId="{004DF47B-EA38-450F-A79E-40B5A7500405}" dt="2024-12-20T16:55:32.699" v="1705" actId="6549"/>
        <pc:sldMkLst>
          <pc:docMk/>
          <pc:sldMk cId="150708501" sldId="533"/>
        </pc:sldMkLst>
      </pc:sldChg>
      <pc:sldChg chg="modSp new mod">
        <pc:chgData name="Steven M Christey" userId="f24da668-4c1f-41c0-850e-113e2bdf78cf" providerId="ADAL" clId="{004DF47B-EA38-450F-A79E-40B5A7500405}" dt="2024-12-20T15:37:08.597" v="1069" actId="20577"/>
        <pc:sldMkLst>
          <pc:docMk/>
          <pc:sldMk cId="674283638" sldId="534"/>
        </pc:sldMkLst>
      </pc:sldChg>
      <pc:sldChg chg="modSp add mod">
        <pc:chgData name="Steven M Christey" userId="f24da668-4c1f-41c0-850e-113e2bdf78cf" providerId="ADAL" clId="{004DF47B-EA38-450F-A79E-40B5A7500405}" dt="2024-12-20T15:58:41.720" v="1549" actId="20577"/>
        <pc:sldMkLst>
          <pc:docMk/>
          <pc:sldMk cId="2559893375" sldId="535"/>
        </pc:sldMkLst>
      </pc:sldChg>
    </pc:docChg>
  </pc:docChgLst>
  <pc:docChgLst>
    <pc:chgData name="Steven M Christey" userId="f24da668-4c1f-41c0-850e-113e2bdf78cf" providerId="ADAL" clId="{226DC153-8E0C-4566-9170-E041DE78683C}"/>
    <pc:docChg chg="undo custSel addSld delSld modSld sldOrd">
      <pc:chgData name="Steven M Christey" userId="f24da668-4c1f-41c0-850e-113e2bdf78cf" providerId="ADAL" clId="{226DC153-8E0C-4566-9170-E041DE78683C}" dt="2024-10-18T14:17:20.625" v="1634"/>
      <pc:docMkLst>
        <pc:docMk/>
      </pc:docMkLst>
      <pc:sldChg chg="modSp mod">
        <pc:chgData name="Steven M Christey" userId="f24da668-4c1f-41c0-850e-113e2bdf78cf" providerId="ADAL" clId="{226DC153-8E0C-4566-9170-E041DE78683C}" dt="2024-10-18T14:05:16.722" v="763" actId="207"/>
        <pc:sldMkLst>
          <pc:docMk/>
          <pc:sldMk cId="264977004" sldId="484"/>
        </pc:sldMkLst>
      </pc:sldChg>
      <pc:sldChg chg="add">
        <pc:chgData name="Steven M Christey" userId="f24da668-4c1f-41c0-850e-113e2bdf78cf" providerId="ADAL" clId="{226DC153-8E0C-4566-9170-E041DE78683C}" dt="2024-10-18T14:07:14.985" v="918"/>
        <pc:sldMkLst>
          <pc:docMk/>
          <pc:sldMk cId="1434978729" sldId="489"/>
        </pc:sldMkLst>
      </pc:sldChg>
      <pc:sldChg chg="modSp del mod">
        <pc:chgData name="Steven M Christey" userId="f24da668-4c1f-41c0-850e-113e2bdf78cf" providerId="ADAL" clId="{226DC153-8E0C-4566-9170-E041DE78683C}" dt="2024-10-18T14:07:08.228" v="917" actId="2696"/>
        <pc:sldMkLst>
          <pc:docMk/>
          <pc:sldMk cId="3218877620" sldId="489"/>
        </pc:sldMkLst>
      </pc:sldChg>
      <pc:sldChg chg="add">
        <pc:chgData name="Steven M Christey" userId="f24da668-4c1f-41c0-850e-113e2bdf78cf" providerId="ADAL" clId="{226DC153-8E0C-4566-9170-E041DE78683C}" dt="2024-10-18T14:04:45.646" v="760"/>
        <pc:sldMkLst>
          <pc:docMk/>
          <pc:sldMk cId="1582117500" sldId="495"/>
        </pc:sldMkLst>
      </pc:sldChg>
      <pc:sldChg chg="del">
        <pc:chgData name="Steven M Christey" userId="f24da668-4c1f-41c0-850e-113e2bdf78cf" providerId="ADAL" clId="{226DC153-8E0C-4566-9170-E041DE78683C}" dt="2024-10-18T14:04:42.675" v="759" actId="2696"/>
        <pc:sldMkLst>
          <pc:docMk/>
          <pc:sldMk cId="1694784406" sldId="495"/>
        </pc:sldMkLst>
      </pc:sldChg>
      <pc:sldChg chg="del">
        <pc:chgData name="Steven M Christey" userId="f24da668-4c1f-41c0-850e-113e2bdf78cf" providerId="ADAL" clId="{226DC153-8E0C-4566-9170-E041DE78683C}" dt="2024-10-18T14:04:42.675" v="759" actId="2696"/>
        <pc:sldMkLst>
          <pc:docMk/>
          <pc:sldMk cId="3197665598" sldId="503"/>
        </pc:sldMkLst>
      </pc:sldChg>
      <pc:sldChg chg="add ord">
        <pc:chgData name="Steven M Christey" userId="f24da668-4c1f-41c0-850e-113e2bdf78cf" providerId="ADAL" clId="{226DC153-8E0C-4566-9170-E041DE78683C}" dt="2024-10-18T14:17:20.625" v="1634"/>
        <pc:sldMkLst>
          <pc:docMk/>
          <pc:sldMk cId="3714274698" sldId="503"/>
        </pc:sldMkLst>
      </pc:sldChg>
      <pc:sldChg chg="del">
        <pc:chgData name="Steven M Christey" userId="f24da668-4c1f-41c0-850e-113e2bdf78cf" providerId="ADAL" clId="{226DC153-8E0C-4566-9170-E041DE78683C}" dt="2024-10-18T14:04:42.675" v="759" actId="2696"/>
        <pc:sldMkLst>
          <pc:docMk/>
          <pc:sldMk cId="610597220" sldId="504"/>
        </pc:sldMkLst>
      </pc:sldChg>
      <pc:sldChg chg="add">
        <pc:chgData name="Steven M Christey" userId="f24da668-4c1f-41c0-850e-113e2bdf78cf" providerId="ADAL" clId="{226DC153-8E0C-4566-9170-E041DE78683C}" dt="2024-10-18T14:04:45.646" v="760"/>
        <pc:sldMkLst>
          <pc:docMk/>
          <pc:sldMk cId="1661787862" sldId="504"/>
        </pc:sldMkLst>
      </pc:sldChg>
      <pc:sldChg chg="modSp new mod">
        <pc:chgData name="Steven M Christey" userId="f24da668-4c1f-41c0-850e-113e2bdf78cf" providerId="ADAL" clId="{226DC153-8E0C-4566-9170-E041DE78683C}" dt="2024-10-18T14:15:39.747" v="1614" actId="6549"/>
        <pc:sldMkLst>
          <pc:docMk/>
          <pc:sldMk cId="725849126" sldId="515"/>
        </pc:sldMkLst>
      </pc:sldChg>
      <pc:sldChg chg="modSp new mod">
        <pc:chgData name="Steven M Christey" userId="f24da668-4c1f-41c0-850e-113e2bdf78cf" providerId="ADAL" clId="{226DC153-8E0C-4566-9170-E041DE78683C}" dt="2024-10-18T14:05:50.194" v="833" actId="20577"/>
        <pc:sldMkLst>
          <pc:docMk/>
          <pc:sldMk cId="1870269555" sldId="516"/>
        </pc:sldMkLst>
      </pc:sldChg>
      <pc:sldChg chg="addSp delSp modSp new mod">
        <pc:chgData name="Steven M Christey" userId="f24da668-4c1f-41c0-850e-113e2bdf78cf" providerId="ADAL" clId="{226DC153-8E0C-4566-9170-E041DE78683C}" dt="2024-10-18T14:16:12.218" v="1617" actId="962"/>
        <pc:sldMkLst>
          <pc:docMk/>
          <pc:sldMk cId="2222703689" sldId="517"/>
        </pc:sldMkLst>
      </pc:sldChg>
      <pc:sldChg chg="addSp delSp modSp add mod">
        <pc:chgData name="Steven M Christey" userId="f24da668-4c1f-41c0-850e-113e2bdf78cf" providerId="ADAL" clId="{226DC153-8E0C-4566-9170-E041DE78683C}" dt="2024-10-18T14:16:30.014" v="1632" actId="962"/>
        <pc:sldMkLst>
          <pc:docMk/>
          <pc:sldMk cId="1368757520" sldId="518"/>
        </pc:sldMkLst>
      </pc:sldChg>
    </pc:docChg>
  </pc:docChgLst>
  <pc:docChgLst>
    <pc:chgData name="Steven M Christey" userId="f24da668-4c1f-41c0-850e-113e2bdf78cf" providerId="ADAL" clId="{41F9F06E-E98A-446E-9874-867AB960F484}"/>
    <pc:docChg chg="undo custSel addSld delSld modSld sldOrd">
      <pc:chgData name="Steven M Christey" userId="f24da668-4c1f-41c0-850e-113e2bdf78cf" providerId="ADAL" clId="{41F9F06E-E98A-446E-9874-867AB960F484}" dt="2025-06-06T15:50:41.352" v="1309" actId="20577"/>
      <pc:docMkLst>
        <pc:docMk/>
      </pc:docMkLst>
      <pc:sldChg chg="modSp mod">
        <pc:chgData name="Steven M Christey" userId="f24da668-4c1f-41c0-850e-113e2bdf78cf" providerId="ADAL" clId="{41F9F06E-E98A-446E-9874-867AB960F484}" dt="2025-06-06T14:39:29.029" v="278" actId="20577"/>
        <pc:sldMkLst>
          <pc:docMk/>
          <pc:sldMk cId="1173346967" sldId="588"/>
        </pc:sldMkLst>
        <pc:spChg chg="mod">
          <ac:chgData name="Steven M Christey" userId="f24da668-4c1f-41c0-850e-113e2bdf78cf" providerId="ADAL" clId="{41F9F06E-E98A-446E-9874-867AB960F484}" dt="2025-06-06T14:39:29.029" v="278" actId="20577"/>
          <ac:spMkLst>
            <pc:docMk/>
            <pc:sldMk cId="1173346967" sldId="588"/>
            <ac:spMk id="2" creationId="{B8D60102-363E-AC4D-4485-4FE896DE2933}"/>
          </ac:spMkLst>
        </pc:spChg>
      </pc:sldChg>
      <pc:sldChg chg="modSp mod">
        <pc:chgData name="Steven M Christey" userId="f24da668-4c1f-41c0-850e-113e2bdf78cf" providerId="ADAL" clId="{41F9F06E-E98A-446E-9874-867AB960F484}" dt="2025-06-06T14:49:37.800" v="858" actId="20577"/>
        <pc:sldMkLst>
          <pc:docMk/>
          <pc:sldMk cId="3566183092" sldId="589"/>
        </pc:sldMkLst>
        <pc:spChg chg="mod">
          <ac:chgData name="Steven M Christey" userId="f24da668-4c1f-41c0-850e-113e2bdf78cf" providerId="ADAL" clId="{41F9F06E-E98A-446E-9874-867AB960F484}" dt="2025-06-06T14:49:37.800" v="858" actId="20577"/>
          <ac:spMkLst>
            <pc:docMk/>
            <pc:sldMk cId="3566183092" sldId="589"/>
            <ac:spMk id="3" creationId="{4A033DD5-32AD-7AE1-9DFB-65D4DE1C2C70}"/>
          </ac:spMkLst>
        </pc:spChg>
      </pc:sldChg>
      <pc:sldChg chg="modSp mod">
        <pc:chgData name="Steven M Christey" userId="f24da668-4c1f-41c0-850e-113e2bdf78cf" providerId="ADAL" clId="{41F9F06E-E98A-446E-9874-867AB960F484}" dt="2025-06-06T15:13:55.465" v="936" actId="20577"/>
        <pc:sldMkLst>
          <pc:docMk/>
          <pc:sldMk cId="2866401371" sldId="590"/>
        </pc:sldMkLst>
        <pc:spChg chg="mod">
          <ac:chgData name="Steven M Christey" userId="f24da668-4c1f-41c0-850e-113e2bdf78cf" providerId="ADAL" clId="{41F9F06E-E98A-446E-9874-867AB960F484}" dt="2025-06-06T15:13:55.465" v="936" actId="20577"/>
          <ac:spMkLst>
            <pc:docMk/>
            <pc:sldMk cId="2866401371" sldId="590"/>
            <ac:spMk id="3" creationId="{06B667B9-DD36-BB17-870B-FF0BFBE328F5}"/>
          </ac:spMkLst>
        </pc:spChg>
      </pc:sldChg>
      <pc:sldChg chg="modSp mod">
        <pc:chgData name="Steven M Christey" userId="f24da668-4c1f-41c0-850e-113e2bdf78cf" providerId="ADAL" clId="{41F9F06E-E98A-446E-9874-867AB960F484}" dt="2025-06-06T14:49:12.616" v="854" actId="20577"/>
        <pc:sldMkLst>
          <pc:docMk/>
          <pc:sldMk cId="2634053308" sldId="591"/>
        </pc:sldMkLst>
        <pc:spChg chg="mod">
          <ac:chgData name="Steven M Christey" userId="f24da668-4c1f-41c0-850e-113e2bdf78cf" providerId="ADAL" clId="{41F9F06E-E98A-446E-9874-867AB960F484}" dt="2025-06-06T14:49:12.616" v="854" actId="20577"/>
          <ac:spMkLst>
            <pc:docMk/>
            <pc:sldMk cId="2634053308" sldId="591"/>
            <ac:spMk id="3" creationId="{3D12BCC4-D733-3132-B1C9-9FACDE9BF720}"/>
          </ac:spMkLst>
        </pc:spChg>
      </pc:sldChg>
      <pc:sldChg chg="modSp mod">
        <pc:chgData name="Steven M Christey" userId="f24da668-4c1f-41c0-850e-113e2bdf78cf" providerId="ADAL" clId="{41F9F06E-E98A-446E-9874-867AB960F484}" dt="2025-06-06T14:37:25.720" v="92" actId="20577"/>
        <pc:sldMkLst>
          <pc:docMk/>
          <pc:sldMk cId="1810802926" sldId="592"/>
        </pc:sldMkLst>
        <pc:spChg chg="mod">
          <ac:chgData name="Steven M Christey" userId="f24da668-4c1f-41c0-850e-113e2bdf78cf" providerId="ADAL" clId="{41F9F06E-E98A-446E-9874-867AB960F484}" dt="2025-06-06T14:37:25.720" v="92" actId="20577"/>
          <ac:spMkLst>
            <pc:docMk/>
            <pc:sldMk cId="1810802926" sldId="592"/>
            <ac:spMk id="3" creationId="{11CF7618-078F-E22E-D337-0DA0B2D6AB85}"/>
          </ac:spMkLst>
        </pc:spChg>
      </pc:sldChg>
      <pc:sldChg chg="modSp mod ord">
        <pc:chgData name="Steven M Christey" userId="f24da668-4c1f-41c0-850e-113e2bdf78cf" providerId="ADAL" clId="{41F9F06E-E98A-446E-9874-867AB960F484}" dt="2025-06-06T15:50:41.352" v="1309" actId="20577"/>
        <pc:sldMkLst>
          <pc:docMk/>
          <pc:sldMk cId="3671365640" sldId="593"/>
        </pc:sldMkLst>
        <pc:spChg chg="mod">
          <ac:chgData name="Steven M Christey" userId="f24da668-4c1f-41c0-850e-113e2bdf78cf" providerId="ADAL" clId="{41F9F06E-E98A-446E-9874-867AB960F484}" dt="2025-06-06T15:50:41.352" v="1309" actId="20577"/>
          <ac:spMkLst>
            <pc:docMk/>
            <pc:sldMk cId="3671365640" sldId="593"/>
            <ac:spMk id="3" creationId="{E6C71981-487C-57E6-8812-5FA29F8007D4}"/>
          </ac:spMkLst>
        </pc:spChg>
      </pc:sldChg>
      <pc:sldChg chg="modSp mod ord">
        <pc:chgData name="Steven M Christey" userId="f24da668-4c1f-41c0-850e-113e2bdf78cf" providerId="ADAL" clId="{41F9F06E-E98A-446E-9874-867AB960F484}" dt="2025-06-06T15:37:19.941" v="1123" actId="20577"/>
        <pc:sldMkLst>
          <pc:docMk/>
          <pc:sldMk cId="3060175460" sldId="594"/>
        </pc:sldMkLst>
        <pc:spChg chg="mod">
          <ac:chgData name="Steven M Christey" userId="f24da668-4c1f-41c0-850e-113e2bdf78cf" providerId="ADAL" clId="{41F9F06E-E98A-446E-9874-867AB960F484}" dt="2025-06-06T14:44:09.538" v="563" actId="20577"/>
          <ac:spMkLst>
            <pc:docMk/>
            <pc:sldMk cId="3060175460" sldId="594"/>
            <ac:spMk id="2" creationId="{C3EBF2BB-D1D3-7458-9F48-439EF2FE3483}"/>
          </ac:spMkLst>
        </pc:spChg>
        <pc:spChg chg="mod">
          <ac:chgData name="Steven M Christey" userId="f24da668-4c1f-41c0-850e-113e2bdf78cf" providerId="ADAL" clId="{41F9F06E-E98A-446E-9874-867AB960F484}" dt="2025-06-06T15:37:19.941" v="1123" actId="20577"/>
          <ac:spMkLst>
            <pc:docMk/>
            <pc:sldMk cId="3060175460" sldId="594"/>
            <ac:spMk id="3" creationId="{BBCBA22B-D692-268F-86DD-891216B01686}"/>
          </ac:spMkLst>
        </pc:spChg>
      </pc:sldChg>
      <pc:sldChg chg="modSp new mod">
        <pc:chgData name="Steven M Christey" userId="f24da668-4c1f-41c0-850e-113e2bdf78cf" providerId="ADAL" clId="{41F9F06E-E98A-446E-9874-867AB960F484}" dt="2025-06-06T15:23:57.370" v="970" actId="20577"/>
        <pc:sldMkLst>
          <pc:docMk/>
          <pc:sldMk cId="2054040068" sldId="595"/>
        </pc:sldMkLst>
        <pc:spChg chg="mod">
          <ac:chgData name="Steven M Christey" userId="f24da668-4c1f-41c0-850e-113e2bdf78cf" providerId="ADAL" clId="{41F9F06E-E98A-446E-9874-867AB960F484}" dt="2025-06-06T14:42:30.310" v="421" actId="20577"/>
          <ac:spMkLst>
            <pc:docMk/>
            <pc:sldMk cId="2054040068" sldId="595"/>
            <ac:spMk id="2" creationId="{2945A01C-787D-7610-3D16-2F66D3573FDE}"/>
          </ac:spMkLst>
        </pc:spChg>
        <pc:spChg chg="mod">
          <ac:chgData name="Steven M Christey" userId="f24da668-4c1f-41c0-850e-113e2bdf78cf" providerId="ADAL" clId="{41F9F06E-E98A-446E-9874-867AB960F484}" dt="2025-06-06T15:23:57.370" v="970" actId="20577"/>
          <ac:spMkLst>
            <pc:docMk/>
            <pc:sldMk cId="2054040068" sldId="595"/>
            <ac:spMk id="3" creationId="{77F1E062-A3B2-3DB3-817C-35C41779241B}"/>
          </ac:spMkLst>
        </pc:spChg>
      </pc:sldChg>
      <pc:sldChg chg="add">
        <pc:chgData name="Steven M Christey" userId="f24da668-4c1f-41c0-850e-113e2bdf78cf" providerId="ADAL" clId="{41F9F06E-E98A-446E-9874-867AB960F484}" dt="2025-06-06T14:47:05.737" v="811"/>
        <pc:sldMkLst>
          <pc:docMk/>
          <pc:sldMk cId="4184117928" sldId="596"/>
        </pc:sldMkLst>
      </pc:sldChg>
      <pc:sldChg chg="add">
        <pc:chgData name="Steven M Christey" userId="f24da668-4c1f-41c0-850e-113e2bdf78cf" providerId="ADAL" clId="{41F9F06E-E98A-446E-9874-867AB960F484}" dt="2025-06-06T14:47:05.737" v="811"/>
        <pc:sldMkLst>
          <pc:docMk/>
          <pc:sldMk cId="3256177257" sldId="597"/>
        </pc:sldMkLst>
      </pc:sldChg>
      <pc:sldChg chg="add del">
        <pc:chgData name="Steven M Christey" userId="f24da668-4c1f-41c0-850e-113e2bdf78cf" providerId="ADAL" clId="{41F9F06E-E98A-446E-9874-867AB960F484}" dt="2025-06-06T14:47:28.639" v="812" actId="47"/>
        <pc:sldMkLst>
          <pc:docMk/>
          <pc:sldMk cId="671160315" sldId="598"/>
        </pc:sldMkLst>
      </pc:sldChg>
    </pc:docChg>
  </pc:docChgLst>
  <pc:docChgLst>
    <pc:chgData name="Steven M Christey" userId="f24da668-4c1f-41c0-850e-113e2bdf78cf" providerId="ADAL" clId="{485CED49-FB28-49A7-BAC4-3D6DBACBD0F5}"/>
    <pc:docChg chg="undo custSel addSld delSld modSld">
      <pc:chgData name="Steven M Christey" userId="f24da668-4c1f-41c0-850e-113e2bdf78cf" providerId="ADAL" clId="{485CED49-FB28-49A7-BAC4-3D6DBACBD0F5}" dt="2025-03-14T15:52:55.827" v="2138" actId="20577"/>
      <pc:docMkLst>
        <pc:docMk/>
      </pc:docMkLst>
      <pc:sldChg chg="modSp mod">
        <pc:chgData name="Steven M Christey" userId="f24da668-4c1f-41c0-850e-113e2bdf78cf" providerId="ADAL" clId="{485CED49-FB28-49A7-BAC4-3D6DBACBD0F5}" dt="2025-03-14T14:24:56.090" v="42" actId="20577"/>
        <pc:sldMkLst>
          <pc:docMk/>
          <pc:sldMk cId="1454278300" sldId="459"/>
        </pc:sldMkLst>
        <pc:spChg chg="mod">
          <ac:chgData name="Steven M Christey" userId="f24da668-4c1f-41c0-850e-113e2bdf78cf" providerId="ADAL" clId="{485CED49-FB28-49A7-BAC4-3D6DBACBD0F5}" dt="2025-03-14T14:24:48.637" v="23" actId="20577"/>
          <ac:spMkLst>
            <pc:docMk/>
            <pc:sldMk cId="1454278300" sldId="459"/>
            <ac:spMk id="2" creationId="{33307706-4E65-00EA-9416-F4DD36CAAD0A}"/>
          </ac:spMkLst>
        </pc:spChg>
        <pc:spChg chg="mod">
          <ac:chgData name="Steven M Christey" userId="f24da668-4c1f-41c0-850e-113e2bdf78cf" providerId="ADAL" clId="{485CED49-FB28-49A7-BAC4-3D6DBACBD0F5}" dt="2025-03-14T14:24:56.090" v="42" actId="20577"/>
          <ac:spMkLst>
            <pc:docMk/>
            <pc:sldMk cId="1454278300" sldId="459"/>
            <ac:spMk id="3" creationId="{0992DF88-AC24-0FBF-1177-62DD9110498B}"/>
          </ac:spMkLst>
        </pc:spChg>
      </pc:sldChg>
      <pc:sldChg chg="modSp mod">
        <pc:chgData name="Steven M Christey" userId="f24da668-4c1f-41c0-850e-113e2bdf78cf" providerId="ADAL" clId="{485CED49-FB28-49A7-BAC4-3D6DBACBD0F5}" dt="2025-03-14T14:56:52.518" v="1997" actId="20577"/>
        <pc:sldMkLst>
          <pc:docMk/>
          <pc:sldMk cId="1259113184" sldId="475"/>
        </pc:sldMkLst>
        <pc:spChg chg="mod">
          <ac:chgData name="Steven M Christey" userId="f24da668-4c1f-41c0-850e-113e2bdf78cf" providerId="ADAL" clId="{485CED49-FB28-49A7-BAC4-3D6DBACBD0F5}" dt="2025-03-14T14:56:52.518" v="1997" actId="20577"/>
          <ac:spMkLst>
            <pc:docMk/>
            <pc:sldMk cId="1259113184" sldId="475"/>
            <ac:spMk id="3" creationId="{32062DF9-CFF1-0BEE-15FF-59D403B018ED}"/>
          </ac:spMkLst>
        </pc:spChg>
      </pc:sldChg>
      <pc:sldChg chg="modSp mod">
        <pc:chgData name="Steven M Christey" userId="f24da668-4c1f-41c0-850e-113e2bdf78cf" providerId="ADAL" clId="{485CED49-FB28-49A7-BAC4-3D6DBACBD0F5}" dt="2025-03-14T14:56:22.294" v="1976" actId="20577"/>
        <pc:sldMkLst>
          <pc:docMk/>
          <pc:sldMk cId="915149386" sldId="514"/>
        </pc:sldMkLst>
        <pc:spChg chg="mod">
          <ac:chgData name="Steven M Christey" userId="f24da668-4c1f-41c0-850e-113e2bdf78cf" providerId="ADAL" clId="{485CED49-FB28-49A7-BAC4-3D6DBACBD0F5}" dt="2025-03-14T14:40:34.748" v="1010" actId="20577"/>
          <ac:spMkLst>
            <pc:docMk/>
            <pc:sldMk cId="915149386" sldId="514"/>
            <ac:spMk id="2" creationId="{C4152329-D360-1F27-97A6-6DA95C552EBD}"/>
          </ac:spMkLst>
        </pc:spChg>
        <pc:spChg chg="mod">
          <ac:chgData name="Steven M Christey" userId="f24da668-4c1f-41c0-850e-113e2bdf78cf" providerId="ADAL" clId="{485CED49-FB28-49A7-BAC4-3D6DBACBD0F5}" dt="2025-03-14T14:56:22.294" v="1976" actId="20577"/>
          <ac:spMkLst>
            <pc:docMk/>
            <pc:sldMk cId="915149386" sldId="514"/>
            <ac:spMk id="3" creationId="{D4348C02-DFCE-A2E4-D523-D69A254A7D49}"/>
          </ac:spMkLst>
        </pc:spChg>
      </pc:sldChg>
      <pc:sldChg chg="modSp mod">
        <pc:chgData name="Steven M Christey" userId="f24da668-4c1f-41c0-850e-113e2bdf78cf" providerId="ADAL" clId="{485CED49-FB28-49A7-BAC4-3D6DBACBD0F5}" dt="2025-03-14T14:57:07.414" v="1998" actId="1076"/>
        <pc:sldMkLst>
          <pc:docMk/>
          <pc:sldMk cId="150708501" sldId="533"/>
        </pc:sldMkLst>
        <pc:spChg chg="mod">
          <ac:chgData name="Steven M Christey" userId="f24da668-4c1f-41c0-850e-113e2bdf78cf" providerId="ADAL" clId="{485CED49-FB28-49A7-BAC4-3D6DBACBD0F5}" dt="2025-03-14T14:56:08.344" v="1960" actId="20577"/>
          <ac:spMkLst>
            <pc:docMk/>
            <pc:sldMk cId="150708501" sldId="533"/>
            <ac:spMk id="3" creationId="{D56FF49E-E3F8-8E2A-2DB7-2E9585AD88B0}"/>
          </ac:spMkLst>
        </pc:spChg>
        <pc:spChg chg="mod">
          <ac:chgData name="Steven M Christey" userId="f24da668-4c1f-41c0-850e-113e2bdf78cf" providerId="ADAL" clId="{485CED49-FB28-49A7-BAC4-3D6DBACBD0F5}" dt="2025-03-14T14:57:07.414" v="1998" actId="1076"/>
          <ac:spMkLst>
            <pc:docMk/>
            <pc:sldMk cId="150708501" sldId="533"/>
            <ac:spMk id="5" creationId="{F150325F-23B4-2959-C512-1363416E3D5B}"/>
          </ac:spMkLst>
        </pc:spChg>
      </pc:sldChg>
      <pc:sldChg chg="modSp mod">
        <pc:chgData name="Steven M Christey" userId="f24da668-4c1f-41c0-850e-113e2bdf78cf" providerId="ADAL" clId="{485CED49-FB28-49A7-BAC4-3D6DBACBD0F5}" dt="2025-03-14T14:32:18.277" v="567"/>
        <pc:sldMkLst>
          <pc:docMk/>
          <pc:sldMk cId="2730253842" sldId="542"/>
        </pc:sldMkLst>
        <pc:spChg chg="mod">
          <ac:chgData name="Steven M Christey" userId="f24da668-4c1f-41c0-850e-113e2bdf78cf" providerId="ADAL" clId="{485CED49-FB28-49A7-BAC4-3D6DBACBD0F5}" dt="2025-03-14T14:30:11.710" v="438" actId="20577"/>
          <ac:spMkLst>
            <pc:docMk/>
            <pc:sldMk cId="2730253842" sldId="542"/>
            <ac:spMk id="2" creationId="{91D802BE-518D-D6E6-531C-A2E587BDF05C}"/>
          </ac:spMkLst>
        </pc:spChg>
        <pc:spChg chg="mod">
          <ac:chgData name="Steven M Christey" userId="f24da668-4c1f-41c0-850e-113e2bdf78cf" providerId="ADAL" clId="{485CED49-FB28-49A7-BAC4-3D6DBACBD0F5}" dt="2025-03-14T14:32:18.277" v="567"/>
          <ac:spMkLst>
            <pc:docMk/>
            <pc:sldMk cId="2730253842" sldId="542"/>
            <ac:spMk id="3" creationId="{CF8600D0-E349-74FD-4214-23DC700A0F91}"/>
          </ac:spMkLst>
        </pc:spChg>
      </pc:sldChg>
      <pc:sldChg chg="modSp mod">
        <pc:chgData name="Steven M Christey" userId="f24da668-4c1f-41c0-850e-113e2bdf78cf" providerId="ADAL" clId="{485CED49-FB28-49A7-BAC4-3D6DBACBD0F5}" dt="2025-03-14T14:27:54.042" v="165"/>
        <pc:sldMkLst>
          <pc:docMk/>
          <pc:sldMk cId="1565146543" sldId="548"/>
        </pc:sldMkLst>
        <pc:spChg chg="mod">
          <ac:chgData name="Steven M Christey" userId="f24da668-4c1f-41c0-850e-113e2bdf78cf" providerId="ADAL" clId="{485CED49-FB28-49A7-BAC4-3D6DBACBD0F5}" dt="2025-03-14T14:27:54.042" v="165"/>
          <ac:spMkLst>
            <pc:docMk/>
            <pc:sldMk cId="1565146543" sldId="548"/>
            <ac:spMk id="2" creationId="{D261E447-4F51-57E1-6CB2-D304F03BBD21}"/>
          </ac:spMkLst>
        </pc:spChg>
      </pc:sldChg>
      <pc:sldChg chg="add del">
        <pc:chgData name="Steven M Christey" userId="f24da668-4c1f-41c0-850e-113e2bdf78cf" providerId="ADAL" clId="{485CED49-FB28-49A7-BAC4-3D6DBACBD0F5}" dt="2025-03-14T14:55:58.312" v="1959" actId="47"/>
        <pc:sldMkLst>
          <pc:docMk/>
          <pc:sldMk cId="1431843067" sldId="577"/>
        </pc:sldMkLst>
      </pc:sldChg>
      <pc:sldChg chg="modSp new del mod">
        <pc:chgData name="Steven M Christey" userId="f24da668-4c1f-41c0-850e-113e2bdf78cf" providerId="ADAL" clId="{485CED49-FB28-49A7-BAC4-3D6DBACBD0F5}" dt="2025-03-14T14:52:24.573" v="1958" actId="47"/>
        <pc:sldMkLst>
          <pc:docMk/>
          <pc:sldMk cId="3506711116" sldId="578"/>
        </pc:sldMkLst>
      </pc:sldChg>
      <pc:sldChg chg="modSp new mod">
        <pc:chgData name="Steven M Christey" userId="f24da668-4c1f-41c0-850e-113e2bdf78cf" providerId="ADAL" clId="{485CED49-FB28-49A7-BAC4-3D6DBACBD0F5}" dt="2025-03-14T15:52:55.827" v="2138" actId="20577"/>
        <pc:sldMkLst>
          <pc:docMk/>
          <pc:sldMk cId="1133148075" sldId="579"/>
        </pc:sldMkLst>
      </pc:sldChg>
      <pc:sldChg chg="modSp new mod">
        <pc:chgData name="Steven M Christey" userId="f24da668-4c1f-41c0-850e-113e2bdf78cf" providerId="ADAL" clId="{485CED49-FB28-49A7-BAC4-3D6DBACBD0F5}" dt="2025-03-14T14:44:34.185" v="1451" actId="20577"/>
        <pc:sldMkLst>
          <pc:docMk/>
          <pc:sldMk cId="1000231701" sldId="580"/>
        </pc:sldMkLst>
      </pc:sldChg>
      <pc:sldChg chg="modSp new mod">
        <pc:chgData name="Steven M Christey" userId="f24da668-4c1f-41c0-850e-113e2bdf78cf" providerId="ADAL" clId="{485CED49-FB28-49A7-BAC4-3D6DBACBD0F5}" dt="2025-03-14T14:41:24.948" v="1047" actId="20577"/>
        <pc:sldMkLst>
          <pc:docMk/>
          <pc:sldMk cId="1477368885" sldId="581"/>
        </pc:sldMkLst>
        <pc:spChg chg="mod">
          <ac:chgData name="Steven M Christey" userId="f24da668-4c1f-41c0-850e-113e2bdf78cf" providerId="ADAL" clId="{485CED49-FB28-49A7-BAC4-3D6DBACBD0F5}" dt="2025-03-14T14:41:19.393" v="1024"/>
          <ac:spMkLst>
            <pc:docMk/>
            <pc:sldMk cId="1477368885" sldId="581"/>
            <ac:spMk id="2" creationId="{155C14C6-4CB9-2146-E92A-0EE8671F32CD}"/>
          </ac:spMkLst>
        </pc:spChg>
      </pc:sldChg>
      <pc:sldChg chg="modSp add mod">
        <pc:chgData name="Steven M Christey" userId="f24da668-4c1f-41c0-850e-113e2bdf78cf" providerId="ADAL" clId="{485CED49-FB28-49A7-BAC4-3D6DBACBD0F5}" dt="2025-03-14T14:52:14.786" v="1957" actId="20577"/>
        <pc:sldMkLst>
          <pc:docMk/>
          <pc:sldMk cId="2837148105" sldId="582"/>
        </pc:sldMkLst>
      </pc:sldChg>
      <pc:sldChg chg="modSp add mod">
        <pc:chgData name="Steven M Christey" userId="f24da668-4c1f-41c0-850e-113e2bdf78cf" providerId="ADAL" clId="{485CED49-FB28-49A7-BAC4-3D6DBACBD0F5}" dt="2025-03-14T15:00:15.169" v="2127" actId="20577"/>
        <pc:sldMkLst>
          <pc:docMk/>
          <pc:sldMk cId="189528037" sldId="583"/>
        </pc:sldMkLst>
      </pc:sldChg>
      <pc:sldChg chg="modSp add mod">
        <pc:chgData name="Steven M Christey" userId="f24da668-4c1f-41c0-850e-113e2bdf78cf" providerId="ADAL" clId="{485CED49-FB28-49A7-BAC4-3D6DBACBD0F5}" dt="2025-03-14T14:51:41.785" v="1920" actId="20577"/>
        <pc:sldMkLst>
          <pc:docMk/>
          <pc:sldMk cId="4291023721" sldId="584"/>
        </pc:sldMkLst>
      </pc:sldChg>
    </pc:docChg>
  </pc:docChgLst>
  <pc:docChgLst>
    <pc:chgData name="Alec J Summers" userId="d9c4246f-ffa8-4c52-a253-9dc5efe19efc" providerId="ADAL" clId="{AED219C3-DB5D-EB4F-A262-F8BE05B0867F}"/>
    <pc:docChg chg="undo redo custSel addSld delSld modSld">
      <pc:chgData name="Alec J Summers" userId="d9c4246f-ffa8-4c52-a253-9dc5efe19efc" providerId="ADAL" clId="{AED219C3-DB5D-EB4F-A262-F8BE05B0867F}" dt="2024-11-15T16:01:04.587" v="102" actId="20577"/>
      <pc:docMkLst>
        <pc:docMk/>
      </pc:docMkLst>
      <pc:sldChg chg="modSp mod">
        <pc:chgData name="Alec J Summers" userId="d9c4246f-ffa8-4c52-a253-9dc5efe19efc" providerId="ADAL" clId="{AED219C3-DB5D-EB4F-A262-F8BE05B0867F}" dt="2024-11-15T16:01:04.587" v="102" actId="20577"/>
        <pc:sldMkLst>
          <pc:docMk/>
          <pc:sldMk cId="1434978729" sldId="489"/>
        </pc:sldMkLst>
      </pc:sldChg>
      <pc:sldChg chg="del">
        <pc:chgData name="Alec J Summers" userId="d9c4246f-ffa8-4c52-a253-9dc5efe19efc" providerId="ADAL" clId="{AED219C3-DB5D-EB4F-A262-F8BE05B0867F}" dt="2024-11-15T15:57:30.079" v="0" actId="2696"/>
        <pc:sldMkLst>
          <pc:docMk/>
          <pc:sldMk cId="150708501" sldId="510"/>
        </pc:sldMkLst>
      </pc:sldChg>
      <pc:sldChg chg="add del">
        <pc:chgData name="Alec J Summers" userId="d9c4246f-ffa8-4c52-a253-9dc5efe19efc" providerId="ADAL" clId="{AED219C3-DB5D-EB4F-A262-F8BE05B0867F}" dt="2024-11-15T15:59:00.090" v="57"/>
        <pc:sldMkLst>
          <pc:docMk/>
          <pc:sldMk cId="675866312" sldId="510"/>
        </pc:sldMkLst>
      </pc:sldChg>
      <pc:sldChg chg="modSp new mod">
        <pc:chgData name="Alec J Summers" userId="d9c4246f-ffa8-4c52-a253-9dc5efe19efc" providerId="ADAL" clId="{AED219C3-DB5D-EB4F-A262-F8BE05B0867F}" dt="2024-11-15T15:58:59.728" v="56" actId="20577"/>
        <pc:sldMkLst>
          <pc:docMk/>
          <pc:sldMk cId="452383892" sldId="532"/>
        </pc:sldMkLst>
      </pc:sldChg>
    </pc:docChg>
  </pc:docChgLst>
  <pc:docChgLst>
    <pc:chgData name="Alec J Summers" userId="S::asummers@mitre.org::d9c4246f-ffa8-4c52-a253-9dc5efe19efc" providerId="AD" clId="Web-{C723249B-3A3F-42BF-9763-B3C1AE422D4C}"/>
    <pc:docChg chg="modSld">
      <pc:chgData name="Alec J Summers" userId="S::asummers@mitre.org::d9c4246f-ffa8-4c52-a253-9dc5efe19efc" providerId="AD" clId="Web-{C723249B-3A3F-42BF-9763-B3C1AE422D4C}" dt="2024-11-15T15:56:28.554" v="13" actId="20577"/>
      <pc:docMkLst>
        <pc:docMk/>
      </pc:docMkLst>
    </pc:docChg>
  </pc:docChgLst>
  <pc:docChgLst>
    <pc:chgData name="Marissa R Dotter" userId="S::mdotter@mitre.org::19f597a0-23d7-4527-8145-567b323b2b00" providerId="AD" clId="Web-{A3CB14AF-BF02-E3F9-E198-B3F4BC4A8267}"/>
    <pc:docChg chg="modSld">
      <pc:chgData name="Marissa R Dotter" userId="S::mdotter@mitre.org::19f597a0-23d7-4527-8145-567b323b2b00" providerId="AD" clId="Web-{A3CB14AF-BF02-E3F9-E198-B3F4BC4A8267}" dt="2025-04-09T18:42:17.901" v="2" actId="20577"/>
      <pc:docMkLst>
        <pc:docMk/>
      </pc:docMkLst>
      <pc:sldChg chg="modSp">
        <pc:chgData name="Marissa R Dotter" userId="S::mdotter@mitre.org::19f597a0-23d7-4527-8145-567b323b2b00" providerId="AD" clId="Web-{A3CB14AF-BF02-E3F9-E198-B3F4BC4A8267}" dt="2025-04-09T18:42:17.901" v="2" actId="20577"/>
        <pc:sldMkLst>
          <pc:docMk/>
          <pc:sldMk cId="3459002713" sldId="552"/>
        </pc:sldMkLst>
        <pc:spChg chg="mod">
          <ac:chgData name="Marissa R Dotter" userId="S::mdotter@mitre.org::19f597a0-23d7-4527-8145-567b323b2b00" providerId="AD" clId="Web-{A3CB14AF-BF02-E3F9-E198-B3F4BC4A8267}" dt="2025-04-09T18:42:17.901" v="2" actId="20577"/>
          <ac:spMkLst>
            <pc:docMk/>
            <pc:sldMk cId="3459002713" sldId="552"/>
            <ac:spMk id="8" creationId="{C4B54ECF-A9AA-CA85-AA8D-702D0649EFC9}"/>
          </ac:spMkLst>
        </pc:spChg>
      </pc:sldChg>
    </pc:docChg>
  </pc:docChgLst>
  <pc:docChgLst>
    <pc:chgData name="Steven M Christey" userId="f24da668-4c1f-41c0-850e-113e2bdf78cf" providerId="ADAL" clId="{D2310769-A872-4D86-AB53-6BE45AB1A5CC}"/>
    <pc:docChg chg="undo custSel addSld delSld modSld sldOrd">
      <pc:chgData name="Steven M Christey" userId="f24da668-4c1f-41c0-850e-113e2bdf78cf" providerId="ADAL" clId="{D2310769-A872-4D86-AB53-6BE45AB1A5CC}" dt="2024-11-01T15:45:37.427" v="853" actId="20577"/>
      <pc:docMkLst>
        <pc:docMk/>
      </pc:docMkLst>
      <pc:sldChg chg="modSp mod">
        <pc:chgData name="Steven M Christey" userId="f24da668-4c1f-41c0-850e-113e2bdf78cf" providerId="ADAL" clId="{D2310769-A872-4D86-AB53-6BE45AB1A5CC}" dt="2024-11-01T14:17:21.106" v="19" actId="20577"/>
        <pc:sldMkLst>
          <pc:docMk/>
          <pc:sldMk cId="1454278300" sldId="459"/>
        </pc:sldMkLst>
      </pc:sldChg>
      <pc:sldChg chg="modSp mod">
        <pc:chgData name="Steven M Christey" userId="f24da668-4c1f-41c0-850e-113e2bdf78cf" providerId="ADAL" clId="{D2310769-A872-4D86-AB53-6BE45AB1A5CC}" dt="2024-11-01T14:17:34.613" v="29" actId="20577"/>
        <pc:sldMkLst>
          <pc:docMk/>
          <pc:sldMk cId="1259113184" sldId="475"/>
        </pc:sldMkLst>
      </pc:sldChg>
      <pc:sldChg chg="del">
        <pc:chgData name="Steven M Christey" userId="f24da668-4c1f-41c0-850e-113e2bdf78cf" providerId="ADAL" clId="{D2310769-A872-4D86-AB53-6BE45AB1A5CC}" dt="2024-11-01T14:33:45.475" v="400" actId="47"/>
        <pc:sldMkLst>
          <pc:docMk/>
          <pc:sldMk cId="548372673" sldId="480"/>
        </pc:sldMkLst>
      </pc:sldChg>
      <pc:sldChg chg="del">
        <pc:chgData name="Steven M Christey" userId="f24da668-4c1f-41c0-850e-113e2bdf78cf" providerId="ADAL" clId="{D2310769-A872-4D86-AB53-6BE45AB1A5CC}" dt="2024-11-01T14:26:29.843" v="297" actId="47"/>
        <pc:sldMkLst>
          <pc:docMk/>
          <pc:sldMk cId="264977004" sldId="484"/>
        </pc:sldMkLst>
      </pc:sldChg>
      <pc:sldChg chg="modSp mod">
        <pc:chgData name="Steven M Christey" userId="f24da668-4c1f-41c0-850e-113e2bdf78cf" providerId="ADAL" clId="{D2310769-A872-4D86-AB53-6BE45AB1A5CC}" dt="2024-11-01T14:38:06.434" v="590" actId="20577"/>
        <pc:sldMkLst>
          <pc:docMk/>
          <pc:sldMk cId="1434978729" sldId="489"/>
        </pc:sldMkLst>
      </pc:sldChg>
      <pc:sldChg chg="del">
        <pc:chgData name="Steven M Christey" userId="f24da668-4c1f-41c0-850e-113e2bdf78cf" providerId="ADAL" clId="{D2310769-A872-4D86-AB53-6BE45AB1A5CC}" dt="2024-11-01T14:26:34.132" v="298" actId="47"/>
        <pc:sldMkLst>
          <pc:docMk/>
          <pc:sldMk cId="1582117500" sldId="495"/>
        </pc:sldMkLst>
      </pc:sldChg>
      <pc:sldChg chg="del">
        <pc:chgData name="Steven M Christey" userId="f24da668-4c1f-41c0-850e-113e2bdf78cf" providerId="ADAL" clId="{D2310769-A872-4D86-AB53-6BE45AB1A5CC}" dt="2024-11-01T14:33:08.456" v="394" actId="47"/>
        <pc:sldMkLst>
          <pc:docMk/>
          <pc:sldMk cId="3714274698" sldId="503"/>
        </pc:sldMkLst>
      </pc:sldChg>
      <pc:sldChg chg="del">
        <pc:chgData name="Steven M Christey" userId="f24da668-4c1f-41c0-850e-113e2bdf78cf" providerId="ADAL" clId="{D2310769-A872-4D86-AB53-6BE45AB1A5CC}" dt="2024-11-01T14:33:09.888" v="395" actId="47"/>
        <pc:sldMkLst>
          <pc:docMk/>
          <pc:sldMk cId="1661787862" sldId="504"/>
        </pc:sldMkLst>
      </pc:sldChg>
      <pc:sldChg chg="modSp mod">
        <pc:chgData name="Steven M Christey" userId="f24da668-4c1f-41c0-850e-113e2bdf78cf" providerId="ADAL" clId="{D2310769-A872-4D86-AB53-6BE45AB1A5CC}" dt="2024-11-01T14:48:23.415" v="621" actId="20577"/>
        <pc:sldMkLst>
          <pc:docMk/>
          <pc:sldMk cId="915149386" sldId="514"/>
        </pc:sldMkLst>
      </pc:sldChg>
      <pc:sldChg chg="addSp delSp modSp mod">
        <pc:chgData name="Steven M Christey" userId="f24da668-4c1f-41c0-850e-113e2bdf78cf" providerId="ADAL" clId="{D2310769-A872-4D86-AB53-6BE45AB1A5CC}" dt="2024-11-01T14:39:00.242" v="612" actId="20577"/>
        <pc:sldMkLst>
          <pc:docMk/>
          <pc:sldMk cId="725849126" sldId="515"/>
        </pc:sldMkLst>
      </pc:sldChg>
      <pc:sldChg chg="ord">
        <pc:chgData name="Steven M Christey" userId="f24da668-4c1f-41c0-850e-113e2bdf78cf" providerId="ADAL" clId="{D2310769-A872-4D86-AB53-6BE45AB1A5CC}" dt="2024-11-01T14:33:58.671" v="402"/>
        <pc:sldMkLst>
          <pc:docMk/>
          <pc:sldMk cId="2222703689" sldId="517"/>
        </pc:sldMkLst>
      </pc:sldChg>
      <pc:sldChg chg="ord">
        <pc:chgData name="Steven M Christey" userId="f24da668-4c1f-41c0-850e-113e2bdf78cf" providerId="ADAL" clId="{D2310769-A872-4D86-AB53-6BE45AB1A5CC}" dt="2024-11-01T14:33:58.671" v="402"/>
        <pc:sldMkLst>
          <pc:docMk/>
          <pc:sldMk cId="1368757520" sldId="518"/>
        </pc:sldMkLst>
      </pc:sldChg>
      <pc:sldChg chg="addSp delSp modSp new mod">
        <pc:chgData name="Steven M Christey" userId="f24da668-4c1f-41c0-850e-113e2bdf78cf" providerId="ADAL" clId="{D2310769-A872-4D86-AB53-6BE45AB1A5CC}" dt="2024-11-01T15:30:49.189" v="645" actId="9405"/>
        <pc:sldMkLst>
          <pc:docMk/>
          <pc:sldMk cId="3935828083" sldId="519"/>
        </pc:sldMkLst>
      </pc:sldChg>
      <pc:sldChg chg="addSp delSp modSp add mod">
        <pc:chgData name="Steven M Christey" userId="f24da668-4c1f-41c0-850e-113e2bdf78cf" providerId="ADAL" clId="{D2310769-A872-4D86-AB53-6BE45AB1A5CC}" dt="2024-11-01T14:34:57.920" v="452" actId="14100"/>
        <pc:sldMkLst>
          <pc:docMk/>
          <pc:sldMk cId="1883065944" sldId="520"/>
        </pc:sldMkLst>
      </pc:sldChg>
      <pc:sldChg chg="addSp delSp modSp add mod">
        <pc:chgData name="Steven M Christey" userId="f24da668-4c1f-41c0-850e-113e2bdf78cf" providerId="ADAL" clId="{D2310769-A872-4D86-AB53-6BE45AB1A5CC}" dt="2024-11-01T14:35:47.152" v="488" actId="20577"/>
        <pc:sldMkLst>
          <pc:docMk/>
          <pc:sldMk cId="3904322532" sldId="521"/>
        </pc:sldMkLst>
      </pc:sldChg>
      <pc:sldChg chg="addSp delSp modSp add mod">
        <pc:chgData name="Steven M Christey" userId="f24da668-4c1f-41c0-850e-113e2bdf78cf" providerId="ADAL" clId="{D2310769-A872-4D86-AB53-6BE45AB1A5CC}" dt="2024-11-01T15:30:19.376" v="644" actId="9405"/>
        <pc:sldMkLst>
          <pc:docMk/>
          <pc:sldMk cId="2763150767" sldId="522"/>
        </pc:sldMkLst>
      </pc:sldChg>
      <pc:sldChg chg="modSp add mod">
        <pc:chgData name="Steven M Christey" userId="f24da668-4c1f-41c0-850e-113e2bdf78cf" providerId="ADAL" clId="{D2310769-A872-4D86-AB53-6BE45AB1A5CC}" dt="2024-11-01T15:45:37.427" v="853" actId="20577"/>
        <pc:sldMkLst>
          <pc:docMk/>
          <pc:sldMk cId="2028407806" sldId="523"/>
        </pc:sldMkLst>
      </pc:sldChg>
    </pc:docChg>
  </pc:docChgLst>
  <pc:docChgLst>
    <pc:chgData name="Alec J Summers" userId="S::asummers@mitre.org::d9c4246f-ffa8-4c52-a253-9dc5efe19efc" providerId="AD" clId="Web-{2336B3DE-9635-423B-8B16-B0D62D7F642C}"/>
    <pc:docChg chg="modSld">
      <pc:chgData name="Alec J Summers" userId="S::asummers@mitre.org::d9c4246f-ffa8-4c52-a253-9dc5efe19efc" providerId="AD" clId="Web-{2336B3DE-9635-423B-8B16-B0D62D7F642C}" dt="2025-01-31T15:51:14.039" v="57" actId="20577"/>
      <pc:docMkLst>
        <pc:docMk/>
      </pc:docMkLst>
      <pc:sldChg chg="modSp">
        <pc:chgData name="Alec J Summers" userId="S::asummers@mitre.org::d9c4246f-ffa8-4c52-a253-9dc5efe19efc" providerId="AD" clId="Web-{2336B3DE-9635-423B-8B16-B0D62D7F642C}" dt="2025-01-31T15:51:14.039" v="57" actId="20577"/>
        <pc:sldMkLst>
          <pc:docMk/>
          <pc:sldMk cId="915149386" sldId="514"/>
        </pc:sldMkLst>
      </pc:sldChg>
    </pc:docChg>
  </pc:docChgLst>
  <pc:docChgLst>
    <pc:chgData name="Steven M Christey" userId="f24da668-4c1f-41c0-850e-113e2bdf78cf" providerId="ADAL" clId="{60AD052C-9CA9-449F-859E-4D7001090B75}"/>
    <pc:docChg chg="undo custSel addSld delSld modSld">
      <pc:chgData name="Steven M Christey" userId="f24da668-4c1f-41c0-850e-113e2bdf78cf" providerId="ADAL" clId="{60AD052C-9CA9-449F-859E-4D7001090B75}" dt="2025-05-09T15:54:50.740" v="3436" actId="6549"/>
      <pc:docMkLst>
        <pc:docMk/>
      </pc:docMkLst>
      <pc:sldChg chg="modSp mod">
        <pc:chgData name="Steven M Christey" userId="f24da668-4c1f-41c0-850e-113e2bdf78cf" providerId="ADAL" clId="{60AD052C-9CA9-449F-859E-4D7001090B75}" dt="2025-05-09T14:33:55.781" v="12" actId="20577"/>
        <pc:sldMkLst>
          <pc:docMk/>
          <pc:sldMk cId="1454278300" sldId="459"/>
        </pc:sldMkLst>
        <pc:spChg chg="mod">
          <ac:chgData name="Steven M Christey" userId="f24da668-4c1f-41c0-850e-113e2bdf78cf" providerId="ADAL" clId="{60AD052C-9CA9-449F-859E-4D7001090B75}" dt="2025-05-09T14:33:55.781" v="12" actId="20577"/>
          <ac:spMkLst>
            <pc:docMk/>
            <pc:sldMk cId="1454278300" sldId="459"/>
            <ac:spMk id="2" creationId="{33307706-4E65-00EA-9416-F4DD36CAAD0A}"/>
          </ac:spMkLst>
        </pc:spChg>
      </pc:sldChg>
      <pc:sldChg chg="modSp mod">
        <pc:chgData name="Steven M Christey" userId="f24da668-4c1f-41c0-850e-113e2bdf78cf" providerId="ADAL" clId="{60AD052C-9CA9-449F-859E-4D7001090B75}" dt="2025-05-09T14:34:29.032" v="84" actId="20577"/>
        <pc:sldMkLst>
          <pc:docMk/>
          <pc:sldMk cId="1259113184" sldId="475"/>
        </pc:sldMkLst>
        <pc:spChg chg="mod">
          <ac:chgData name="Steven M Christey" userId="f24da668-4c1f-41c0-850e-113e2bdf78cf" providerId="ADAL" clId="{60AD052C-9CA9-449F-859E-4D7001090B75}" dt="2025-05-09T14:34:29.032" v="84" actId="20577"/>
          <ac:spMkLst>
            <pc:docMk/>
            <pc:sldMk cId="1259113184" sldId="475"/>
            <ac:spMk id="3" creationId="{32062DF9-CFF1-0BEE-15FF-59D403B018ED}"/>
          </ac:spMkLst>
        </pc:spChg>
      </pc:sldChg>
      <pc:sldChg chg="modSp mod">
        <pc:chgData name="Steven M Christey" userId="f24da668-4c1f-41c0-850e-113e2bdf78cf" providerId="ADAL" clId="{60AD052C-9CA9-449F-859E-4D7001090B75}" dt="2025-05-09T15:10:19.852" v="2191" actId="20577"/>
        <pc:sldMkLst>
          <pc:docMk/>
          <pc:sldMk cId="915149386" sldId="514"/>
        </pc:sldMkLst>
        <pc:spChg chg="mod">
          <ac:chgData name="Steven M Christey" userId="f24da668-4c1f-41c0-850e-113e2bdf78cf" providerId="ADAL" clId="{60AD052C-9CA9-449F-859E-4D7001090B75}" dt="2025-05-09T15:10:19.852" v="2191" actId="20577"/>
          <ac:spMkLst>
            <pc:docMk/>
            <pc:sldMk cId="915149386" sldId="514"/>
            <ac:spMk id="3" creationId="{D4348C02-DFCE-A2E4-D523-D69A254A7D49}"/>
          </ac:spMkLst>
        </pc:spChg>
      </pc:sldChg>
      <pc:sldChg chg="add">
        <pc:chgData name="Steven M Christey" userId="f24da668-4c1f-41c0-850e-113e2bdf78cf" providerId="ADAL" clId="{60AD052C-9CA9-449F-859E-4D7001090B75}" dt="2025-05-09T14:42:44.576" v="86"/>
        <pc:sldMkLst>
          <pc:docMk/>
          <pc:sldMk cId="1062366465" sldId="586"/>
        </pc:sldMkLst>
      </pc:sldChg>
      <pc:sldChg chg="del">
        <pc:chgData name="Steven M Christey" userId="f24da668-4c1f-41c0-850e-113e2bdf78cf" providerId="ADAL" clId="{60AD052C-9CA9-449F-859E-4D7001090B75}" dt="2025-05-09T14:42:36.892" v="85" actId="2696"/>
        <pc:sldMkLst>
          <pc:docMk/>
          <pc:sldMk cId="1721949927" sldId="586"/>
        </pc:sldMkLst>
      </pc:sldChg>
      <pc:sldChg chg="modSp new mod">
        <pc:chgData name="Steven M Christey" userId="f24da668-4c1f-41c0-850e-113e2bdf78cf" providerId="ADAL" clId="{60AD052C-9CA9-449F-859E-4D7001090B75}" dt="2025-05-09T15:11:30.662" v="2206" actId="20577"/>
        <pc:sldMkLst>
          <pc:docMk/>
          <pc:sldMk cId="1700506989" sldId="587"/>
        </pc:sldMkLst>
        <pc:spChg chg="mod">
          <ac:chgData name="Steven M Christey" userId="f24da668-4c1f-41c0-850e-113e2bdf78cf" providerId="ADAL" clId="{60AD052C-9CA9-449F-859E-4D7001090B75}" dt="2025-05-09T14:43:04.884" v="153" actId="20577"/>
          <ac:spMkLst>
            <pc:docMk/>
            <pc:sldMk cId="1700506989" sldId="587"/>
            <ac:spMk id="2" creationId="{34525669-F833-970A-1992-544784B7D974}"/>
          </ac:spMkLst>
        </pc:spChg>
        <pc:spChg chg="mod">
          <ac:chgData name="Steven M Christey" userId="f24da668-4c1f-41c0-850e-113e2bdf78cf" providerId="ADAL" clId="{60AD052C-9CA9-449F-859E-4D7001090B75}" dt="2025-05-09T15:11:30.662" v="2206" actId="20577"/>
          <ac:spMkLst>
            <pc:docMk/>
            <pc:sldMk cId="1700506989" sldId="587"/>
            <ac:spMk id="3" creationId="{7EFAFBE8-5E16-E04A-7DAB-45787517A39B}"/>
          </ac:spMkLst>
        </pc:spChg>
      </pc:sldChg>
      <pc:sldChg chg="modSp new mod">
        <pc:chgData name="Steven M Christey" userId="f24da668-4c1f-41c0-850e-113e2bdf78cf" providerId="ADAL" clId="{60AD052C-9CA9-449F-859E-4D7001090B75}" dt="2025-05-09T14:50:26.690" v="1019" actId="20577"/>
        <pc:sldMkLst>
          <pc:docMk/>
          <pc:sldMk cId="1173346967" sldId="588"/>
        </pc:sldMkLst>
        <pc:spChg chg="mod">
          <ac:chgData name="Steven M Christey" userId="f24da668-4c1f-41c0-850e-113e2bdf78cf" providerId="ADAL" clId="{60AD052C-9CA9-449F-859E-4D7001090B75}" dt="2025-05-09T14:46:38.411" v="592" actId="20577"/>
          <ac:spMkLst>
            <pc:docMk/>
            <pc:sldMk cId="1173346967" sldId="588"/>
            <ac:spMk id="2" creationId="{B8D60102-363E-AC4D-4485-4FE896DE2933}"/>
          </ac:spMkLst>
        </pc:spChg>
        <pc:spChg chg="mod">
          <ac:chgData name="Steven M Christey" userId="f24da668-4c1f-41c0-850e-113e2bdf78cf" providerId="ADAL" clId="{60AD052C-9CA9-449F-859E-4D7001090B75}" dt="2025-05-09T14:50:26.690" v="1019" actId="20577"/>
          <ac:spMkLst>
            <pc:docMk/>
            <pc:sldMk cId="1173346967" sldId="588"/>
            <ac:spMk id="3" creationId="{F411DD74-4E7B-F870-E54F-D57535ABCAB2}"/>
          </ac:spMkLst>
        </pc:spChg>
      </pc:sldChg>
      <pc:sldChg chg="modSp new mod">
        <pc:chgData name="Steven M Christey" userId="f24da668-4c1f-41c0-850e-113e2bdf78cf" providerId="ADAL" clId="{60AD052C-9CA9-449F-859E-4D7001090B75}" dt="2025-05-09T15:14:15.823" v="2312" actId="20577"/>
        <pc:sldMkLst>
          <pc:docMk/>
          <pc:sldMk cId="3566183092" sldId="589"/>
        </pc:sldMkLst>
        <pc:spChg chg="mod">
          <ac:chgData name="Steven M Christey" userId="f24da668-4c1f-41c0-850e-113e2bdf78cf" providerId="ADAL" clId="{60AD052C-9CA9-449F-859E-4D7001090B75}" dt="2025-05-09T14:48:47.625" v="989" actId="20577"/>
          <ac:spMkLst>
            <pc:docMk/>
            <pc:sldMk cId="3566183092" sldId="589"/>
            <ac:spMk id="2" creationId="{C05BC0CA-6763-4400-FCCA-3F2157F96EB7}"/>
          </ac:spMkLst>
        </pc:spChg>
        <pc:spChg chg="mod">
          <ac:chgData name="Steven M Christey" userId="f24da668-4c1f-41c0-850e-113e2bdf78cf" providerId="ADAL" clId="{60AD052C-9CA9-449F-859E-4D7001090B75}" dt="2025-05-09T15:14:15.823" v="2312" actId="20577"/>
          <ac:spMkLst>
            <pc:docMk/>
            <pc:sldMk cId="3566183092" sldId="589"/>
            <ac:spMk id="3" creationId="{4A033DD5-32AD-7AE1-9DFB-65D4DE1C2C70}"/>
          </ac:spMkLst>
        </pc:spChg>
      </pc:sldChg>
      <pc:sldChg chg="modSp new mod">
        <pc:chgData name="Steven M Christey" userId="f24da668-4c1f-41c0-850e-113e2bdf78cf" providerId="ADAL" clId="{60AD052C-9CA9-449F-859E-4D7001090B75}" dt="2025-05-09T15:34:43.340" v="2683" actId="404"/>
        <pc:sldMkLst>
          <pc:docMk/>
          <pc:sldMk cId="2866401371" sldId="590"/>
        </pc:sldMkLst>
        <pc:spChg chg="mod">
          <ac:chgData name="Steven M Christey" userId="f24da668-4c1f-41c0-850e-113e2bdf78cf" providerId="ADAL" clId="{60AD052C-9CA9-449F-859E-4D7001090B75}" dt="2025-05-09T14:50:43.882" v="1049" actId="20577"/>
          <ac:spMkLst>
            <pc:docMk/>
            <pc:sldMk cId="2866401371" sldId="590"/>
            <ac:spMk id="2" creationId="{4E11374B-E102-0B89-DDC9-963A7E0B8082}"/>
          </ac:spMkLst>
        </pc:spChg>
        <pc:spChg chg="mod">
          <ac:chgData name="Steven M Christey" userId="f24da668-4c1f-41c0-850e-113e2bdf78cf" providerId="ADAL" clId="{60AD052C-9CA9-449F-859E-4D7001090B75}" dt="2025-05-09T15:34:43.340" v="2683" actId="404"/>
          <ac:spMkLst>
            <pc:docMk/>
            <pc:sldMk cId="2866401371" sldId="590"/>
            <ac:spMk id="3" creationId="{06B667B9-DD36-BB17-870B-FF0BFBE328F5}"/>
          </ac:spMkLst>
        </pc:spChg>
      </pc:sldChg>
      <pc:sldChg chg="modSp add mod">
        <pc:chgData name="Steven M Christey" userId="f24da668-4c1f-41c0-850e-113e2bdf78cf" providerId="ADAL" clId="{60AD052C-9CA9-449F-859E-4D7001090B75}" dt="2025-05-09T15:51:26.597" v="3157" actId="20577"/>
        <pc:sldMkLst>
          <pc:docMk/>
          <pc:sldMk cId="2634053308" sldId="591"/>
        </pc:sldMkLst>
        <pc:spChg chg="mod">
          <ac:chgData name="Steven M Christey" userId="f24da668-4c1f-41c0-850e-113e2bdf78cf" providerId="ADAL" clId="{60AD052C-9CA9-449F-859E-4D7001090B75}" dt="2025-05-09T14:52:12.819" v="1252" actId="20577"/>
          <ac:spMkLst>
            <pc:docMk/>
            <pc:sldMk cId="2634053308" sldId="591"/>
            <ac:spMk id="2" creationId="{8925CFAA-BDEE-F107-6B4E-BA25EFBB9056}"/>
          </ac:spMkLst>
        </pc:spChg>
        <pc:spChg chg="mod">
          <ac:chgData name="Steven M Christey" userId="f24da668-4c1f-41c0-850e-113e2bdf78cf" providerId="ADAL" clId="{60AD052C-9CA9-449F-859E-4D7001090B75}" dt="2025-05-09T15:51:26.597" v="3157" actId="20577"/>
          <ac:spMkLst>
            <pc:docMk/>
            <pc:sldMk cId="2634053308" sldId="591"/>
            <ac:spMk id="3" creationId="{3D12BCC4-D733-3132-B1C9-9FACDE9BF720}"/>
          </ac:spMkLst>
        </pc:spChg>
      </pc:sldChg>
      <pc:sldChg chg="modSp new mod">
        <pc:chgData name="Steven M Christey" userId="f24da668-4c1f-41c0-850e-113e2bdf78cf" providerId="ADAL" clId="{60AD052C-9CA9-449F-859E-4D7001090B75}" dt="2025-05-09T14:58:07.441" v="1600" actId="14"/>
        <pc:sldMkLst>
          <pc:docMk/>
          <pc:sldMk cId="1810802926" sldId="592"/>
        </pc:sldMkLst>
        <pc:spChg chg="mod">
          <ac:chgData name="Steven M Christey" userId="f24da668-4c1f-41c0-850e-113e2bdf78cf" providerId="ADAL" clId="{60AD052C-9CA9-449F-859E-4D7001090B75}" dt="2025-05-09T14:57:08.559" v="1514" actId="20577"/>
          <ac:spMkLst>
            <pc:docMk/>
            <pc:sldMk cId="1810802926" sldId="592"/>
            <ac:spMk id="2" creationId="{7988B45C-8B7F-809E-36C4-F44086F1DCD7}"/>
          </ac:spMkLst>
        </pc:spChg>
        <pc:spChg chg="mod">
          <ac:chgData name="Steven M Christey" userId="f24da668-4c1f-41c0-850e-113e2bdf78cf" providerId="ADAL" clId="{60AD052C-9CA9-449F-859E-4D7001090B75}" dt="2025-05-09T14:58:07.441" v="1600" actId="14"/>
          <ac:spMkLst>
            <pc:docMk/>
            <pc:sldMk cId="1810802926" sldId="592"/>
            <ac:spMk id="3" creationId="{11CF7618-078F-E22E-D337-0DA0B2D6AB85}"/>
          </ac:spMkLst>
        </pc:spChg>
      </pc:sldChg>
      <pc:sldChg chg="modSp new mod">
        <pc:chgData name="Steven M Christey" userId="f24da668-4c1f-41c0-850e-113e2bdf78cf" providerId="ADAL" clId="{60AD052C-9CA9-449F-859E-4D7001090B75}" dt="2025-05-09T15:54:50.740" v="3436" actId="6549"/>
        <pc:sldMkLst>
          <pc:docMk/>
          <pc:sldMk cId="3671365640" sldId="593"/>
        </pc:sldMkLst>
        <pc:spChg chg="mod">
          <ac:chgData name="Steven M Christey" userId="f24da668-4c1f-41c0-850e-113e2bdf78cf" providerId="ADAL" clId="{60AD052C-9CA9-449F-859E-4D7001090B75}" dt="2025-05-09T14:58:23.573" v="1632" actId="20577"/>
          <ac:spMkLst>
            <pc:docMk/>
            <pc:sldMk cId="3671365640" sldId="593"/>
            <ac:spMk id="2" creationId="{CE362BAB-9D2C-48B6-6211-1DBBA012B95C}"/>
          </ac:spMkLst>
        </pc:spChg>
        <pc:spChg chg="mod">
          <ac:chgData name="Steven M Christey" userId="f24da668-4c1f-41c0-850e-113e2bdf78cf" providerId="ADAL" clId="{60AD052C-9CA9-449F-859E-4D7001090B75}" dt="2025-05-09T15:54:50.740" v="3436" actId="6549"/>
          <ac:spMkLst>
            <pc:docMk/>
            <pc:sldMk cId="3671365640" sldId="593"/>
            <ac:spMk id="3" creationId="{E6C71981-487C-57E6-8812-5FA29F8007D4}"/>
          </ac:spMkLst>
        </pc:spChg>
      </pc:sldChg>
      <pc:sldChg chg="modSp new mod">
        <pc:chgData name="Steven M Christey" userId="f24da668-4c1f-41c0-850e-113e2bdf78cf" providerId="ADAL" clId="{60AD052C-9CA9-449F-859E-4D7001090B75}" dt="2025-05-09T15:53:13.451" v="3377" actId="14"/>
        <pc:sldMkLst>
          <pc:docMk/>
          <pc:sldMk cId="3060175460" sldId="594"/>
        </pc:sldMkLst>
        <pc:spChg chg="mod">
          <ac:chgData name="Steven M Christey" userId="f24da668-4c1f-41c0-850e-113e2bdf78cf" providerId="ADAL" clId="{60AD052C-9CA9-449F-859E-4D7001090B75}" dt="2025-05-09T15:52:03.700" v="3256" actId="20577"/>
          <ac:spMkLst>
            <pc:docMk/>
            <pc:sldMk cId="3060175460" sldId="594"/>
            <ac:spMk id="2" creationId="{C3EBF2BB-D1D3-7458-9F48-439EF2FE3483}"/>
          </ac:spMkLst>
        </pc:spChg>
        <pc:spChg chg="mod">
          <ac:chgData name="Steven M Christey" userId="f24da668-4c1f-41c0-850e-113e2bdf78cf" providerId="ADAL" clId="{60AD052C-9CA9-449F-859E-4D7001090B75}" dt="2025-05-09T15:53:13.451" v="3377" actId="14"/>
          <ac:spMkLst>
            <pc:docMk/>
            <pc:sldMk cId="3060175460" sldId="594"/>
            <ac:spMk id="3" creationId="{BBCBA22B-D692-268F-86DD-891216B01686}"/>
          </ac:spMkLst>
        </pc:spChg>
      </pc:sldChg>
    </pc:docChg>
  </pc:docChgLst>
  <pc:docChgLst>
    <pc:chgData name="Steven M Christey" userId="f24da668-4c1f-41c0-850e-113e2bdf78cf" providerId="ADAL" clId="{19F25D5F-252C-424D-A52E-D5D089ECF2C6}"/>
    <pc:docChg chg="undo custSel addSld delSld modSld sldOrd">
      <pc:chgData name="Steven M Christey" userId="f24da668-4c1f-41c0-850e-113e2bdf78cf" providerId="ADAL" clId="{19F25D5F-252C-424D-A52E-D5D089ECF2C6}" dt="2025-01-31T16:25:30.993" v="1631" actId="114"/>
      <pc:docMkLst>
        <pc:docMk/>
      </pc:docMkLst>
      <pc:sldChg chg="modSp mod">
        <pc:chgData name="Steven M Christey" userId="f24da668-4c1f-41c0-850e-113e2bdf78cf" providerId="ADAL" clId="{19F25D5F-252C-424D-A52E-D5D089ECF2C6}" dt="2025-01-31T15:18:16.636" v="3" actId="20577"/>
        <pc:sldMkLst>
          <pc:docMk/>
          <pc:sldMk cId="1454278300" sldId="459"/>
        </pc:sldMkLst>
      </pc:sldChg>
      <pc:sldChg chg="modSp mod">
        <pc:chgData name="Steven M Christey" userId="f24da668-4c1f-41c0-850e-113e2bdf78cf" providerId="ADAL" clId="{19F25D5F-252C-424D-A52E-D5D089ECF2C6}" dt="2025-01-31T15:18:35.244" v="8"/>
        <pc:sldMkLst>
          <pc:docMk/>
          <pc:sldMk cId="1259113184" sldId="475"/>
        </pc:sldMkLst>
      </pc:sldChg>
      <pc:sldChg chg="modSp mod ord">
        <pc:chgData name="Steven M Christey" userId="f24da668-4c1f-41c0-850e-113e2bdf78cf" providerId="ADAL" clId="{19F25D5F-252C-424D-A52E-D5D089ECF2C6}" dt="2025-01-31T16:09:38.056" v="1614" actId="20577"/>
        <pc:sldMkLst>
          <pc:docMk/>
          <pc:sldMk cId="915149386" sldId="514"/>
        </pc:sldMkLst>
      </pc:sldChg>
      <pc:sldChg chg="modSp mod ord">
        <pc:chgData name="Steven M Christey" userId="f24da668-4c1f-41c0-850e-113e2bdf78cf" providerId="ADAL" clId="{19F25D5F-252C-424D-A52E-D5D089ECF2C6}" dt="2025-01-31T16:25:30.993" v="1631" actId="114"/>
        <pc:sldMkLst>
          <pc:docMk/>
          <pc:sldMk cId="150708501" sldId="533"/>
        </pc:sldMkLst>
      </pc:sldChg>
      <pc:sldChg chg="modSp mod">
        <pc:chgData name="Steven M Christey" userId="f24da668-4c1f-41c0-850e-113e2bdf78cf" providerId="ADAL" clId="{19F25D5F-252C-424D-A52E-D5D089ECF2C6}" dt="2025-01-31T15:27:55.431" v="554" actId="21"/>
        <pc:sldMkLst>
          <pc:docMk/>
          <pc:sldMk cId="2559893375" sldId="535"/>
        </pc:sldMkLst>
      </pc:sldChg>
      <pc:sldChg chg="del">
        <pc:chgData name="Steven M Christey" userId="f24da668-4c1f-41c0-850e-113e2bdf78cf" providerId="ADAL" clId="{19F25D5F-252C-424D-A52E-D5D089ECF2C6}" dt="2025-01-31T15:23:11.928" v="249" actId="47"/>
        <pc:sldMkLst>
          <pc:docMk/>
          <pc:sldMk cId="2801011041" sldId="536"/>
        </pc:sldMkLst>
      </pc:sldChg>
      <pc:sldChg chg="modSp mod">
        <pc:chgData name="Steven M Christey" userId="f24da668-4c1f-41c0-850e-113e2bdf78cf" providerId="ADAL" clId="{19F25D5F-252C-424D-A52E-D5D089ECF2C6}" dt="2025-01-31T15:20:41.551" v="208" actId="403"/>
        <pc:sldMkLst>
          <pc:docMk/>
          <pc:sldMk cId="888421850" sldId="537"/>
        </pc:sldMkLst>
      </pc:sldChg>
      <pc:sldChg chg="modSp new mod">
        <pc:chgData name="Steven M Christey" userId="f24da668-4c1f-41c0-850e-113e2bdf78cf" providerId="ADAL" clId="{19F25D5F-252C-424D-A52E-D5D089ECF2C6}" dt="2025-01-31T15:25:33.973" v="479" actId="20577"/>
        <pc:sldMkLst>
          <pc:docMk/>
          <pc:sldMk cId="3977709734" sldId="538"/>
        </pc:sldMkLst>
      </pc:sldChg>
      <pc:sldChg chg="modSp new mod">
        <pc:chgData name="Steven M Christey" userId="f24da668-4c1f-41c0-850e-113e2bdf78cf" providerId="ADAL" clId="{19F25D5F-252C-424D-A52E-D5D089ECF2C6}" dt="2025-01-31T15:32:42.094" v="904" actId="20577"/>
        <pc:sldMkLst>
          <pc:docMk/>
          <pc:sldMk cId="2266223281" sldId="539"/>
        </pc:sldMkLst>
      </pc:sldChg>
      <pc:sldChg chg="modSp new mod">
        <pc:chgData name="Steven M Christey" userId="f24da668-4c1f-41c0-850e-113e2bdf78cf" providerId="ADAL" clId="{19F25D5F-252C-424D-A52E-D5D089ECF2C6}" dt="2025-01-31T15:51:52.288" v="1547" actId="20577"/>
        <pc:sldMkLst>
          <pc:docMk/>
          <pc:sldMk cId="717686086" sldId="540"/>
        </pc:sldMkLst>
      </pc:sldChg>
      <pc:sldChg chg="modSp new mod">
        <pc:chgData name="Steven M Christey" userId="f24da668-4c1f-41c0-850e-113e2bdf78cf" providerId="ADAL" clId="{19F25D5F-252C-424D-A52E-D5D089ECF2C6}" dt="2025-01-31T15:41:50.169" v="1169"/>
        <pc:sldMkLst>
          <pc:docMk/>
          <pc:sldMk cId="1502259985" sldId="541"/>
        </pc:sldMkLst>
      </pc:sldChg>
      <pc:sldChg chg="modSp new mod">
        <pc:chgData name="Steven M Christey" userId="f24da668-4c1f-41c0-850e-113e2bdf78cf" providerId="ADAL" clId="{19F25D5F-252C-424D-A52E-D5D089ECF2C6}" dt="2025-01-31T15:45:41.243" v="1293" actId="14"/>
        <pc:sldMkLst>
          <pc:docMk/>
          <pc:sldMk cId="2730253842" sldId="542"/>
        </pc:sldMkLst>
      </pc:sldChg>
      <pc:sldChg chg="modSp new mod">
        <pc:chgData name="Steven M Christey" userId="f24da668-4c1f-41c0-850e-113e2bdf78cf" providerId="ADAL" clId="{19F25D5F-252C-424D-A52E-D5D089ECF2C6}" dt="2025-01-31T15:49:39.485" v="1472" actId="20577"/>
        <pc:sldMkLst>
          <pc:docMk/>
          <pc:sldMk cId="373026186" sldId="543"/>
        </pc:sldMkLst>
      </pc:sldChg>
      <pc:sldChg chg="modSp new mod">
        <pc:chgData name="Steven M Christey" userId="f24da668-4c1f-41c0-850e-113e2bdf78cf" providerId="ADAL" clId="{19F25D5F-252C-424D-A52E-D5D089ECF2C6}" dt="2025-01-31T15:51:20.340" v="1543" actId="20577"/>
        <pc:sldMkLst>
          <pc:docMk/>
          <pc:sldMk cId="1696381557" sldId="54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872F47-6CE5-4D95-B8D6-9AEA9A7E5F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6F9E59F-E5BF-4AA4-882B-F5B705DF29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8C879B-2DAC-426D-B5B4-08F42B952A26}" type="datetimeFigureOut">
              <a:rPr lang="en-US" smtClean="0"/>
              <a:t>6/6/2025</a:t>
            </a:fld>
            <a:endParaRPr lang="en-US"/>
          </a:p>
        </p:txBody>
      </p:sp>
      <p:sp>
        <p:nvSpPr>
          <p:cNvPr id="4" name="Footer Placeholder 3">
            <a:extLst>
              <a:ext uri="{FF2B5EF4-FFF2-40B4-BE49-F238E27FC236}">
                <a16:creationId xmlns:a16="http://schemas.microsoft.com/office/drawing/2014/main" id="{772C577A-CE6A-45AF-8211-1E758E6AA8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E69FD71-56EF-4DDF-81F5-C5CCA31DCE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856900-9607-4639-A903-F11B6E042CE6}" type="slidenum">
              <a:rPr lang="en-US" smtClean="0"/>
              <a:t>‹#›</a:t>
            </a:fld>
            <a:endParaRPr lang="en-US"/>
          </a:p>
        </p:txBody>
      </p:sp>
    </p:spTree>
    <p:extLst>
      <p:ext uri="{BB962C8B-B14F-4D97-AF65-F5344CB8AC3E}">
        <p14:creationId xmlns:p14="http://schemas.microsoft.com/office/powerpoint/2010/main" val="9404445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E54576-A3BB-48F9-891E-992E86D01A7B}" type="datetimeFigureOut">
              <a:rPr lang="en-US" smtClean="0"/>
              <a:t>6/6/2025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8F3C89-9E49-4851-A18A-DAECD34FD650}" type="slidenum">
              <a:rPr lang="en-US" smtClean="0"/>
              <a:t>‹#›</a:t>
            </a:fld>
            <a:endParaRPr lang="en-US"/>
          </a:p>
        </p:txBody>
      </p:sp>
    </p:spTree>
    <p:extLst>
      <p:ext uri="{BB962C8B-B14F-4D97-AF65-F5344CB8AC3E}">
        <p14:creationId xmlns:p14="http://schemas.microsoft.com/office/powerpoint/2010/main" val="711510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mitre.org/" TargetMode="External"/><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hyperlink" Target="http://www.facebook.com/MITREcorp"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grpSp>
        <p:nvGrpSpPr>
          <p:cNvPr id="3" name="Group 2"/>
          <p:cNvGrpSpPr/>
          <p:nvPr/>
        </p:nvGrpSpPr>
        <p:grpSpPr>
          <a:xfrm>
            <a:off x="81480" y="0"/>
            <a:ext cx="99589" cy="6858000"/>
            <a:chOff x="0" y="0"/>
            <a:chExt cx="407324" cy="6858000"/>
          </a:xfrm>
        </p:grpSpPr>
        <p:sp>
          <p:nvSpPr>
            <p:cNvPr id="18" name="Rectangle 17"/>
            <p:cNvSpPr/>
            <p:nvPr/>
          </p:nvSpPr>
          <p:spPr bwMode="auto">
            <a:xfrm>
              <a:off x="0" y="0"/>
              <a:ext cx="407324" cy="2398143"/>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9" name="Rectangle 18"/>
            <p:cNvSpPr/>
            <p:nvPr/>
          </p:nvSpPr>
          <p:spPr bwMode="auto">
            <a:xfrm>
              <a:off x="0" y="2510287"/>
              <a:ext cx="407324" cy="4347713"/>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9" name="Rectangle 9"/>
          <p:cNvSpPr>
            <a:spLocks noGrp="1" noChangeArrowheads="1"/>
          </p:cNvSpPr>
          <p:nvPr>
            <p:ph type="ctrTitle" sz="quarter" hasCustomPrompt="1"/>
          </p:nvPr>
        </p:nvSpPr>
        <p:spPr>
          <a:xfrm>
            <a:off x="1009528" y="368932"/>
            <a:ext cx="9662160" cy="1981200"/>
          </a:xfrm>
        </p:spPr>
        <p:txBody>
          <a:bodyPr anchor="b" anchorCtr="0">
            <a:normAutofit/>
          </a:bodyPr>
          <a:lstStyle>
            <a:lvl1pPr algn="l">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Title here</a:t>
            </a:r>
          </a:p>
        </p:txBody>
      </p:sp>
      <p:cxnSp>
        <p:nvCxnSpPr>
          <p:cNvPr id="21" name="Straight Connector 20"/>
          <p:cNvCxnSpPr/>
          <p:nvPr/>
        </p:nvCxnSpPr>
        <p:spPr bwMode="auto">
          <a:xfrm>
            <a:off x="1098208" y="2448468"/>
            <a:ext cx="10593057"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
        <p:nvSpPr>
          <p:cNvPr id="26" name="Subtitle 1"/>
          <p:cNvSpPr>
            <a:spLocks noGrp="1"/>
          </p:cNvSpPr>
          <p:nvPr>
            <p:ph type="subTitle" idx="1" hasCustomPrompt="1"/>
          </p:nvPr>
        </p:nvSpPr>
        <p:spPr>
          <a:xfrm>
            <a:off x="1044164" y="2568943"/>
            <a:ext cx="7655345" cy="389923"/>
          </a:xfrm>
        </p:spPr>
        <p:txBody>
          <a:bodyPr/>
          <a:lstStyle>
            <a:lvl1pPr marL="0" indent="0">
              <a:buNone/>
              <a:defRPr>
                <a:solidFill>
                  <a:schemeClr val="tx2"/>
                </a:solidFill>
              </a:defRPr>
            </a:lvl1pPr>
          </a:lstStyle>
          <a:p>
            <a:r>
              <a:rPr lang="en-US"/>
              <a:t>Author</a:t>
            </a:r>
          </a:p>
        </p:txBody>
      </p:sp>
      <p:sp>
        <p:nvSpPr>
          <p:cNvPr id="14" name="Slide Number Placeholder 5">
            <a:extLst>
              <a:ext uri="{FF2B5EF4-FFF2-40B4-BE49-F238E27FC236}">
                <a16:creationId xmlns:a16="http://schemas.microsoft.com/office/drawing/2014/main" id="{495288DB-2197-4AA1-9E62-6093715D88C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4DAC16AF-BAEB-10AA-A2DC-4F3E26BE0CFB}"/>
              </a:ext>
            </a:extLst>
          </p:cNvPr>
          <p:cNvGrpSpPr/>
          <p:nvPr userDrawn="1"/>
        </p:nvGrpSpPr>
        <p:grpSpPr>
          <a:xfrm>
            <a:off x="549307" y="6235638"/>
            <a:ext cx="11382864" cy="506859"/>
            <a:chOff x="549307" y="6235638"/>
            <a:chExt cx="11382864" cy="506859"/>
          </a:xfrm>
        </p:grpSpPr>
        <p:sp>
          <p:nvSpPr>
            <p:cNvPr id="20" name="Text Box 34">
              <a:extLst>
                <a:ext uri="{FF2B5EF4-FFF2-40B4-BE49-F238E27FC236}">
                  <a16:creationId xmlns:a16="http://schemas.microsoft.com/office/drawing/2014/main" id="{64B792E7-8D76-4EA8-9A42-E8F01873420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16" name="Picture 15" descr="A close up of a sign&#10;&#10;Description automatically generated">
              <a:extLst>
                <a:ext uri="{FF2B5EF4-FFF2-40B4-BE49-F238E27FC236}">
                  <a16:creationId xmlns:a16="http://schemas.microsoft.com/office/drawing/2014/main" id="{8951FE24-11A2-434A-BA2E-1EFAAF01006C}"/>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4" name="Picture 3" descr="A yellow and orange logo&#10;&#10;Description automatically generated">
              <a:extLst>
                <a:ext uri="{FF2B5EF4-FFF2-40B4-BE49-F238E27FC236}">
                  <a16:creationId xmlns:a16="http://schemas.microsoft.com/office/drawing/2014/main" id="{52FA7006-2E64-3160-D2B2-478156BA878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26487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9E1AE-2D0B-4241-8DAC-76DB425687E6}"/>
              </a:ext>
            </a:extLst>
          </p:cNvPr>
          <p:cNvSpPr>
            <a:spLocks noGrp="1"/>
          </p:cNvSpPr>
          <p:nvPr>
            <p:ph type="title"/>
          </p:nvPr>
        </p:nvSpPr>
        <p:spPr>
          <a:xfrm>
            <a:off x="616448" y="365760"/>
            <a:ext cx="11236721" cy="75025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A7DC7E0-961C-4A00-8B0B-83ECF8E3C463}"/>
              </a:ext>
            </a:extLst>
          </p:cNvPr>
          <p:cNvSpPr>
            <a:spLocks noGrp="1"/>
          </p:cNvSpPr>
          <p:nvPr>
            <p:ph idx="1"/>
          </p:nvPr>
        </p:nvSpPr>
        <p:spPr/>
        <p:txBody>
          <a:bodyPr/>
          <a:lstStyle>
            <a:lvl1pPr marL="308269" indent="-308269" algn="l" defTabSz="1216185" rtl="0" eaLnBrk="1" latinLnBrk="0" hangingPunct="1">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94485" indent="-308269" algn="l" defTabSz="1216185" rtl="0" eaLnBrk="1" latinLnBrk="0" hangingPunct="1">
              <a:spcBef>
                <a:spcPts val="0"/>
              </a:spcBef>
              <a:spcAft>
                <a:spcPts val="798"/>
              </a:spcAft>
              <a:buClr>
                <a:schemeClr val="tx2"/>
              </a:buClr>
              <a:buSzPct val="110000"/>
              <a:buFont typeface="Wingdings" pitchFamily="2" charset="2"/>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algn="l" defTabSz="1216185" rtl="0" eaLnBrk="1" latinLnBrk="0" hangingPunct="1">
              <a:spcBef>
                <a:spcPts val="0"/>
              </a:spcBef>
              <a:spcAft>
                <a:spcPts val="798"/>
              </a:spcAft>
              <a:buClr>
                <a:schemeClr val="tx2"/>
              </a:buClr>
              <a:defRPr lang="en-US" sz="2400" b="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4pPr>
            <a:lvl5pPr algn="l" defTabSz="1216185" rtl="0" eaLnBrk="1" latinLnBrk="0" hangingPunct="1">
              <a:spcBef>
                <a:spcPts val="0"/>
              </a:spcBef>
              <a:spcAft>
                <a:spcPts val="798"/>
              </a:spcAft>
              <a:buClr>
                <a:schemeClr val="tx2"/>
              </a:buClr>
              <a:defRPr lang="en-US" sz="2660" b="1" kern="1200">
                <a:solidFill>
                  <a:schemeClr val="tx1"/>
                </a:solidFill>
                <a:latin typeface="Arial" pitchFamily="34" charset="0"/>
                <a:ea typeface="Verdana" pitchFamily="34" charset="0"/>
                <a:cs typeface="Arial" pitchFamily="34" charset="0"/>
              </a:defRPr>
            </a:lvl5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7" name="Slide Number Placeholder 5">
            <a:extLst>
              <a:ext uri="{FF2B5EF4-FFF2-40B4-BE49-F238E27FC236}">
                <a16:creationId xmlns:a16="http://schemas.microsoft.com/office/drawing/2014/main" id="{B53F2848-DF32-4C59-B04B-EBFD963B2F8D}"/>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742EEB6E-AAE9-B734-EE88-4EC8DC996CDB}"/>
              </a:ext>
            </a:extLst>
          </p:cNvPr>
          <p:cNvGrpSpPr/>
          <p:nvPr userDrawn="1"/>
        </p:nvGrpSpPr>
        <p:grpSpPr>
          <a:xfrm>
            <a:off x="549307" y="6235638"/>
            <a:ext cx="11382864" cy="506859"/>
            <a:chOff x="549307" y="6235638"/>
            <a:chExt cx="11382864" cy="506859"/>
          </a:xfrm>
        </p:grpSpPr>
        <p:sp>
          <p:nvSpPr>
            <p:cNvPr id="6" name="Text Box 34">
              <a:extLst>
                <a:ext uri="{FF2B5EF4-FFF2-40B4-BE49-F238E27FC236}">
                  <a16:creationId xmlns:a16="http://schemas.microsoft.com/office/drawing/2014/main" id="{DC740274-008C-0C73-052B-7BFB85A6125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679E3AF4-8BC0-E8A4-8342-8872316E562D}"/>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37DE3D48-D56F-4AD2-19B1-45D1D7A18B0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31849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Section Header Layout">
    <p:spTree>
      <p:nvGrpSpPr>
        <p:cNvPr id="1" name=""/>
        <p:cNvGrpSpPr/>
        <p:nvPr/>
      </p:nvGrpSpPr>
      <p:grpSpPr>
        <a:xfrm>
          <a:off x="0" y="0"/>
          <a:ext cx="0" cy="0"/>
          <a:chOff x="0" y="0"/>
          <a:chExt cx="0" cy="0"/>
        </a:xfrm>
      </p:grpSpPr>
      <p:grpSp>
        <p:nvGrpSpPr>
          <p:cNvPr id="6" name="Group 5"/>
          <p:cNvGrpSpPr/>
          <p:nvPr/>
        </p:nvGrpSpPr>
        <p:grpSpPr>
          <a:xfrm>
            <a:off x="81480" y="0"/>
            <a:ext cx="99589" cy="6858000"/>
            <a:chOff x="1" y="0"/>
            <a:chExt cx="380999" cy="6858000"/>
          </a:xfrm>
        </p:grpSpPr>
        <p:sp>
          <p:nvSpPr>
            <p:cNvPr id="17" name="Rectangle 16"/>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8" name="Rectangle 17"/>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21" name="Rectangle 9"/>
          <p:cNvSpPr>
            <a:spLocks noGrp="1" noChangeArrowheads="1"/>
          </p:cNvSpPr>
          <p:nvPr>
            <p:ph type="ctrTitle" sz="quarter" hasCustomPrompt="1"/>
          </p:nvPr>
        </p:nvSpPr>
        <p:spPr>
          <a:xfrm>
            <a:off x="685800" y="2523067"/>
            <a:ext cx="10820400" cy="1803399"/>
          </a:xfrm>
        </p:spPr>
        <p:txBody>
          <a:bodyPr anchor="ctr" anchorCtr="0">
            <a:noAutofit/>
          </a:bodyPr>
          <a:lstStyle>
            <a:lvl1pPr algn="ctr">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Divider Slide – Section Title here</a:t>
            </a:r>
          </a:p>
        </p:txBody>
      </p:sp>
      <p:cxnSp>
        <p:nvCxnSpPr>
          <p:cNvPr id="5" name="Straight Connector 4"/>
          <p:cNvCxnSpPr/>
          <p:nvPr/>
        </p:nvCxnSpPr>
        <p:spPr>
          <a:xfrm>
            <a:off x="685800" y="20574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85800" y="48006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12030547" y="0"/>
            <a:ext cx="99589" cy="6858000"/>
            <a:chOff x="1" y="0"/>
            <a:chExt cx="380999" cy="6858000"/>
          </a:xfrm>
        </p:grpSpPr>
        <p:sp>
          <p:nvSpPr>
            <p:cNvPr id="20" name="Rectangle 19"/>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23" name="Rectangle 22"/>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16" name="Slide Number Placeholder 5">
            <a:extLst>
              <a:ext uri="{FF2B5EF4-FFF2-40B4-BE49-F238E27FC236}">
                <a16:creationId xmlns:a16="http://schemas.microsoft.com/office/drawing/2014/main" id="{B0B872EE-CF6B-48C6-B994-9F72BDEE74E7}"/>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67B7FC7F-2E4A-A2DD-A643-D1A10522848F}"/>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0547FED3-2C30-F4E6-3048-5675580799A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3A100C9F-1BB7-9936-B8A6-747847D4A9B2}"/>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9E6DC674-ECE5-3A97-3A4F-24FD072B2318}"/>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115249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367E-171D-4F02-854A-8698206907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2E0C53-8592-4185-BA98-B6863E30C1C9}"/>
              </a:ext>
            </a:extLst>
          </p:cNvPr>
          <p:cNvSpPr>
            <a:spLocks noGrp="1"/>
          </p:cNvSpPr>
          <p:nvPr>
            <p:ph sz="half" idx="1"/>
          </p:nvPr>
        </p:nvSpPr>
        <p:spPr>
          <a:xfrm>
            <a:off x="838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4" name="Content Placeholder 3">
            <a:extLst>
              <a:ext uri="{FF2B5EF4-FFF2-40B4-BE49-F238E27FC236}">
                <a16:creationId xmlns:a16="http://schemas.microsoft.com/office/drawing/2014/main" id="{C4FAA94F-F00A-4D54-B986-1C6CE3499C6F}"/>
              </a:ext>
            </a:extLst>
          </p:cNvPr>
          <p:cNvSpPr>
            <a:spLocks noGrp="1"/>
          </p:cNvSpPr>
          <p:nvPr>
            <p:ph sz="half" idx="2"/>
          </p:nvPr>
        </p:nvSpPr>
        <p:spPr>
          <a:xfrm>
            <a:off x="6172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10" name="Slide Number Placeholder 5">
            <a:extLst>
              <a:ext uri="{FF2B5EF4-FFF2-40B4-BE49-F238E27FC236}">
                <a16:creationId xmlns:a16="http://schemas.microsoft.com/office/drawing/2014/main" id="{CEB45D1C-3664-40B8-A5D0-E8CCF94E9716}"/>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6" name="Group 5">
            <a:extLst>
              <a:ext uri="{FF2B5EF4-FFF2-40B4-BE49-F238E27FC236}">
                <a16:creationId xmlns:a16="http://schemas.microsoft.com/office/drawing/2014/main" id="{BC9FA02B-B60F-9D2B-5710-AC8A7E290669}"/>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9E70A04F-8616-609D-8225-4AD857445D04}"/>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B10D3999-05E6-33A8-A37D-910C9BEEF84F}"/>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5D091212-3E63-BA3C-FC31-78CF32D9437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27350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9983BB99-7878-4217-A951-411299834543}"/>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7B4F1BB6-1240-8E8E-8ECA-792F0BA789E2}"/>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89A8502D-2927-9695-96E9-8F406706FAB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FD79550B-F8ED-4931-306E-37D3DABEF2F3}"/>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2E308276-A53C-F438-D9CC-E4FAD93939E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60288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No Title and Rul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480646" y="1162059"/>
            <a:ext cx="11368454" cy="209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6" name="Slide Number Placeholder 5">
            <a:extLst>
              <a:ext uri="{FF2B5EF4-FFF2-40B4-BE49-F238E27FC236}">
                <a16:creationId xmlns:a16="http://schemas.microsoft.com/office/drawing/2014/main" id="{6E540930-2B08-4727-B9A2-078A4D8C527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F18E23BB-00FD-3A1E-8AFA-3B4C7BAF444F}"/>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C07B8B59-72BB-402C-0548-28CBE824E52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8670D7C2-1C0E-6F3C-06A2-3007B50B6FAB}"/>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77B58D0F-0F23-E688-7286-9D56CCB906F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38690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Blank Slide - Large Image">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3D89D2D-9F9A-4436-ACCC-12C4EEB682D9}"/>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C724F0B9-6491-4428-EFE8-683817A4F3D6}"/>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6DE9556C-601C-A625-8E9C-D685CD0558F6}"/>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AE786262-A183-4A27-F5B3-73D0CD43706A}"/>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1A59D5F2-3DA5-5D04-F413-02C29950E6B9}"/>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234124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Final Slid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527538" y="1162059"/>
            <a:ext cx="11321562" cy="186096"/>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7818" y="1295400"/>
            <a:ext cx="1729468" cy="791415"/>
          </a:xfrm>
          <a:prstGeom prst="rect">
            <a:avLst/>
          </a:prstGeom>
        </p:spPr>
      </p:pic>
      <p:sp>
        <p:nvSpPr>
          <p:cNvPr id="13" name="Slide Number Placeholder 5">
            <a:extLst>
              <a:ext uri="{FF2B5EF4-FFF2-40B4-BE49-F238E27FC236}">
                <a16:creationId xmlns:a16="http://schemas.microsoft.com/office/drawing/2014/main" id="{B7782C9A-11A1-4178-A238-6B25283AF52F}"/>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14" name="TextBox 13">
            <a:extLst>
              <a:ext uri="{FF2B5EF4-FFF2-40B4-BE49-F238E27FC236}">
                <a16:creationId xmlns:a16="http://schemas.microsoft.com/office/drawing/2014/main" id="{17109A21-2439-4CFB-9479-D8A7F30FB2A1}"/>
              </a:ext>
            </a:extLst>
          </p:cNvPr>
          <p:cNvSpPr txBox="1"/>
          <p:nvPr/>
        </p:nvSpPr>
        <p:spPr>
          <a:xfrm>
            <a:off x="3070716" y="2220156"/>
            <a:ext cx="6083673" cy="1846659"/>
          </a:xfrm>
          <a:prstGeom prst="rect">
            <a:avLst/>
          </a:prstGeom>
          <a:noFill/>
        </p:spPr>
        <p:txBody>
          <a:bodyPr wrap="square" rtlCol="0">
            <a:spAutoFit/>
          </a:bodyPr>
          <a:lstStyle/>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MITRE’s mission-driven teams are dedicated to solving problems for a safer world. Through our federally funded R&amp;D centers and public-private partnerships, we work across government to tackle challenges to the safety, stability, and well-being of our nation.</a:t>
            </a:r>
            <a:b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br>
            <a:endPar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Learn more </a:t>
            </a:r>
            <a:r>
              <a:rPr lang="en-US" sz="1600" u="sng">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hlinkClick r:id="rId3"/>
              </a:rPr>
              <a:t>www.mitre.org</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p>
          <a:p>
            <a:pPr algn="ctr">
              <a:spcAft>
                <a:spcPts val="600"/>
              </a:spcAft>
            </a:pPr>
            <a:r>
              <a:rPr lang="en-US" sz="1600">
                <a:solidFill>
                  <a:schemeClr val="tx1">
                    <a:lumMod val="50000"/>
                    <a:lumOff val="50000"/>
                  </a:schemeClr>
                </a:solidFill>
              </a:rPr>
              <a:t> </a:t>
            </a:r>
            <a:endParaRPr lang="en-US" sz="1400">
              <a:solidFill>
                <a:schemeClr val="tx1">
                  <a:lumMod val="50000"/>
                  <a:lumOff val="50000"/>
                </a:schemeClr>
              </a:solidFill>
              <a:ea typeface="Verdana" pitchFamily="34" charset="0"/>
              <a:cs typeface="Verdana" pitchFamily="34" charset="0"/>
            </a:endParaRPr>
          </a:p>
        </p:txBody>
      </p:sp>
      <p:pic>
        <p:nvPicPr>
          <p:cNvPr id="6" name="Picture 5" descr="Facebook Logo">
            <a:hlinkClick r:id="rId4"/>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14545" y="4419742"/>
            <a:ext cx="498578" cy="498578"/>
          </a:xfrm>
          <a:prstGeom prst="rect">
            <a:avLst/>
          </a:prstGeom>
        </p:spPr>
      </p:pic>
      <p:pic>
        <p:nvPicPr>
          <p:cNvPr id="15" name="Picture 14" descr="LinkedIn Logo">
            <a:extLst>
              <a:ext uri="{FF2B5EF4-FFF2-40B4-BE49-F238E27FC236}">
                <a16:creationId xmlns:a16="http://schemas.microsoft.com/office/drawing/2014/main" id="{02C622B8-4947-4CAB-8194-8CD6F1245B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47963" y="4421381"/>
            <a:ext cx="498578" cy="498578"/>
          </a:xfrm>
          <a:prstGeom prst="rect">
            <a:avLst/>
          </a:prstGeom>
        </p:spPr>
      </p:pic>
      <p:pic>
        <p:nvPicPr>
          <p:cNvPr id="17" name="Picture 16" descr="YouTube Logo">
            <a:extLst>
              <a:ext uri="{FF2B5EF4-FFF2-40B4-BE49-F238E27FC236}">
                <a16:creationId xmlns:a16="http://schemas.microsoft.com/office/drawing/2014/main" id="{74F8B3DA-1668-47E0-836F-3E3BFF70CF2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481381" y="4427165"/>
            <a:ext cx="1186209" cy="498578"/>
          </a:xfrm>
          <a:prstGeom prst="rect">
            <a:avLst/>
          </a:prstGeom>
        </p:spPr>
      </p:pic>
      <p:pic>
        <p:nvPicPr>
          <p:cNvPr id="19" name="Picture 18" descr="Twitter Logo">
            <a:extLst>
              <a:ext uri="{FF2B5EF4-FFF2-40B4-BE49-F238E27FC236}">
                <a16:creationId xmlns:a16="http://schemas.microsoft.com/office/drawing/2014/main" id="{72F06D0D-7B3F-44C8-895A-1F35137BDE6F}"/>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4557514" y="4419742"/>
            <a:ext cx="498578" cy="498578"/>
          </a:xfrm>
          <a:prstGeom prst="rect">
            <a:avLst/>
          </a:prstGeom>
        </p:spPr>
      </p:pic>
    </p:spTree>
    <p:extLst>
      <p:ext uri="{BB962C8B-B14F-4D97-AF65-F5344CB8AC3E}">
        <p14:creationId xmlns:p14="http://schemas.microsoft.com/office/powerpoint/2010/main" val="1217307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82BF51-56C6-45DE-975B-E54B78AB85B6}"/>
              </a:ext>
            </a:extLst>
          </p:cNvPr>
          <p:cNvSpPr>
            <a:spLocks noGrp="1"/>
          </p:cNvSpPr>
          <p:nvPr>
            <p:ph type="title"/>
          </p:nvPr>
        </p:nvSpPr>
        <p:spPr>
          <a:xfrm>
            <a:off x="616448" y="365760"/>
            <a:ext cx="11236721" cy="750253"/>
          </a:xfrm>
          <a:prstGeom prst="rect">
            <a:avLst/>
          </a:prstGeom>
        </p:spPr>
        <p:txBody>
          <a:bodyPr vert="horz" lIns="91440" tIns="45720" rIns="91440" bIns="45720" rtlCol="0" anchor="ctr" anchorCtr="0">
            <a:noAutofit/>
          </a:bodyPr>
          <a:lstStyle/>
          <a:p>
            <a:pPr lvl="0">
              <a:lnSpc>
                <a:spcPts val="3200"/>
              </a:lnSpc>
            </a:pPr>
            <a:r>
              <a:rPr lang="en-US"/>
              <a:t>Click to edit Master title style</a:t>
            </a:r>
          </a:p>
        </p:txBody>
      </p:sp>
      <p:sp>
        <p:nvSpPr>
          <p:cNvPr id="3" name="Text Placeholder 2">
            <a:extLst>
              <a:ext uri="{FF2B5EF4-FFF2-40B4-BE49-F238E27FC236}">
                <a16:creationId xmlns:a16="http://schemas.microsoft.com/office/drawing/2014/main" id="{D15798B9-CA6E-4EEF-AFEA-D99321F30B5B}"/>
              </a:ext>
            </a:extLst>
          </p:cNvPr>
          <p:cNvSpPr>
            <a:spLocks noGrp="1"/>
          </p:cNvSpPr>
          <p:nvPr>
            <p:ph type="body" idx="1"/>
          </p:nvPr>
        </p:nvSpPr>
        <p:spPr>
          <a:xfrm>
            <a:off x="616449" y="1371601"/>
            <a:ext cx="11236720" cy="4794737"/>
          </a:xfrm>
          <a:prstGeom prst="rect">
            <a:avLst/>
          </a:prstGeom>
        </p:spPr>
        <p:txBody>
          <a:bodyPr vert="horz" lIns="91440" tIns="45720" rIns="91440" bIns="45720" rtlCol="0">
            <a:noAutofit/>
          </a:body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686216" lvl="1" indent="-304046" defTabSz="1216185">
              <a:spcBef>
                <a:spcPts val="0"/>
              </a:spcBef>
              <a:spcAft>
                <a:spcPts val="798"/>
              </a:spcAft>
              <a:buClr>
                <a:schemeClr val="tx2"/>
              </a:buClr>
              <a:buChar char="–"/>
            </a:pPr>
            <a:r>
              <a:rPr lang="en-US"/>
              <a:t>Second level</a:t>
            </a:r>
          </a:p>
          <a:p>
            <a:pPr marL="994485" lvl="2" indent="-308269" defTabSz="1216185">
              <a:spcBef>
                <a:spcPts val="0"/>
              </a:spcBef>
              <a:spcAft>
                <a:spcPts val="798"/>
              </a:spcAft>
              <a:buClr>
                <a:schemeClr val="tx2"/>
              </a:buClr>
              <a:buSzPct val="110000"/>
              <a:buFont typeface="Wingdings" pitchFamily="2" charset="2"/>
              <a:buChar char="§"/>
            </a:pPr>
            <a:r>
              <a:rPr lang="en-US"/>
              <a:t>Third level</a:t>
            </a:r>
          </a:p>
        </p:txBody>
      </p:sp>
      <p:sp>
        <p:nvSpPr>
          <p:cNvPr id="10" name="Rectangle 9" descr="Artifact">
            <a:extLst>
              <a:ext uri="{FF2B5EF4-FFF2-40B4-BE49-F238E27FC236}">
                <a16:creationId xmlns:a16="http://schemas.microsoft.com/office/drawing/2014/main" id="{76AE87BA-EAF2-4F85-A4C6-431AB731984B}"/>
              </a:ext>
            </a:extLst>
          </p:cNvPr>
          <p:cNvSpPr/>
          <p:nvPr/>
        </p:nvSpPr>
        <p:spPr bwMode="auto">
          <a:xfrm>
            <a:off x="81483" y="1"/>
            <a:ext cx="99586" cy="1219200"/>
          </a:xfrm>
          <a:prstGeom prst="rect">
            <a:avLst/>
          </a:prstGeom>
          <a:solidFill>
            <a:srgbClr val="C1CD23"/>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1" name="Rectangle 10" descr="Artifact">
            <a:extLst>
              <a:ext uri="{FF2B5EF4-FFF2-40B4-BE49-F238E27FC236}">
                <a16:creationId xmlns:a16="http://schemas.microsoft.com/office/drawing/2014/main" id="{B6C3F526-F252-41AB-A61C-F10A1CF2B122}"/>
              </a:ext>
            </a:extLst>
          </p:cNvPr>
          <p:cNvSpPr/>
          <p:nvPr/>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sp>
        <p:nvSpPr>
          <p:cNvPr id="13" name="Rectangle 12" descr="Artifact">
            <a:extLst>
              <a:ext uri="{FF2B5EF4-FFF2-40B4-BE49-F238E27FC236}">
                <a16:creationId xmlns:a16="http://schemas.microsoft.com/office/drawing/2014/main" id="{0FC1AD13-1188-4710-AA4D-CAD582AF814C}"/>
              </a:ext>
            </a:extLst>
          </p:cNvPr>
          <p:cNvSpPr/>
          <p:nvPr userDrawn="1"/>
        </p:nvSpPr>
        <p:spPr bwMode="auto">
          <a:xfrm>
            <a:off x="81483" y="1"/>
            <a:ext cx="99586" cy="1219200"/>
          </a:xfrm>
          <a:prstGeom prst="rect">
            <a:avLst/>
          </a:prstGeom>
          <a:solidFill>
            <a:schemeClr val="accent1"/>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4" name="Rectangle 13" descr="Artifact">
            <a:extLst>
              <a:ext uri="{FF2B5EF4-FFF2-40B4-BE49-F238E27FC236}">
                <a16:creationId xmlns:a16="http://schemas.microsoft.com/office/drawing/2014/main" id="{33566D52-4B10-4869-BC77-6B0630C04620}"/>
              </a:ext>
            </a:extLst>
          </p:cNvPr>
          <p:cNvSpPr/>
          <p:nvPr userDrawn="1"/>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cxnSp>
        <p:nvCxnSpPr>
          <p:cNvPr id="16" name="Straight Connector 15" descr="Artifact">
            <a:extLst>
              <a:ext uri="{FF2B5EF4-FFF2-40B4-BE49-F238E27FC236}">
                <a16:creationId xmlns:a16="http://schemas.microsoft.com/office/drawing/2014/main" id="{8E84DD11-8C76-4BBF-8684-CF89C69047E7}"/>
              </a:ext>
            </a:extLst>
          </p:cNvPr>
          <p:cNvCxnSpPr>
            <a:cxnSpLocks/>
          </p:cNvCxnSpPr>
          <p:nvPr userDrawn="1"/>
        </p:nvCxnSpPr>
        <p:spPr bwMode="auto">
          <a:xfrm>
            <a:off x="616449" y="1242752"/>
            <a:ext cx="11236720"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57132481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5" r:id="rId3"/>
    <p:sldLayoutId id="2147483660" r:id="rId4"/>
    <p:sldLayoutId id="2147483661" r:id="rId5"/>
    <p:sldLayoutId id="2147483662" r:id="rId6"/>
    <p:sldLayoutId id="2147483663" r:id="rId7"/>
    <p:sldLayoutId id="2147483664" r:id="rId8"/>
  </p:sldLayoutIdLst>
  <p:hf hdr="0" dt="0"/>
  <p:txStyles>
    <p:titleStyle>
      <a:lvl1pPr algn="l" defTabSz="914400" rtl="0" eaLnBrk="1" latinLnBrk="0" hangingPunct="1">
        <a:lnSpc>
          <a:spcPct val="90000"/>
        </a:lnSpc>
        <a:spcBef>
          <a:spcPct val="0"/>
        </a:spcBef>
        <a:buNone/>
        <a:defRPr lang="en-US" sz="3200" b="1"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400" b="1"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2394" kern="1200" smtClean="0">
          <a:solidFill>
            <a:schemeClr val="tx1"/>
          </a:solidFill>
          <a:latin typeface="Arial" pitchFamily="34" charset="0"/>
          <a:ea typeface="+mn-ea"/>
          <a:cs typeface="Arial"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2394" kern="1200">
          <a:solidFill>
            <a:schemeClr val="tx1"/>
          </a:solidFill>
          <a:latin typeface="Arial" pitchFamily="34" charset="0"/>
          <a:ea typeface="+mn-ea"/>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cve.mitre.org/cgi-bin/cvekey.cgi?keyword=AI" TargetMode="External"/><Relationship Id="rId2" Type="http://schemas.openxmlformats.org/officeDocument/2006/relationships/hyperlink" Target="https://cve.mitre.org/cgi-bin/cvekey.cgi?keyword=machine+learning"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hyperlink" Target="https://cwe.mitre.org/data/definitions/1039.html"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07706-4E65-00EA-9416-F4DD36CAAD0A}"/>
              </a:ext>
            </a:extLst>
          </p:cNvPr>
          <p:cNvSpPr>
            <a:spLocks noGrp="1"/>
          </p:cNvSpPr>
          <p:nvPr>
            <p:ph type="ctrTitle" sz="quarter"/>
          </p:nvPr>
        </p:nvSpPr>
        <p:spPr/>
        <p:txBody>
          <a:bodyPr/>
          <a:lstStyle/>
          <a:p>
            <a:pPr>
              <a:lnSpc>
                <a:spcPct val="100000"/>
              </a:lnSpc>
            </a:pPr>
            <a:r>
              <a:rPr lang="en-US" dirty="0"/>
              <a:t>CWE AI Working Group Meeting:</a:t>
            </a:r>
            <a:br>
              <a:rPr lang="en-US" dirty="0"/>
            </a:br>
            <a:r>
              <a:rPr lang="en-US" dirty="0"/>
              <a:t>Modification Subgroup</a:t>
            </a:r>
            <a:br>
              <a:rPr lang="en-US" dirty="0"/>
            </a:br>
            <a:endParaRPr lang="en-US" dirty="0"/>
          </a:p>
        </p:txBody>
      </p:sp>
      <p:sp>
        <p:nvSpPr>
          <p:cNvPr id="3" name="Subtitle 2">
            <a:extLst>
              <a:ext uri="{FF2B5EF4-FFF2-40B4-BE49-F238E27FC236}">
                <a16:creationId xmlns:a16="http://schemas.microsoft.com/office/drawing/2014/main" id="{0992DF88-AC24-0FBF-1177-62DD9110498B}"/>
              </a:ext>
            </a:extLst>
          </p:cNvPr>
          <p:cNvSpPr>
            <a:spLocks noGrp="1"/>
          </p:cNvSpPr>
          <p:nvPr>
            <p:ph type="subTitle" idx="1"/>
          </p:nvPr>
        </p:nvSpPr>
        <p:spPr/>
        <p:txBody>
          <a:bodyPr/>
          <a:lstStyle/>
          <a:p>
            <a:r>
              <a:rPr lang="en-US" dirty="0"/>
              <a:t>June 6, 2025</a:t>
            </a:r>
          </a:p>
          <a:p>
            <a:endParaRPr lang="en-US" dirty="0"/>
          </a:p>
          <a:p>
            <a:r>
              <a:rPr lang="en-US" dirty="0"/>
              <a:t>Steve Christey Coley</a:t>
            </a:r>
          </a:p>
          <a:p>
            <a:r>
              <a:rPr lang="en-US" dirty="0"/>
              <a:t>Erick </a:t>
            </a:r>
            <a:r>
              <a:rPr lang="en-US" dirty="0" err="1"/>
              <a:t>Galinkin</a:t>
            </a:r>
            <a:endParaRPr lang="en-US" dirty="0"/>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6E409A6-D173-9818-4308-05C2B7906106}"/>
              </a:ext>
            </a:extLst>
          </p:cNvPr>
          <p:cNvSpPr>
            <a:spLocks noGrp="1"/>
          </p:cNvSpPr>
          <p:nvPr>
            <p:ph type="sldNum" sz="quarter" idx="12"/>
          </p:nvPr>
        </p:nvSpPr>
        <p:spPr/>
        <p:txBody>
          <a:body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1</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54278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B9CF-831B-DFBE-404B-6586117C9E56}"/>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32062DF9-CFF1-0BEE-15FF-59D403B018ED}"/>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Status updates</a:t>
            </a:r>
          </a:p>
          <a:p>
            <a:pPr marL="307975" indent="-307975"/>
            <a:r>
              <a:rPr lang="en-US" dirty="0">
                <a:latin typeface="Tahoma"/>
                <a:ea typeface="Tahoma"/>
                <a:cs typeface="Tahoma"/>
              </a:rPr>
              <a:t>Detailed discussion: getting examples of “general” CWEs that affect AI/ML products</a:t>
            </a:r>
          </a:p>
        </p:txBody>
      </p:sp>
      <p:sp>
        <p:nvSpPr>
          <p:cNvPr id="4" name="Slide Number Placeholder 3">
            <a:extLst>
              <a:ext uri="{FF2B5EF4-FFF2-40B4-BE49-F238E27FC236}">
                <a16:creationId xmlns:a16="http://schemas.microsoft.com/office/drawing/2014/main" id="{A3853FE8-0300-A6AF-2937-9333377584E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Rounded Rectangle 5">
            <a:extLst>
              <a:ext uri="{FF2B5EF4-FFF2-40B4-BE49-F238E27FC236}">
                <a16:creationId xmlns:a16="http://schemas.microsoft.com/office/drawing/2014/main" id="{D630B379-7569-7A91-432B-E79677CEB874}"/>
              </a:ext>
            </a:extLst>
          </p:cNvPr>
          <p:cNvSpPr/>
          <p:nvPr/>
        </p:nvSpPr>
        <p:spPr>
          <a:xfrm>
            <a:off x="2402006" y="4967785"/>
            <a:ext cx="7151426" cy="672905"/>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2"/>
                </a:solidFill>
                <a:latin typeface="Aptos" panose="020B0004020202020204" pitchFamily="34" charset="0"/>
              </a:rPr>
              <a:t>Reminder: this meeting will be recorded</a:t>
            </a:r>
          </a:p>
        </p:txBody>
      </p:sp>
    </p:spTree>
    <p:extLst>
      <p:ext uri="{BB962C8B-B14F-4D97-AF65-F5344CB8AC3E}">
        <p14:creationId xmlns:p14="http://schemas.microsoft.com/office/powerpoint/2010/main" val="1259113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2329-D360-1F27-97A6-6DA95C552EBD}"/>
              </a:ext>
            </a:extLst>
          </p:cNvPr>
          <p:cNvSpPr>
            <a:spLocks noGrp="1"/>
          </p:cNvSpPr>
          <p:nvPr>
            <p:ph type="title"/>
          </p:nvPr>
        </p:nvSpPr>
        <p:spPr/>
        <p:txBody>
          <a:bodyPr/>
          <a:lstStyle/>
          <a:p>
            <a:r>
              <a:rPr lang="en-US"/>
              <a:t>Status Updates</a:t>
            </a:r>
          </a:p>
        </p:txBody>
      </p:sp>
      <p:sp>
        <p:nvSpPr>
          <p:cNvPr id="3" name="Content Placeholder 2">
            <a:extLst>
              <a:ext uri="{FF2B5EF4-FFF2-40B4-BE49-F238E27FC236}">
                <a16:creationId xmlns:a16="http://schemas.microsoft.com/office/drawing/2014/main" id="{D4348C02-DFCE-A2E4-D523-D69A254A7D49}"/>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Any new subgroup members? Introductions</a:t>
            </a:r>
          </a:p>
          <a:p>
            <a:pPr marL="307975" indent="-307975"/>
            <a:endParaRPr lang="en-US" dirty="0">
              <a:latin typeface="Tahoma"/>
              <a:ea typeface="Tahoma"/>
              <a:cs typeface="Tahoma"/>
            </a:endParaRPr>
          </a:p>
          <a:p>
            <a:pPr marL="307975" indent="-307975"/>
            <a:r>
              <a:rPr lang="en-US" dirty="0">
                <a:latin typeface="Tahoma"/>
                <a:ea typeface="Tahoma"/>
                <a:cs typeface="Tahoma"/>
              </a:rPr>
              <a:t>CDR was made public with CWE 4.17 release</a:t>
            </a:r>
          </a:p>
          <a:p>
            <a:pPr marL="685922" lvl="1" indent="-307975"/>
            <a:r>
              <a:rPr lang="en-US" dirty="0">
                <a:latin typeface="Tahoma"/>
                <a:ea typeface="Tahoma"/>
                <a:cs typeface="Tahoma"/>
              </a:rPr>
              <a:t>registration no longer required</a:t>
            </a:r>
            <a:endParaRPr lang="en-US" dirty="0"/>
          </a:p>
          <a:p>
            <a:pPr marL="0" indent="0">
              <a:buNone/>
            </a:pPr>
            <a:endParaRPr lang="en-US" dirty="0">
              <a:latin typeface="Tahoma"/>
              <a:ea typeface="Tahoma"/>
              <a:cs typeface="Tahoma"/>
            </a:endParaRPr>
          </a:p>
          <a:p>
            <a:pPr marL="307975" indent="-307975"/>
            <a:r>
              <a:rPr lang="en-US" dirty="0">
                <a:latin typeface="Tahoma"/>
                <a:ea typeface="Tahoma"/>
                <a:cs typeface="Tahoma"/>
              </a:rPr>
              <a:t>Next CWE release: targeting August 2025</a:t>
            </a:r>
          </a:p>
          <a:p>
            <a:pPr marL="307975" indent="-307975"/>
            <a:endParaRPr lang="en-US" dirty="0">
              <a:latin typeface="Tahoma"/>
              <a:ea typeface="Tahoma"/>
              <a:cs typeface="Tahoma"/>
            </a:endParaRPr>
          </a:p>
          <a:p>
            <a:pPr marL="307975" indent="-307975"/>
            <a:r>
              <a:rPr lang="en-US" dirty="0">
                <a:latin typeface="Tahoma"/>
                <a:ea typeface="Tahoma"/>
                <a:cs typeface="Tahoma"/>
              </a:rPr>
              <a:t>To do: addition of new subgroup leaders</a:t>
            </a:r>
          </a:p>
          <a:p>
            <a:pPr marL="685287" lvl="1" indent="-303530"/>
            <a:r>
              <a:rPr lang="en-US" dirty="0"/>
              <a:t>Erick, Steve, Alec to follow up with volunteers</a:t>
            </a:r>
          </a:p>
          <a:p>
            <a:pPr marL="685287" lvl="1" indent="-303530"/>
            <a:r>
              <a:rPr lang="en-US" dirty="0"/>
              <a:t>Target: end of </a:t>
            </a:r>
            <a:r>
              <a:rPr lang="en-US" strike="sngStrike" dirty="0"/>
              <a:t>May</a:t>
            </a:r>
            <a:r>
              <a:rPr lang="en-US" dirty="0"/>
              <a:t> June</a:t>
            </a:r>
          </a:p>
          <a:p>
            <a:pPr marL="685800" lvl="1" indent="-303530"/>
            <a:endParaRPr lang="en-US" dirty="0"/>
          </a:p>
        </p:txBody>
      </p:sp>
      <p:sp>
        <p:nvSpPr>
          <p:cNvPr id="4" name="Slide Number Placeholder 3">
            <a:extLst>
              <a:ext uri="{FF2B5EF4-FFF2-40B4-BE49-F238E27FC236}">
                <a16:creationId xmlns:a16="http://schemas.microsoft.com/office/drawing/2014/main" id="{2AB6591C-F568-C776-81B8-E6271CBB904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15149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090AF-DCAF-7BCA-D4FB-453759210379}"/>
              </a:ext>
            </a:extLst>
          </p:cNvPr>
          <p:cNvSpPr>
            <a:spLocks noGrp="1"/>
          </p:cNvSpPr>
          <p:nvPr>
            <p:ph type="title"/>
          </p:nvPr>
        </p:nvSpPr>
        <p:spPr/>
        <p:txBody>
          <a:bodyPr/>
          <a:lstStyle/>
          <a:p>
            <a:r>
              <a:rPr lang="en-US"/>
              <a:t>Subgroups </a:t>
            </a:r>
          </a:p>
        </p:txBody>
      </p:sp>
      <p:sp>
        <p:nvSpPr>
          <p:cNvPr id="3" name="Content Placeholder 2">
            <a:extLst>
              <a:ext uri="{FF2B5EF4-FFF2-40B4-BE49-F238E27FC236}">
                <a16:creationId xmlns:a16="http://schemas.microsoft.com/office/drawing/2014/main" id="{D56FF49E-E3F8-8E2A-2DB7-2E9585AD88B0}"/>
              </a:ext>
            </a:extLst>
          </p:cNvPr>
          <p:cNvSpPr>
            <a:spLocks noGrp="1"/>
          </p:cNvSpPr>
          <p:nvPr>
            <p:ph idx="1"/>
          </p:nvPr>
        </p:nvSpPr>
        <p:spPr>
          <a:xfrm>
            <a:off x="616449" y="1371601"/>
            <a:ext cx="11236720" cy="2057399"/>
          </a:xfrm>
        </p:spPr>
        <p:txBody>
          <a:bodyPr>
            <a:normAutofit/>
          </a:bodyPr>
          <a:lstStyle/>
          <a:p>
            <a:r>
              <a:rPr lang="en-US"/>
              <a:t>AI WG mission: advance CWE’s coverage of AI-related weaknesses</a:t>
            </a:r>
          </a:p>
        </p:txBody>
      </p:sp>
      <p:sp>
        <p:nvSpPr>
          <p:cNvPr id="4" name="Slide Number Placeholder 3">
            <a:extLst>
              <a:ext uri="{FF2B5EF4-FFF2-40B4-BE49-F238E27FC236}">
                <a16:creationId xmlns:a16="http://schemas.microsoft.com/office/drawing/2014/main" id="{EEFACA3C-51DE-32A0-CBDD-16041161DFF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F150325F-23B4-2959-C512-1363416E3D5B}"/>
              </a:ext>
            </a:extLst>
          </p:cNvPr>
          <p:cNvSpPr txBox="1"/>
          <p:nvPr/>
        </p:nvSpPr>
        <p:spPr>
          <a:xfrm>
            <a:off x="338831" y="2152590"/>
            <a:ext cx="10344913" cy="4339650"/>
          </a:xfrm>
          <a:prstGeom prst="rect">
            <a:avLst/>
          </a:prstGeom>
          <a:noFill/>
        </p:spPr>
        <p:txBody>
          <a:bodyPr wrap="square" numCol="2" rtlCol="0">
            <a:spAutoFit/>
          </a:bodyPr>
          <a:lstStyle/>
          <a:p>
            <a:pPr lvl="1"/>
            <a:r>
              <a:rPr lang="en-US" sz="1600" b="1" u="sng">
                <a:latin typeface="Tahoma" panose="020B0604030504040204" pitchFamily="34" charset="0"/>
                <a:ea typeface="Tahoma" panose="020B0604030504040204" pitchFamily="34" charset="0"/>
                <a:cs typeface="Tahoma" panose="020B0604030504040204" pitchFamily="34" charset="0"/>
              </a:rPr>
              <a:t>Subgroup 1</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Improving existing CWE content that is relevant to AI systems</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Greene</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Sudebi</a:t>
            </a:r>
            <a:r>
              <a:rPr lang="en-US" sz="1600">
                <a:latin typeface="Tahoma" panose="020B0604030504040204" pitchFamily="34" charset="0"/>
                <a:ea typeface="Tahoma" panose="020B0604030504040204" pitchFamily="34" charset="0"/>
                <a:cs typeface="Tahoma" panose="020B0604030504040204" pitchFamily="34" charset="0"/>
              </a:rPr>
              <a:t> Roy</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Erick </a:t>
            </a:r>
            <a:r>
              <a:rPr lang="en-US" sz="1600" err="1">
                <a:latin typeface="Tahoma" panose="020B0604030504040204" pitchFamily="34" charset="0"/>
                <a:ea typeface="Tahoma" panose="020B0604030504040204" pitchFamily="34" charset="0"/>
                <a:cs typeface="Tahoma" panose="020B0604030504040204" pitchFamily="34" charset="0"/>
              </a:rPr>
              <a:t>Galinkin</a:t>
            </a:r>
            <a:r>
              <a:rPr lang="en-US" sz="1600">
                <a:latin typeface="Tahoma" panose="020B0604030504040204" pitchFamily="34" charset="0"/>
                <a:ea typeface="Tahoma" panose="020B0604030504040204" pitchFamily="34" charset="0"/>
                <a:cs typeface="Tahoma" panose="020B0604030504040204" pitchFamily="34" charset="0"/>
              </a:rPr>
              <a:t>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Caroline Rocha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Raymond Pompon (both)</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Ads Dawson (both)</a:t>
            </a:r>
          </a:p>
          <a:p>
            <a:pPr lvl="3"/>
            <a:endParaRPr lang="en-US" sz="1600">
              <a:latin typeface="Tahoma" panose="020B0604030504040204" pitchFamily="34" charset="0"/>
              <a:ea typeface="Tahoma" panose="020B0604030504040204" pitchFamily="34" charset="0"/>
              <a:cs typeface="Tahoma" panose="020B0604030504040204" pitchFamily="34" charset="0"/>
            </a:endParaRPr>
          </a:p>
          <a:p>
            <a:pPr lvl="1"/>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r>
              <a:rPr lang="en-US" sz="1600" b="1" u="sng">
                <a:latin typeface="Tahoma" panose="020B0604030504040204" pitchFamily="34" charset="0"/>
                <a:ea typeface="Tahoma" panose="020B0604030504040204" pitchFamily="34" charset="0"/>
                <a:cs typeface="Tahoma" panose="020B0604030504040204" pitchFamily="34" charset="0"/>
              </a:rPr>
              <a:t>Subgroup 2</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Developing new CWE entries to cover AI-related gaps in the CWE corpus</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Aagam</a:t>
            </a:r>
            <a:r>
              <a:rPr lang="en-US" sz="1600">
                <a:latin typeface="Tahoma" panose="020B0604030504040204" pitchFamily="34" charset="0"/>
                <a:ea typeface="Tahoma" panose="020B0604030504040204" pitchFamily="34" charset="0"/>
                <a:cs typeface="Tahoma" panose="020B0604030504040204" pitchFamily="34" charset="0"/>
              </a:rPr>
              <a:t> Shah</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Mike Simon</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Gary Lopez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Ahmed Nagy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 </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Martin Hodo (both,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Monette</a:t>
            </a:r>
          </a:p>
          <a:p>
            <a:endParaRPr lang="en-US" sz="160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50708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25669-F833-970A-1992-544784B7D974}"/>
              </a:ext>
            </a:extLst>
          </p:cNvPr>
          <p:cNvSpPr>
            <a:spLocks noGrp="1"/>
          </p:cNvSpPr>
          <p:nvPr>
            <p:ph type="title"/>
          </p:nvPr>
        </p:nvSpPr>
        <p:spPr/>
        <p:txBody>
          <a:bodyPr/>
          <a:lstStyle/>
          <a:p>
            <a:r>
              <a:rPr lang="en-US" dirty="0"/>
              <a:t>Identifying Observed / Demonstrative Examples for “General” CWEs</a:t>
            </a:r>
          </a:p>
        </p:txBody>
      </p:sp>
      <p:sp>
        <p:nvSpPr>
          <p:cNvPr id="3" name="Content Placeholder 2">
            <a:extLst>
              <a:ext uri="{FF2B5EF4-FFF2-40B4-BE49-F238E27FC236}">
                <a16:creationId xmlns:a16="http://schemas.microsoft.com/office/drawing/2014/main" id="{7EFAFBE8-5E16-E04A-7DAB-45787517A39B}"/>
              </a:ext>
            </a:extLst>
          </p:cNvPr>
          <p:cNvSpPr>
            <a:spLocks noGrp="1"/>
          </p:cNvSpPr>
          <p:nvPr>
            <p:ph idx="1"/>
          </p:nvPr>
        </p:nvSpPr>
        <p:spPr/>
        <p:txBody>
          <a:bodyPr/>
          <a:lstStyle/>
          <a:p>
            <a:r>
              <a:rPr lang="en-US" dirty="0"/>
              <a:t>Situation</a:t>
            </a:r>
          </a:p>
          <a:p>
            <a:pPr lvl="1"/>
            <a:r>
              <a:rPr lang="en-US" dirty="0"/>
              <a:t>In CWE 4.17, only 5 general CWEs are tagged as affecting AI/ML</a:t>
            </a:r>
          </a:p>
          <a:p>
            <a:pPr lvl="1"/>
            <a:r>
              <a:rPr lang="en-US" dirty="0"/>
              <a:t>Since AI/ML is software, it could be subject to nearly all 900+ weaknesses</a:t>
            </a:r>
          </a:p>
          <a:p>
            <a:r>
              <a:rPr lang="en-US" dirty="0"/>
              <a:t>Goal: determine other general CWEs that seem to appear frequently in AI/ML components</a:t>
            </a:r>
          </a:p>
          <a:p>
            <a:endParaRPr lang="en-US" dirty="0"/>
          </a:p>
          <a:p>
            <a:pPr lvl="1"/>
            <a:endParaRPr lang="en-US" dirty="0"/>
          </a:p>
          <a:p>
            <a:pPr lvl="1"/>
            <a:endParaRPr lang="en-US" dirty="0"/>
          </a:p>
        </p:txBody>
      </p:sp>
      <p:sp>
        <p:nvSpPr>
          <p:cNvPr id="4" name="Slide Number Placeholder 3">
            <a:extLst>
              <a:ext uri="{FF2B5EF4-FFF2-40B4-BE49-F238E27FC236}">
                <a16:creationId xmlns:a16="http://schemas.microsoft.com/office/drawing/2014/main" id="{F5D6B844-F72B-D887-A4D9-DC6A34A8945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700506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BC0CA-6763-4400-FCCA-3F2157F96EB7}"/>
              </a:ext>
            </a:extLst>
          </p:cNvPr>
          <p:cNvSpPr>
            <a:spLocks noGrp="1"/>
          </p:cNvSpPr>
          <p:nvPr>
            <p:ph type="title"/>
          </p:nvPr>
        </p:nvSpPr>
        <p:spPr/>
        <p:txBody>
          <a:bodyPr/>
          <a:lstStyle/>
          <a:p>
            <a:r>
              <a:rPr lang="en-US" dirty="0"/>
              <a:t>Basic Process</a:t>
            </a:r>
          </a:p>
        </p:txBody>
      </p:sp>
      <p:sp>
        <p:nvSpPr>
          <p:cNvPr id="3" name="Content Placeholder 2">
            <a:extLst>
              <a:ext uri="{FF2B5EF4-FFF2-40B4-BE49-F238E27FC236}">
                <a16:creationId xmlns:a16="http://schemas.microsoft.com/office/drawing/2014/main" id="{4A033DD5-32AD-7AE1-9DFB-65D4DE1C2C70}"/>
              </a:ext>
            </a:extLst>
          </p:cNvPr>
          <p:cNvSpPr>
            <a:spLocks noGrp="1"/>
          </p:cNvSpPr>
          <p:nvPr>
            <p:ph idx="1"/>
          </p:nvPr>
        </p:nvSpPr>
        <p:spPr/>
        <p:txBody>
          <a:bodyPr/>
          <a:lstStyle/>
          <a:p>
            <a:r>
              <a:rPr lang="en-US" dirty="0"/>
              <a:t>Academic research / papers</a:t>
            </a:r>
          </a:p>
          <a:p>
            <a:pPr lvl="1"/>
            <a:r>
              <a:rPr lang="en-US" dirty="0"/>
              <a:t>Anything about common flaws in AI/ML systems?</a:t>
            </a:r>
          </a:p>
          <a:p>
            <a:r>
              <a:rPr lang="en-US" dirty="0"/>
              <a:t>Identify CVEs that affect AI/ML products</a:t>
            </a:r>
          </a:p>
          <a:p>
            <a:r>
              <a:rPr lang="en-US" dirty="0"/>
              <a:t>Determine what their CWEs are</a:t>
            </a:r>
          </a:p>
          <a:p>
            <a:r>
              <a:rPr lang="en-US" dirty="0"/>
              <a:t>Identify most common CWEs across the data set</a:t>
            </a:r>
          </a:p>
          <a:p>
            <a:r>
              <a:rPr lang="en-US" dirty="0"/>
              <a:t>Update those CWEs to:</a:t>
            </a:r>
          </a:p>
          <a:p>
            <a:pPr lvl="1"/>
            <a:r>
              <a:rPr lang="en-US" dirty="0"/>
              <a:t>Identify AI/ML in Affected Platforms</a:t>
            </a:r>
          </a:p>
          <a:p>
            <a:pPr lvl="1"/>
            <a:r>
              <a:rPr lang="en-US" dirty="0"/>
              <a:t>Identify the “best” CVEs to use as observed examples</a:t>
            </a:r>
          </a:p>
          <a:p>
            <a:pPr lvl="2"/>
            <a:r>
              <a:rPr lang="en-US" dirty="0"/>
              <a:t>(most easily understandable with good details)</a:t>
            </a:r>
          </a:p>
          <a:p>
            <a:pPr lvl="1"/>
            <a:r>
              <a:rPr lang="en-US" dirty="0"/>
              <a:t>Include AI-specific demonstrative examples</a:t>
            </a:r>
          </a:p>
          <a:p>
            <a:endParaRPr lang="en-US" dirty="0"/>
          </a:p>
          <a:p>
            <a:endParaRPr lang="en-US" dirty="0"/>
          </a:p>
        </p:txBody>
      </p:sp>
      <p:sp>
        <p:nvSpPr>
          <p:cNvPr id="4" name="Slide Number Placeholder 3">
            <a:extLst>
              <a:ext uri="{FF2B5EF4-FFF2-40B4-BE49-F238E27FC236}">
                <a16:creationId xmlns:a16="http://schemas.microsoft.com/office/drawing/2014/main" id="{3E1B6534-6D65-4A9E-CB30-D3E7DC8870A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566183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60102-363E-AC4D-4485-4FE896DE2933}"/>
              </a:ext>
            </a:extLst>
          </p:cNvPr>
          <p:cNvSpPr>
            <a:spLocks noGrp="1"/>
          </p:cNvSpPr>
          <p:nvPr>
            <p:ph type="title"/>
          </p:nvPr>
        </p:nvSpPr>
        <p:spPr/>
        <p:txBody>
          <a:bodyPr/>
          <a:lstStyle/>
          <a:p>
            <a:r>
              <a:rPr lang="en-US" dirty="0"/>
              <a:t>Initial Investigation – from May</a:t>
            </a:r>
          </a:p>
        </p:txBody>
      </p:sp>
      <p:sp>
        <p:nvSpPr>
          <p:cNvPr id="3" name="Content Placeholder 2">
            <a:extLst>
              <a:ext uri="{FF2B5EF4-FFF2-40B4-BE49-F238E27FC236}">
                <a16:creationId xmlns:a16="http://schemas.microsoft.com/office/drawing/2014/main" id="{F411DD74-4E7B-F870-E54F-D57535ABCAB2}"/>
              </a:ext>
            </a:extLst>
          </p:cNvPr>
          <p:cNvSpPr>
            <a:spLocks noGrp="1"/>
          </p:cNvSpPr>
          <p:nvPr>
            <p:ph idx="1"/>
          </p:nvPr>
        </p:nvSpPr>
        <p:spPr/>
        <p:txBody>
          <a:bodyPr/>
          <a:lstStyle/>
          <a:p>
            <a:r>
              <a:rPr lang="en-US" dirty="0"/>
              <a:t>Did some keyword searches on CVE for “AI”, “ML”, “machine learning”, etc.</a:t>
            </a:r>
          </a:p>
          <a:p>
            <a:pPr lvl="1"/>
            <a:r>
              <a:rPr lang="en-US" dirty="0"/>
              <a:t>Hundreds of possibilities</a:t>
            </a:r>
          </a:p>
          <a:p>
            <a:pPr lvl="1"/>
            <a:r>
              <a:rPr lang="en-US" dirty="0"/>
              <a:t>100+ just for TensorFlow ;-)</a:t>
            </a:r>
          </a:p>
          <a:p>
            <a:pPr lvl="1"/>
            <a:r>
              <a:rPr lang="en-US" dirty="0"/>
              <a:t>Many kinds of AI “products”</a:t>
            </a:r>
          </a:p>
          <a:p>
            <a:endParaRPr lang="en-US" dirty="0"/>
          </a:p>
          <a:p>
            <a:r>
              <a:rPr lang="en-US" dirty="0">
                <a:hlinkClick r:id="rId2"/>
              </a:rPr>
              <a:t>https://cve.mitre.org/cgi-bin/cvekey.cgi?keyword=machine+learning</a:t>
            </a:r>
            <a:r>
              <a:rPr lang="en-US" dirty="0"/>
              <a:t> (418 CVEs)</a:t>
            </a:r>
          </a:p>
          <a:p>
            <a:r>
              <a:rPr lang="en-US" dirty="0">
                <a:hlinkClick r:id="rId3"/>
              </a:rPr>
              <a:t>https://cve.mitre.org/cgi-bin/cvekey.cgi?keyword=AI</a:t>
            </a:r>
            <a:r>
              <a:rPr lang="en-US" dirty="0"/>
              <a:t> (391 CVEs)</a:t>
            </a:r>
          </a:p>
          <a:p>
            <a:endParaRPr lang="en-US" dirty="0"/>
          </a:p>
          <a:p>
            <a:endParaRPr lang="en-US" dirty="0"/>
          </a:p>
        </p:txBody>
      </p:sp>
      <p:sp>
        <p:nvSpPr>
          <p:cNvPr id="4" name="Slide Number Placeholder 3">
            <a:extLst>
              <a:ext uri="{FF2B5EF4-FFF2-40B4-BE49-F238E27FC236}">
                <a16:creationId xmlns:a16="http://schemas.microsoft.com/office/drawing/2014/main" id="{A677A7F4-4687-B9D7-3CDF-C5BD98B7571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1733469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1374B-E102-0B89-DDC9-963A7E0B8082}"/>
              </a:ext>
            </a:extLst>
          </p:cNvPr>
          <p:cNvSpPr>
            <a:spLocks noGrp="1"/>
          </p:cNvSpPr>
          <p:nvPr>
            <p:ph type="title"/>
          </p:nvPr>
        </p:nvSpPr>
        <p:spPr/>
        <p:txBody>
          <a:bodyPr/>
          <a:lstStyle/>
          <a:p>
            <a:r>
              <a:rPr lang="en-US" dirty="0"/>
              <a:t>“Classes” of AI/ML Products</a:t>
            </a:r>
          </a:p>
        </p:txBody>
      </p:sp>
      <p:sp>
        <p:nvSpPr>
          <p:cNvPr id="3" name="Content Placeholder 2">
            <a:extLst>
              <a:ext uri="{FF2B5EF4-FFF2-40B4-BE49-F238E27FC236}">
                <a16:creationId xmlns:a16="http://schemas.microsoft.com/office/drawing/2014/main" id="{06B667B9-DD36-BB17-870B-FF0BFBE328F5}"/>
              </a:ext>
            </a:extLst>
          </p:cNvPr>
          <p:cNvSpPr>
            <a:spLocks noGrp="1"/>
          </p:cNvSpPr>
          <p:nvPr>
            <p:ph idx="1"/>
          </p:nvPr>
        </p:nvSpPr>
        <p:spPr/>
        <p:txBody>
          <a:bodyPr/>
          <a:lstStyle/>
          <a:p>
            <a:r>
              <a:rPr lang="en-US" sz="1600" dirty="0"/>
              <a:t>Discussed in the May meeting</a:t>
            </a:r>
          </a:p>
          <a:p>
            <a:r>
              <a:rPr lang="en-US" sz="1600" dirty="0"/>
              <a:t>ML Platforms</a:t>
            </a:r>
          </a:p>
          <a:p>
            <a:pPr lvl="1"/>
            <a:r>
              <a:rPr lang="en-US" sz="1600" dirty="0"/>
              <a:t>TensorFlow (400+ CVEs), H20, </a:t>
            </a:r>
            <a:r>
              <a:rPr lang="en-US" sz="1600" dirty="0" err="1"/>
              <a:t>PyTorch</a:t>
            </a:r>
            <a:r>
              <a:rPr lang="en-US" sz="1600" dirty="0"/>
              <a:t>, JAX</a:t>
            </a:r>
          </a:p>
          <a:p>
            <a:r>
              <a:rPr lang="en-US" sz="1600" dirty="0"/>
              <a:t>(other examples during meeting)</a:t>
            </a:r>
          </a:p>
          <a:p>
            <a:pPr lvl="1"/>
            <a:r>
              <a:rPr lang="en-US" sz="1600" dirty="0" err="1"/>
              <a:t>HuggingFace</a:t>
            </a:r>
            <a:r>
              <a:rPr lang="en-US" sz="1600" dirty="0"/>
              <a:t> – “friendly” API/SDK similar to GitHub; one example of a “model provider”. (Also Nemo)</a:t>
            </a:r>
          </a:p>
          <a:p>
            <a:pPr lvl="1"/>
            <a:r>
              <a:rPr lang="en-US" sz="1600" dirty="0" err="1"/>
              <a:t>vLLM</a:t>
            </a:r>
            <a:r>
              <a:rPr lang="en-US" sz="1600" dirty="0"/>
              <a:t>, TRT-LLM (</a:t>
            </a:r>
            <a:r>
              <a:rPr lang="en-US" sz="1600" dirty="0" err="1"/>
              <a:t>TensorRT</a:t>
            </a:r>
            <a:r>
              <a:rPr lang="en-US" sz="1600" dirty="0"/>
              <a:t>-LLM) – “model-serving frameworks” – servers that handle distribution, load balancing, etc., and provide APIs</a:t>
            </a:r>
          </a:p>
          <a:p>
            <a:pPr lvl="1"/>
            <a:r>
              <a:rPr lang="en-US" sz="1600" dirty="0" err="1"/>
              <a:t>MLFlow</a:t>
            </a:r>
            <a:endParaRPr lang="en-US" sz="1600" dirty="0"/>
          </a:p>
          <a:p>
            <a:r>
              <a:rPr lang="en-US" sz="1600" dirty="0"/>
              <a:t>Libraries / SDKs</a:t>
            </a:r>
          </a:p>
          <a:p>
            <a:pPr lvl="1"/>
            <a:r>
              <a:rPr lang="en-US" sz="1600" dirty="0" err="1"/>
              <a:t>Gradio</a:t>
            </a:r>
            <a:r>
              <a:rPr lang="en-US" sz="1600" dirty="0"/>
              <a:t>, </a:t>
            </a:r>
            <a:r>
              <a:rPr lang="en-US" sz="1600" dirty="0" err="1"/>
              <a:t>ZenML</a:t>
            </a:r>
            <a:r>
              <a:rPr lang="en-US" sz="1600" dirty="0"/>
              <a:t>, </a:t>
            </a:r>
            <a:r>
              <a:rPr lang="en-US" sz="1600" dirty="0" err="1"/>
              <a:t>Taipy</a:t>
            </a:r>
            <a:r>
              <a:rPr lang="en-US" sz="1600" dirty="0"/>
              <a:t>, ACON</a:t>
            </a:r>
          </a:p>
          <a:p>
            <a:r>
              <a:rPr lang="en-US" sz="1600" dirty="0"/>
              <a:t>Frameworks</a:t>
            </a:r>
          </a:p>
          <a:p>
            <a:pPr lvl="1"/>
            <a:r>
              <a:rPr lang="en-US" sz="1600" dirty="0"/>
              <a:t>Rasa</a:t>
            </a:r>
          </a:p>
          <a:p>
            <a:r>
              <a:rPr lang="en-US" sz="1600" dirty="0"/>
              <a:t>The models themselves</a:t>
            </a:r>
          </a:p>
        </p:txBody>
      </p:sp>
      <p:sp>
        <p:nvSpPr>
          <p:cNvPr id="4" name="Slide Number Placeholder 3">
            <a:extLst>
              <a:ext uri="{FF2B5EF4-FFF2-40B4-BE49-F238E27FC236}">
                <a16:creationId xmlns:a16="http://schemas.microsoft.com/office/drawing/2014/main" id="{0A6FD7BE-7997-F375-33CB-01C3283C946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66401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069B4-6195-612A-07B5-84AE5DFC18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25CFAA-BDEE-F107-6B4E-BA25EFBB9056}"/>
              </a:ext>
            </a:extLst>
          </p:cNvPr>
          <p:cNvSpPr>
            <a:spLocks noGrp="1"/>
          </p:cNvSpPr>
          <p:nvPr>
            <p:ph type="title"/>
          </p:nvPr>
        </p:nvSpPr>
        <p:spPr/>
        <p:txBody>
          <a:bodyPr/>
          <a:lstStyle/>
          <a:p>
            <a:r>
              <a:rPr lang="en-US" dirty="0"/>
              <a:t>“Classes” of AI/ML Products (2)</a:t>
            </a:r>
          </a:p>
        </p:txBody>
      </p:sp>
      <p:sp>
        <p:nvSpPr>
          <p:cNvPr id="3" name="Content Placeholder 2">
            <a:extLst>
              <a:ext uri="{FF2B5EF4-FFF2-40B4-BE49-F238E27FC236}">
                <a16:creationId xmlns:a16="http://schemas.microsoft.com/office/drawing/2014/main" id="{3D12BCC4-D733-3132-B1C9-9FACDE9BF720}"/>
              </a:ext>
            </a:extLst>
          </p:cNvPr>
          <p:cNvSpPr>
            <a:spLocks noGrp="1"/>
          </p:cNvSpPr>
          <p:nvPr>
            <p:ph idx="1"/>
          </p:nvPr>
        </p:nvSpPr>
        <p:spPr/>
        <p:txBody>
          <a:bodyPr/>
          <a:lstStyle/>
          <a:p>
            <a:r>
              <a:rPr lang="en-US" sz="1400" dirty="0"/>
              <a:t>Class: “applications that include AI/ML components”</a:t>
            </a:r>
          </a:p>
          <a:p>
            <a:r>
              <a:rPr lang="en-US" sz="1400" dirty="0"/>
              <a:t>Distinguish between agentic products vs. models vs. chatbots?</a:t>
            </a:r>
          </a:p>
          <a:p>
            <a:r>
              <a:rPr lang="en-US" sz="1400" dirty="0"/>
              <a:t>“Moving up the stack”</a:t>
            </a:r>
          </a:p>
          <a:p>
            <a:r>
              <a:rPr lang="en-US" sz="1400" dirty="0"/>
              <a:t>“More traditional” ML models? (e.g. background noise removal; changing one voice to another e.g. for social engineering as covered in a Black Hat talk)</a:t>
            </a:r>
          </a:p>
          <a:p>
            <a:r>
              <a:rPr lang="en-US" sz="1400" dirty="0"/>
              <a:t>AI content writer / content generators</a:t>
            </a:r>
          </a:p>
          <a:p>
            <a:r>
              <a:rPr lang="en-US" sz="1400" dirty="0"/>
              <a:t>Plugins</a:t>
            </a:r>
          </a:p>
          <a:p>
            <a:pPr lvl="1"/>
            <a:r>
              <a:rPr lang="en-US" sz="1400" dirty="0"/>
              <a:t>When using ChatGPT, you can select plugins (e.g. Leonardo) to help with generation</a:t>
            </a:r>
          </a:p>
          <a:p>
            <a:pPr lvl="1"/>
            <a:r>
              <a:rPr lang="en-US" sz="1400" dirty="0"/>
              <a:t>Agents</a:t>
            </a:r>
          </a:p>
          <a:p>
            <a:pPr lvl="1"/>
            <a:r>
              <a:rPr lang="en-US" sz="1400" dirty="0"/>
              <a:t>Drupal/</a:t>
            </a:r>
            <a:r>
              <a:rPr lang="en-US" sz="1400" dirty="0" err="1"/>
              <a:t>Wordpress</a:t>
            </a:r>
            <a:r>
              <a:rPr lang="en-US" sz="1400" dirty="0"/>
              <a:t> plugins/components and browser extensions</a:t>
            </a:r>
          </a:p>
          <a:p>
            <a:r>
              <a:rPr lang="en-US" sz="1400" dirty="0"/>
              <a:t>Interfaces to foundational models</a:t>
            </a:r>
          </a:p>
          <a:p>
            <a:pPr lvl="1"/>
            <a:r>
              <a:rPr lang="en-US" sz="1400" dirty="0"/>
              <a:t>ChatGPT: 41 CVEs; Gemini: maybe 10?; Many products with names like “</a:t>
            </a:r>
            <a:r>
              <a:rPr lang="en-US" sz="1400" dirty="0" err="1"/>
              <a:t>xyzGPT</a:t>
            </a:r>
            <a:r>
              <a:rPr lang="en-US" sz="1400" dirty="0"/>
              <a:t>” (e.g. </a:t>
            </a:r>
            <a:r>
              <a:rPr lang="en-US" sz="1400" b="0" i="0" dirty="0" err="1">
                <a:solidFill>
                  <a:srgbClr val="000000"/>
                </a:solidFill>
                <a:effectLst/>
                <a:latin typeface="Verdana" panose="020B0604030504040204" pitchFamily="34" charset="0"/>
              </a:rPr>
              <a:t>AutoGPT</a:t>
            </a:r>
            <a:r>
              <a:rPr lang="en-US" sz="1400" b="0" i="0" dirty="0">
                <a:solidFill>
                  <a:srgbClr val="000000"/>
                </a:solidFill>
                <a:effectLst/>
                <a:latin typeface="Verdana" panose="020B0604030504040204" pitchFamily="34" charset="0"/>
              </a:rPr>
              <a:t>)</a:t>
            </a:r>
            <a:endParaRPr lang="en-US" sz="1400" dirty="0"/>
          </a:p>
          <a:p>
            <a:r>
              <a:rPr lang="en-US" sz="1400" dirty="0"/>
              <a:t>Models themselves?</a:t>
            </a:r>
          </a:p>
          <a:p>
            <a:pPr lvl="1"/>
            <a:r>
              <a:rPr lang="en-US" sz="1400" dirty="0"/>
              <a:t>Including foundational models?</a:t>
            </a:r>
          </a:p>
          <a:p>
            <a:r>
              <a:rPr lang="en-US" sz="1400" dirty="0" err="1"/>
              <a:t>ChatBots</a:t>
            </a:r>
            <a:endParaRPr lang="en-US" sz="1400" dirty="0"/>
          </a:p>
          <a:p>
            <a:pPr lvl="1"/>
            <a:r>
              <a:rPr lang="en-US" sz="1400" dirty="0"/>
              <a:t>101 CVEs; this involves chatbots themselves, and interfaces to chatbots</a:t>
            </a:r>
          </a:p>
          <a:p>
            <a:endParaRPr lang="en-US" sz="1400" dirty="0"/>
          </a:p>
        </p:txBody>
      </p:sp>
      <p:sp>
        <p:nvSpPr>
          <p:cNvPr id="4" name="Slide Number Placeholder 3">
            <a:extLst>
              <a:ext uri="{FF2B5EF4-FFF2-40B4-BE49-F238E27FC236}">
                <a16:creationId xmlns:a16="http://schemas.microsoft.com/office/drawing/2014/main" id="{D913C183-D1C6-E906-1431-5448F6E529B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634053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5A01C-787D-7610-3D16-2F66D3573FDE}"/>
              </a:ext>
            </a:extLst>
          </p:cNvPr>
          <p:cNvSpPr>
            <a:spLocks noGrp="1"/>
          </p:cNvSpPr>
          <p:nvPr>
            <p:ph type="title"/>
          </p:nvPr>
        </p:nvSpPr>
        <p:spPr/>
        <p:txBody>
          <a:bodyPr/>
          <a:lstStyle/>
          <a:p>
            <a:r>
              <a:rPr lang="en-US" dirty="0"/>
              <a:t>CVE-Driven Analysis</a:t>
            </a:r>
          </a:p>
        </p:txBody>
      </p:sp>
      <p:sp>
        <p:nvSpPr>
          <p:cNvPr id="3" name="Content Placeholder 2">
            <a:extLst>
              <a:ext uri="{FF2B5EF4-FFF2-40B4-BE49-F238E27FC236}">
                <a16:creationId xmlns:a16="http://schemas.microsoft.com/office/drawing/2014/main" id="{77F1E062-A3B2-3DB3-817C-35C41779241B}"/>
              </a:ext>
            </a:extLst>
          </p:cNvPr>
          <p:cNvSpPr>
            <a:spLocks noGrp="1"/>
          </p:cNvSpPr>
          <p:nvPr>
            <p:ph idx="1"/>
          </p:nvPr>
        </p:nvSpPr>
        <p:spPr/>
        <p:txBody>
          <a:bodyPr/>
          <a:lstStyle/>
          <a:p>
            <a:r>
              <a:rPr lang="en-US" dirty="0"/>
              <a:t>Identify “classes” / groups of products to look at</a:t>
            </a:r>
          </a:p>
          <a:p>
            <a:pPr lvl="1"/>
            <a:r>
              <a:rPr lang="en-US" dirty="0"/>
              <a:t>Already done</a:t>
            </a:r>
          </a:p>
          <a:p>
            <a:r>
              <a:rPr lang="en-US" dirty="0"/>
              <a:t>Identify specific product names</a:t>
            </a:r>
          </a:p>
          <a:p>
            <a:pPr lvl="1"/>
            <a:r>
              <a:rPr lang="en-US" dirty="0"/>
              <a:t>Already done?</a:t>
            </a:r>
          </a:p>
          <a:p>
            <a:r>
              <a:rPr lang="en-US" dirty="0"/>
              <a:t>Obtain the CVE “target list”</a:t>
            </a:r>
          </a:p>
          <a:p>
            <a:pPr lvl="1"/>
            <a:r>
              <a:rPr lang="en-US" dirty="0"/>
              <a:t>Any CVE with the given product names</a:t>
            </a:r>
          </a:p>
          <a:p>
            <a:r>
              <a:rPr lang="en-US" dirty="0"/>
              <a:t>Extract CWEs</a:t>
            </a:r>
          </a:p>
          <a:p>
            <a:pPr lvl="1"/>
            <a:r>
              <a:rPr lang="en-US" dirty="0"/>
              <a:t>Mappings can be inaccurate</a:t>
            </a:r>
          </a:p>
          <a:p>
            <a:r>
              <a:rPr lang="en-US" dirty="0"/>
              <a:t>Data review</a:t>
            </a:r>
          </a:p>
          <a:p>
            <a:pPr lvl="1"/>
            <a:r>
              <a:rPr lang="en-US" dirty="0"/>
              <a:t>Most common CWEs</a:t>
            </a:r>
          </a:p>
          <a:p>
            <a:r>
              <a:rPr lang="en-US" dirty="0"/>
              <a:t>Prioritize CWEs to update</a:t>
            </a:r>
          </a:p>
          <a:p>
            <a:endParaRPr lang="en-US" dirty="0"/>
          </a:p>
        </p:txBody>
      </p:sp>
      <p:sp>
        <p:nvSpPr>
          <p:cNvPr id="4" name="Slide Number Placeholder 3">
            <a:extLst>
              <a:ext uri="{FF2B5EF4-FFF2-40B4-BE49-F238E27FC236}">
                <a16:creationId xmlns:a16="http://schemas.microsoft.com/office/drawing/2014/main" id="{A5E1ACF2-BDC1-BB00-BF96-2C06D361F8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54040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BF2BB-D1D3-7458-9F48-439EF2FE3483}"/>
              </a:ext>
            </a:extLst>
          </p:cNvPr>
          <p:cNvSpPr>
            <a:spLocks noGrp="1"/>
          </p:cNvSpPr>
          <p:nvPr>
            <p:ph type="title"/>
          </p:nvPr>
        </p:nvSpPr>
        <p:spPr/>
        <p:txBody>
          <a:bodyPr/>
          <a:lstStyle/>
          <a:p>
            <a:r>
              <a:rPr lang="en-US" dirty="0"/>
              <a:t>Anecdotal Observations of Common Weaknesses</a:t>
            </a:r>
          </a:p>
        </p:txBody>
      </p:sp>
      <p:sp>
        <p:nvSpPr>
          <p:cNvPr id="3" name="Content Placeholder 2">
            <a:extLst>
              <a:ext uri="{FF2B5EF4-FFF2-40B4-BE49-F238E27FC236}">
                <a16:creationId xmlns:a16="http://schemas.microsoft.com/office/drawing/2014/main" id="{BBCBA22B-D692-268F-86DD-891216B01686}"/>
              </a:ext>
            </a:extLst>
          </p:cNvPr>
          <p:cNvSpPr>
            <a:spLocks noGrp="1"/>
          </p:cNvSpPr>
          <p:nvPr>
            <p:ph idx="1"/>
          </p:nvPr>
        </p:nvSpPr>
        <p:spPr/>
        <p:txBody>
          <a:bodyPr/>
          <a:lstStyle/>
          <a:p>
            <a:r>
              <a:rPr lang="en-US" dirty="0"/>
              <a:t>SSTI</a:t>
            </a:r>
          </a:p>
          <a:p>
            <a:r>
              <a:rPr lang="en-US" dirty="0"/>
              <a:t>Serialization</a:t>
            </a:r>
          </a:p>
          <a:p>
            <a:r>
              <a:rPr lang="en-US" dirty="0"/>
              <a:t>Access control – authorization and authentication</a:t>
            </a:r>
          </a:p>
          <a:p>
            <a:r>
              <a:rPr lang="en-US" dirty="0"/>
              <a:t>DoS (discussed by Martin)</a:t>
            </a:r>
          </a:p>
          <a:p>
            <a:pPr lvl="1"/>
            <a:r>
              <a:rPr lang="en-US" dirty="0"/>
              <a:t>Excessive allocation</a:t>
            </a:r>
          </a:p>
          <a:p>
            <a:pPr lvl="1"/>
            <a:r>
              <a:rPr lang="en-US" dirty="0"/>
              <a:t>Computationally expensive ops</a:t>
            </a:r>
          </a:p>
          <a:p>
            <a:pPr lvl="1"/>
            <a:r>
              <a:rPr lang="en-US" dirty="0"/>
              <a:t>User session management, prioritizing connections, etc.</a:t>
            </a:r>
          </a:p>
          <a:p>
            <a:r>
              <a:rPr lang="en-US" dirty="0"/>
              <a:t>CWE-912 hidden functionality in the models themselves</a:t>
            </a:r>
          </a:p>
          <a:p>
            <a:r>
              <a:rPr lang="en-US" dirty="0"/>
              <a:t>“State” preservation/loss [see chat log]</a:t>
            </a:r>
          </a:p>
          <a:p>
            <a:r>
              <a:rPr lang="en-US" dirty="0"/>
              <a:t>[see recommendations from Erick in chat log]</a:t>
            </a:r>
          </a:p>
          <a:p>
            <a:r>
              <a:rPr lang="en-US" dirty="0"/>
              <a:t>[see CWEs suggested by Chris Gourley in chat]</a:t>
            </a:r>
          </a:p>
          <a:p>
            <a:endParaRPr lang="en-US" dirty="0"/>
          </a:p>
          <a:p>
            <a:pPr lvl="1"/>
            <a:endParaRPr lang="en-US" dirty="0"/>
          </a:p>
          <a:p>
            <a:endParaRPr lang="en-US" dirty="0"/>
          </a:p>
        </p:txBody>
      </p:sp>
      <p:sp>
        <p:nvSpPr>
          <p:cNvPr id="4" name="Slide Number Placeholder 3">
            <a:extLst>
              <a:ext uri="{FF2B5EF4-FFF2-40B4-BE49-F238E27FC236}">
                <a16:creationId xmlns:a16="http://schemas.microsoft.com/office/drawing/2014/main" id="{E5557E5D-DD8A-D9F5-46DC-354926B9601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060175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E6488-2D72-A286-DFAB-D16972B38C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BB7F19-1D5D-997D-EFF7-FAE70DDEDED3}"/>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D59370F8-2BBD-91B3-403D-EEBC3F9028D7}"/>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3A90B3ED-3A49-975B-AD20-A6E0F9C7094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84117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86E32-0E53-7C1A-BA74-51AAF50192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A628AF-250E-48A2-F5EB-9282497FA516}"/>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CD04C986-5298-744E-6E9A-3A2EED860667}"/>
              </a:ext>
            </a:extLst>
          </p:cNvPr>
          <p:cNvSpPr>
            <a:spLocks noGrp="1"/>
          </p:cNvSpPr>
          <p:nvPr>
            <p:ph idx="1"/>
          </p:nvPr>
        </p:nvSpPr>
        <p:spPr/>
        <p:txBody>
          <a:bodyPr>
            <a:normAutofit/>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CE4433FE-E2FB-A308-4E12-EF39D6FA663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256177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62BAB-9D2C-48B6-6211-1DBBA012B95C}"/>
              </a:ext>
            </a:extLst>
          </p:cNvPr>
          <p:cNvSpPr>
            <a:spLocks noGrp="1"/>
          </p:cNvSpPr>
          <p:nvPr>
            <p:ph type="title"/>
          </p:nvPr>
        </p:nvSpPr>
        <p:spPr/>
        <p:txBody>
          <a:bodyPr/>
          <a:lstStyle/>
          <a:p>
            <a:r>
              <a:rPr lang="en-US" dirty="0"/>
              <a:t>Collaboration on Data Gathering</a:t>
            </a:r>
          </a:p>
        </p:txBody>
      </p:sp>
      <p:sp>
        <p:nvSpPr>
          <p:cNvPr id="3" name="Content Placeholder 2">
            <a:extLst>
              <a:ext uri="{FF2B5EF4-FFF2-40B4-BE49-F238E27FC236}">
                <a16:creationId xmlns:a16="http://schemas.microsoft.com/office/drawing/2014/main" id="{E6C71981-487C-57E6-8812-5FA29F8007D4}"/>
              </a:ext>
            </a:extLst>
          </p:cNvPr>
          <p:cNvSpPr>
            <a:spLocks noGrp="1"/>
          </p:cNvSpPr>
          <p:nvPr>
            <p:ph idx="1"/>
          </p:nvPr>
        </p:nvSpPr>
        <p:spPr/>
        <p:txBody>
          <a:bodyPr/>
          <a:lstStyle/>
          <a:p>
            <a:r>
              <a:rPr lang="en-US" sz="2000" dirty="0"/>
              <a:t>How should we communicate – mailing list? CDR?</a:t>
            </a:r>
          </a:p>
          <a:p>
            <a:pPr lvl="1"/>
            <a:r>
              <a:rPr lang="en-US" sz="2000" dirty="0"/>
              <a:t>Start with email; could put prelim findings into CDR</a:t>
            </a:r>
          </a:p>
          <a:p>
            <a:r>
              <a:rPr lang="en-US" sz="2000" dirty="0"/>
              <a:t>Any academic research such as analysis against many products?</a:t>
            </a:r>
          </a:p>
          <a:p>
            <a:r>
              <a:rPr lang="en-US" sz="2000" dirty="0"/>
              <a:t>Performing CVE-driven analysis</a:t>
            </a:r>
          </a:p>
          <a:p>
            <a:pPr lvl="1"/>
            <a:r>
              <a:rPr lang="en-US" sz="2000" dirty="0"/>
              <a:t>Is somebody willing to implement the CVE search?</a:t>
            </a:r>
          </a:p>
          <a:p>
            <a:r>
              <a:rPr lang="en-US" sz="2000" dirty="0"/>
              <a:t>Start with anecdotal observations</a:t>
            </a:r>
          </a:p>
          <a:p>
            <a:pPr lvl="1"/>
            <a:r>
              <a:rPr lang="en-US" sz="2000" dirty="0"/>
              <a:t>Probably relatively easy to find some CVE examples</a:t>
            </a:r>
          </a:p>
          <a:p>
            <a:pPr lvl="1"/>
            <a:r>
              <a:rPr lang="en-US" sz="2000" dirty="0"/>
              <a:t>This WG could also develop demonstrative examples</a:t>
            </a:r>
          </a:p>
          <a:p>
            <a:r>
              <a:rPr lang="en-US" sz="2000" dirty="0"/>
              <a:t>Possible </a:t>
            </a:r>
            <a:r>
              <a:rPr lang="en-US" sz="2000" dirty="0" err="1"/>
              <a:t>todo</a:t>
            </a:r>
            <a:r>
              <a:rPr lang="en-US" sz="2000" dirty="0"/>
              <a:t>: analyze academic papers and link to CWE(s)</a:t>
            </a:r>
          </a:p>
          <a:p>
            <a:r>
              <a:rPr lang="en-US" sz="2000" dirty="0"/>
              <a:t>Nominees</a:t>
            </a:r>
          </a:p>
          <a:p>
            <a:pPr lvl="1"/>
            <a:r>
              <a:rPr lang="en-US" sz="2000" dirty="0"/>
              <a:t>Serialization</a:t>
            </a:r>
          </a:p>
          <a:p>
            <a:pPr lvl="1"/>
            <a:r>
              <a:rPr lang="en-US" sz="2000" dirty="0"/>
              <a:t>Hidden functionality</a:t>
            </a:r>
          </a:p>
          <a:p>
            <a:pPr lvl="1"/>
            <a:r>
              <a:rPr lang="en-US" sz="2000" dirty="0"/>
              <a:t>Authorization (agentic AI – AI is operating at higher privileges than the user)</a:t>
            </a:r>
          </a:p>
          <a:p>
            <a:endParaRPr lang="en-US" sz="2000" dirty="0"/>
          </a:p>
        </p:txBody>
      </p:sp>
      <p:sp>
        <p:nvSpPr>
          <p:cNvPr id="4" name="Slide Number Placeholder 3">
            <a:extLst>
              <a:ext uri="{FF2B5EF4-FFF2-40B4-BE49-F238E27FC236}">
                <a16:creationId xmlns:a16="http://schemas.microsoft.com/office/drawing/2014/main" id="{1C69589B-8E2A-CAEE-7CC6-3FA26A50454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6713656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8B45C-8B7F-809E-36C4-F44086F1DCD7}"/>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11CF7618-078F-E22E-D337-0DA0B2D6AB85}"/>
              </a:ext>
            </a:extLst>
          </p:cNvPr>
          <p:cNvSpPr>
            <a:spLocks noGrp="1"/>
          </p:cNvSpPr>
          <p:nvPr>
            <p:ph idx="1"/>
          </p:nvPr>
        </p:nvSpPr>
        <p:spPr/>
        <p:txBody>
          <a:bodyPr/>
          <a:lstStyle/>
          <a:p>
            <a:r>
              <a:rPr lang="en-US" dirty="0"/>
              <a:t>Meetings</a:t>
            </a:r>
          </a:p>
          <a:p>
            <a:pPr lvl="1"/>
            <a:r>
              <a:rPr lang="en-US" dirty="0"/>
              <a:t>June 20 – new entry subgroup</a:t>
            </a:r>
          </a:p>
          <a:p>
            <a:pPr lvl="1"/>
            <a:r>
              <a:rPr lang="en-US" dirty="0"/>
              <a:t>July 4 (needs rescheduling) – modification subgroup</a:t>
            </a:r>
          </a:p>
          <a:p>
            <a:endParaRPr lang="en-US" dirty="0"/>
          </a:p>
        </p:txBody>
      </p:sp>
      <p:sp>
        <p:nvSpPr>
          <p:cNvPr id="4" name="Slide Number Placeholder 3">
            <a:extLst>
              <a:ext uri="{FF2B5EF4-FFF2-40B4-BE49-F238E27FC236}">
                <a16:creationId xmlns:a16="http://schemas.microsoft.com/office/drawing/2014/main" id="{940009AE-E205-99A1-710C-AFAFECBDD27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108029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0E0D3-0880-549B-AFBE-8EADDBC52B82}"/>
              </a:ext>
            </a:extLst>
          </p:cNvPr>
          <p:cNvSpPr>
            <a:spLocks noGrp="1"/>
          </p:cNvSpPr>
          <p:nvPr>
            <p:ph type="ctrTitle" sz="quarter"/>
          </p:nvPr>
        </p:nvSpPr>
        <p:spPr/>
        <p:txBody>
          <a:bodyPr/>
          <a:lstStyle/>
          <a:p>
            <a:r>
              <a:rPr lang="en-US"/>
              <a:t>Other / Older Slides</a:t>
            </a:r>
          </a:p>
        </p:txBody>
      </p:sp>
      <p:sp>
        <p:nvSpPr>
          <p:cNvPr id="3" name="Slide Number Placeholder 2">
            <a:extLst>
              <a:ext uri="{FF2B5EF4-FFF2-40B4-BE49-F238E27FC236}">
                <a16:creationId xmlns:a16="http://schemas.microsoft.com/office/drawing/2014/main" id="{072F433C-A5DD-F658-7165-5B2A8AD0C58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62366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a:t>Modifications to CWE-1039: Automated Recognition Mechanism with Inadequate Detection or Handling of Adversarial Input Perturbations</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651465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802BE-518D-D6E6-531C-A2E587BDF05C}"/>
              </a:ext>
            </a:extLst>
          </p:cNvPr>
          <p:cNvSpPr>
            <a:spLocks noGrp="1"/>
          </p:cNvSpPr>
          <p:nvPr>
            <p:ph type="title"/>
          </p:nvPr>
        </p:nvSpPr>
        <p:spPr/>
        <p:txBody>
          <a:bodyPr/>
          <a:lstStyle/>
          <a:p>
            <a:r>
              <a:rPr lang="en-US"/>
              <a:t>CWE-1039 Status</a:t>
            </a:r>
          </a:p>
        </p:txBody>
      </p:sp>
      <p:sp>
        <p:nvSpPr>
          <p:cNvPr id="3" name="Content Placeholder 2">
            <a:extLst>
              <a:ext uri="{FF2B5EF4-FFF2-40B4-BE49-F238E27FC236}">
                <a16:creationId xmlns:a16="http://schemas.microsoft.com/office/drawing/2014/main" id="{CF8600D0-E349-74FD-4214-23DC700A0F91}"/>
              </a:ext>
            </a:extLst>
          </p:cNvPr>
          <p:cNvSpPr>
            <a:spLocks noGrp="1"/>
          </p:cNvSpPr>
          <p:nvPr>
            <p:ph idx="1"/>
          </p:nvPr>
        </p:nvSpPr>
        <p:spPr/>
        <p:txBody>
          <a:bodyPr/>
          <a:lstStyle/>
          <a:p>
            <a:r>
              <a:rPr lang="en-US"/>
              <a:t>First published in March 2018</a:t>
            </a:r>
          </a:p>
          <a:p>
            <a:r>
              <a:rPr lang="en-US"/>
              <a:t>Initial focus on image recognition</a:t>
            </a:r>
          </a:p>
          <a:p>
            <a:r>
              <a:rPr lang="en-US"/>
              <a:t>Incomplete entry</a:t>
            </a:r>
          </a:p>
          <a:p>
            <a:pPr lvl="1"/>
            <a:r>
              <a:rPr lang="en-US"/>
              <a:t>No examples (observed or demonstrative), mitigations, etc.</a:t>
            </a:r>
          </a:p>
          <a:p>
            <a:r>
              <a:rPr lang="en-US"/>
              <a:t>Focused improvements by Marissa Dotter</a:t>
            </a:r>
          </a:p>
          <a:p>
            <a:r>
              <a:rPr lang="en-US"/>
              <a:t>Changes to be made in CWE 4.17 (April 3)</a:t>
            </a:r>
          </a:p>
          <a:p>
            <a:endParaRPr lang="en-US"/>
          </a:p>
          <a:p>
            <a:r>
              <a:rPr lang="en-US">
                <a:hlinkClick r:id="rId2"/>
              </a:rPr>
              <a:t>https://cwe.mitre.org/data/definitions/1039.html</a:t>
            </a:r>
            <a:endParaRPr lang="en-US"/>
          </a:p>
          <a:p>
            <a:endParaRPr lang="en-US"/>
          </a:p>
        </p:txBody>
      </p:sp>
      <p:sp>
        <p:nvSpPr>
          <p:cNvPr id="4" name="Slide Number Placeholder 3">
            <a:extLst>
              <a:ext uri="{FF2B5EF4-FFF2-40B4-BE49-F238E27FC236}">
                <a16:creationId xmlns:a16="http://schemas.microsoft.com/office/drawing/2014/main" id="{B0327267-8F35-DCC9-BC50-6E5B6783AF0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302538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C14C6-4CB9-2146-E92A-0EE8671F32CD}"/>
              </a:ext>
            </a:extLst>
          </p:cNvPr>
          <p:cNvSpPr>
            <a:spLocks noGrp="1"/>
          </p:cNvSpPr>
          <p:nvPr>
            <p:ph type="title"/>
          </p:nvPr>
        </p:nvSpPr>
        <p:spPr/>
        <p:txBody>
          <a:bodyPr/>
          <a:lstStyle/>
          <a:p>
            <a:r>
              <a:rPr lang="en-US"/>
              <a:t>Quick Demo - CWE-1039</a:t>
            </a:r>
          </a:p>
        </p:txBody>
      </p:sp>
      <p:sp>
        <p:nvSpPr>
          <p:cNvPr id="4" name="Slide Number Placeholder 3">
            <a:extLst>
              <a:ext uri="{FF2B5EF4-FFF2-40B4-BE49-F238E27FC236}">
                <a16:creationId xmlns:a16="http://schemas.microsoft.com/office/drawing/2014/main" id="{E8D94420-1B63-0BB6-130C-8F2D51839AD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19</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Content Placeholder 5">
            <a:extLst>
              <a:ext uri="{FF2B5EF4-FFF2-40B4-BE49-F238E27FC236}">
                <a16:creationId xmlns:a16="http://schemas.microsoft.com/office/drawing/2014/main" id="{E7EC792B-BCD0-F7FA-F6CF-1E02310B783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4773688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a:t>“LLM Bad Practices: Improper tuning of model control parameters” (Lily Wong) - ES2406-9e5fcf10</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6522502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91F8D-568A-826F-4A6D-A8A7779941F9}"/>
              </a:ext>
            </a:extLst>
          </p:cNvPr>
          <p:cNvSpPr>
            <a:spLocks noGrp="1"/>
          </p:cNvSpPr>
          <p:nvPr>
            <p:ph type="title"/>
          </p:nvPr>
        </p:nvSpPr>
        <p:spPr/>
        <p:txBody>
          <a:bodyPr/>
          <a:lstStyle/>
          <a:p>
            <a:r>
              <a:rPr lang="en-US"/>
              <a:t>Name, Summary, and Extended Description</a:t>
            </a:r>
          </a:p>
        </p:txBody>
      </p:sp>
      <p:sp>
        <p:nvSpPr>
          <p:cNvPr id="4" name="Slide Number Placeholder 3">
            <a:extLst>
              <a:ext uri="{FF2B5EF4-FFF2-40B4-BE49-F238E27FC236}">
                <a16:creationId xmlns:a16="http://schemas.microsoft.com/office/drawing/2014/main" id="{9C9B55D0-734F-613A-E3D8-E004928B693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21</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62A4C25A-084F-F2B0-0B58-6835AFE2D0C2}"/>
              </a:ext>
            </a:extLst>
          </p:cNvPr>
          <p:cNvSpPr txBox="1"/>
          <p:nvPr/>
        </p:nvSpPr>
        <p:spPr>
          <a:xfrm>
            <a:off x="616448" y="2321584"/>
            <a:ext cx="11088894" cy="923330"/>
          </a:xfrm>
          <a:prstGeom prst="rect">
            <a:avLst/>
          </a:prstGeom>
          <a:solidFill>
            <a:schemeClr val="accent3">
              <a:lumMod val="20000"/>
              <a:lumOff val="80000"/>
            </a:schemeClr>
          </a:solidFill>
          <a:ln>
            <a:solidFill>
              <a:schemeClr val="accent1"/>
            </a:solidFill>
          </a:ln>
        </p:spPr>
        <p:txBody>
          <a:bodyPr wrap="square" rtlCol="0">
            <a:spAutoFit/>
          </a:bodyPr>
          <a:lstStyle/>
          <a:p>
            <a:r>
              <a:rPr lang="en-US" b="0" i="0">
                <a:solidFill>
                  <a:srgbClr val="1F2328"/>
                </a:solidFill>
                <a:effectLst/>
                <a:latin typeface="-apple-system"/>
              </a:rPr>
              <a:t>The product has a component that relies on a generative AI/ML model, but the model is configured with incorrect inference parameters that produce excessive erroneous or unexpected outputs that violate the intended security policy.</a:t>
            </a:r>
          </a:p>
        </p:txBody>
      </p:sp>
      <p:sp>
        <p:nvSpPr>
          <p:cNvPr id="8" name="TextBox 7">
            <a:extLst>
              <a:ext uri="{FF2B5EF4-FFF2-40B4-BE49-F238E27FC236}">
                <a16:creationId xmlns:a16="http://schemas.microsoft.com/office/drawing/2014/main" id="{C4B54ECF-A9AA-CA85-AA8D-702D0649EFC9}"/>
              </a:ext>
            </a:extLst>
          </p:cNvPr>
          <p:cNvSpPr txBox="1"/>
          <p:nvPr/>
        </p:nvSpPr>
        <p:spPr>
          <a:xfrm>
            <a:off x="616448" y="3796010"/>
            <a:ext cx="11088894" cy="2031325"/>
          </a:xfrm>
          <a:prstGeom prst="rect">
            <a:avLst/>
          </a:prstGeom>
          <a:solidFill>
            <a:schemeClr val="accent3">
              <a:lumMod val="20000"/>
              <a:lumOff val="80000"/>
            </a:schemeClr>
          </a:solidFill>
          <a:ln>
            <a:solidFill>
              <a:schemeClr val="accent1"/>
            </a:solidFill>
          </a:ln>
        </p:spPr>
        <p:txBody>
          <a:bodyPr wrap="square" lIns="91440" tIns="45720" rIns="91440" bIns="45720" rtlCol="0" anchor="t">
            <a:spAutoFit/>
          </a:bodyPr>
          <a:lstStyle/>
          <a:p>
            <a:r>
              <a:rPr lang="en-US" b="0" i="0">
                <a:solidFill>
                  <a:srgbClr val="1F2328"/>
                </a:solidFill>
                <a:effectLst/>
                <a:latin typeface="-apple-system"/>
              </a:rPr>
              <a:t>Generative AI/ML models, such as those used for text generation, image synthesis, and other creative tasks, rely on </a:t>
            </a:r>
            <a:r>
              <a:rPr lang="en-US" b="0" i="0" u="sng">
                <a:solidFill>
                  <a:srgbClr val="1F2328"/>
                </a:solidFill>
                <a:effectLst/>
                <a:latin typeface="-apple-system"/>
              </a:rPr>
              <a:t>inference parameters </a:t>
            </a:r>
            <a:r>
              <a:rPr lang="en-US" b="0" i="0">
                <a:solidFill>
                  <a:srgbClr val="1F2328"/>
                </a:solidFill>
                <a:effectLst/>
                <a:latin typeface="-apple-system"/>
              </a:rPr>
              <a:t>that control model behavior, </a:t>
            </a:r>
            <a:r>
              <a:rPr lang="en-US" b="0" i="0" u="sng">
                <a:solidFill>
                  <a:srgbClr val="1F2328"/>
                </a:solidFill>
                <a:effectLst/>
                <a:latin typeface="-apple-system"/>
              </a:rPr>
              <a:t>such as temperature, Top P, and Top K</a:t>
            </a:r>
            <a:r>
              <a:rPr lang="en-US" b="0" i="0">
                <a:solidFill>
                  <a:srgbClr val="1F2328"/>
                </a:solidFill>
                <a:effectLst/>
                <a:latin typeface="-apple-system"/>
              </a:rPr>
              <a:t>. These parameters affect the model's internal decision-making processes, learning rate, and probability distributions. Incorrect settings </a:t>
            </a:r>
            <a:r>
              <a:rPr lang="en-US">
                <a:solidFill>
                  <a:srgbClr val="1F2328"/>
                </a:solidFill>
                <a:latin typeface="-apple-system"/>
              </a:rPr>
              <a:t>can lead</a:t>
            </a:r>
            <a:r>
              <a:rPr lang="en-US" b="0" i="0">
                <a:solidFill>
                  <a:srgbClr val="1F2328"/>
                </a:solidFill>
                <a:effectLst/>
                <a:latin typeface="-apple-system"/>
              </a:rPr>
              <a:t> to unusual behavior such as "hallucinations" in text generation, unrealistic images, or failure to converge during training. The impact of such misconfigurations can compromise the integrity of the application. If the results are used in security-critical operations or decisions, then this could violate the intended security policy, i.e., introduce a vulnerability.</a:t>
            </a:r>
            <a:endParaRPr lang="en-US"/>
          </a:p>
        </p:txBody>
      </p:sp>
      <p:sp>
        <p:nvSpPr>
          <p:cNvPr id="9" name="TextBox 8">
            <a:extLst>
              <a:ext uri="{FF2B5EF4-FFF2-40B4-BE49-F238E27FC236}">
                <a16:creationId xmlns:a16="http://schemas.microsoft.com/office/drawing/2014/main" id="{9E3A903E-5FA1-1226-0FE2-9210E3C13BE2}"/>
              </a:ext>
            </a:extLst>
          </p:cNvPr>
          <p:cNvSpPr txBox="1"/>
          <p:nvPr/>
        </p:nvSpPr>
        <p:spPr>
          <a:xfrm>
            <a:off x="616448" y="1585822"/>
            <a:ext cx="11088894" cy="461665"/>
          </a:xfrm>
          <a:prstGeom prst="rect">
            <a:avLst/>
          </a:prstGeom>
          <a:solidFill>
            <a:schemeClr val="accent3">
              <a:lumMod val="20000"/>
              <a:lumOff val="80000"/>
            </a:schemeClr>
          </a:solidFill>
          <a:ln>
            <a:solidFill>
              <a:schemeClr val="accent1"/>
            </a:solidFill>
          </a:ln>
        </p:spPr>
        <p:txBody>
          <a:bodyPr wrap="square" rtlCol="0">
            <a:spAutoFit/>
          </a:bodyPr>
          <a:lstStyle/>
          <a:p>
            <a:pPr algn="l"/>
            <a:r>
              <a:rPr lang="en-US" sz="2400" b="1" i="0">
                <a:solidFill>
                  <a:srgbClr val="1F2328"/>
                </a:solidFill>
                <a:effectLst/>
                <a:latin typeface="-apple-system"/>
              </a:rPr>
              <a:t>Insecure Setting of Generative AI/ML Model Inference Parameters</a:t>
            </a:r>
          </a:p>
        </p:txBody>
      </p:sp>
    </p:spTree>
    <p:extLst>
      <p:ext uri="{BB962C8B-B14F-4D97-AF65-F5344CB8AC3E}">
        <p14:creationId xmlns:p14="http://schemas.microsoft.com/office/powerpoint/2010/main" val="34590027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37A35-361A-4744-A1F2-DE18E636AC13}"/>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3F9826D-B9D1-997D-1F9C-2B9AC119BAA4}"/>
              </a:ext>
            </a:extLst>
          </p:cNvPr>
          <p:cNvSpPr>
            <a:spLocks noGrp="1"/>
          </p:cNvSpPr>
          <p:nvPr>
            <p:ph idx="1"/>
          </p:nvPr>
        </p:nvSpPr>
        <p:spPr/>
        <p:txBody>
          <a:bodyPr>
            <a:normAutofit/>
          </a:bodyPr>
          <a:lstStyle/>
          <a:p>
            <a:r>
              <a:rPr lang="en-US" sz="1800" err="1"/>
              <a:t>ChildOf</a:t>
            </a:r>
            <a:r>
              <a:rPr lang="en-US" sz="1800"/>
              <a:t> CWE-440: Expected Behavior Violation</a:t>
            </a:r>
          </a:p>
          <a:p>
            <a:r>
              <a:rPr lang="en-US" sz="1800" err="1"/>
              <a:t>ChildOf</a:t>
            </a:r>
            <a:r>
              <a:rPr lang="en-US" sz="1800"/>
              <a:t> CWE-665: Improper Initialization</a:t>
            </a:r>
          </a:p>
          <a:p>
            <a:pPr marL="382170" lvl="1" indent="0">
              <a:buNone/>
            </a:pPr>
            <a:endParaRPr lang="en-US" sz="1800"/>
          </a:p>
          <a:p>
            <a:pPr marL="0" indent="0">
              <a:buNone/>
            </a:pPr>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ED29BB7F-8294-CCA5-E89D-64F9A3D507C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279315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36BA3-CD1E-4FAF-DA85-06C79ED451E5}"/>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1E8636F-B33F-D3B0-AADD-CB9D0B1156A6}"/>
              </a:ext>
            </a:extLst>
          </p:cNvPr>
          <p:cNvSpPr>
            <a:spLocks noGrp="1"/>
          </p:cNvSpPr>
          <p:nvPr>
            <p:ph idx="1"/>
          </p:nvPr>
        </p:nvSpPr>
        <p:spPr/>
        <p:txBody>
          <a:bodyPr>
            <a:normAutofit lnSpcReduction="10000"/>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a:t>
            </a:r>
            <a:r>
              <a:rPr lang="en-US" sz="1500">
                <a:solidFill>
                  <a:srgbClr val="FF0000"/>
                </a:solidFill>
              </a:rPr>
              <a:t>Modify Application Data</a:t>
            </a:r>
            <a:r>
              <a:rPr lang="en-US" sz="1500"/>
              <a:t>,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 </a:t>
            </a:r>
            <a:r>
              <a:rPr lang="en-US" sz="1500">
                <a:solidFill>
                  <a:srgbClr val="FF0000"/>
                </a:solidFill>
              </a:rPr>
              <a:t>[MAYBE ADD “OUTPUT CORRECTNESS”]</a:t>
            </a:r>
          </a:p>
          <a:p>
            <a:r>
              <a:rPr lang="en-US" sz="2000" err="1"/>
              <a:t>Conseq</a:t>
            </a:r>
            <a:r>
              <a:rPr lang="en-US" sz="2000"/>
              <a:t> 1</a:t>
            </a:r>
          </a:p>
          <a:p>
            <a:pPr lvl="1"/>
            <a:r>
              <a:rPr lang="en-US" sz="2000"/>
              <a:t>Impact: </a:t>
            </a:r>
            <a:r>
              <a:rPr lang="en-US" sz="2000">
                <a:solidFill>
                  <a:srgbClr val="FF0000"/>
                </a:solidFill>
              </a:rPr>
              <a:t>Varies by Context; Unexpected State</a:t>
            </a:r>
          </a:p>
          <a:p>
            <a:pPr lvl="1"/>
            <a:r>
              <a:rPr lang="en-US" sz="2000"/>
              <a:t>Note: Generation of inaccurate, misleading, or nonsensical information.</a:t>
            </a:r>
          </a:p>
          <a:p>
            <a:r>
              <a:rPr lang="en-US" sz="2000" err="1"/>
              <a:t>Conseq</a:t>
            </a:r>
            <a:r>
              <a:rPr lang="en-US" sz="2000"/>
              <a:t> 2</a:t>
            </a:r>
          </a:p>
          <a:p>
            <a:pPr lvl="1"/>
            <a:r>
              <a:rPr lang="en-US" sz="2000"/>
              <a:t>Impact: </a:t>
            </a:r>
            <a:r>
              <a:rPr lang="en-US" sz="2000">
                <a:solidFill>
                  <a:srgbClr val="FF0000"/>
                </a:solidFill>
              </a:rPr>
              <a:t>Alter Execution Logic; Unexpected State; Varies by Context</a:t>
            </a:r>
          </a:p>
          <a:p>
            <a:pPr lvl="1"/>
            <a:r>
              <a:rPr lang="en-US" sz="2000"/>
              <a:t>Note: Propagation of errors if outputs are used in critical decision-making processes.</a:t>
            </a:r>
          </a:p>
          <a:p>
            <a:pPr lvl="1"/>
            <a:endParaRPr lang="en-US" sz="2000"/>
          </a:p>
        </p:txBody>
      </p:sp>
      <p:sp>
        <p:nvSpPr>
          <p:cNvPr id="4" name="Slide Number Placeholder 3">
            <a:extLst>
              <a:ext uri="{FF2B5EF4-FFF2-40B4-BE49-F238E27FC236}">
                <a16:creationId xmlns:a16="http://schemas.microsoft.com/office/drawing/2014/main" id="{176293FB-EB0F-1BA1-D9D7-7E20D582E1D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466748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70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&lt;Implementation; Build and Compilation&gt;</a:t>
            </a:r>
          </a:p>
          <a:p>
            <a:pPr lvl="1"/>
            <a:r>
              <a:rPr lang="en-US"/>
              <a:t>Notes: &lt;During model training, when hyperparameters are set without adequate validation or understanding of their impact.&gt;</a:t>
            </a:r>
          </a:p>
          <a:p>
            <a:r>
              <a:rPr lang="en-US"/>
              <a:t>Mode 2:</a:t>
            </a:r>
          </a:p>
          <a:p>
            <a:pPr lvl="1"/>
            <a:r>
              <a:rPr lang="en-US"/>
              <a:t>SDLC phase: </a:t>
            </a:r>
            <a:r>
              <a:rPr lang="en-US">
                <a:solidFill>
                  <a:srgbClr val="FF0000"/>
                </a:solidFill>
              </a:rPr>
              <a:t>&lt;Installation; System Configuration&gt;</a:t>
            </a:r>
          </a:p>
          <a:p>
            <a:pPr lvl="1"/>
            <a:r>
              <a:rPr lang="en-US"/>
              <a:t>Notes: &lt;During deployment, when model parameters are adjusted to optimize performance without comprehensive testing&gt;</a:t>
            </a:r>
          </a:p>
          <a:p>
            <a:r>
              <a:rPr lang="en-US"/>
              <a:t>Mode 3:</a:t>
            </a:r>
          </a:p>
          <a:p>
            <a:pPr lvl="1"/>
            <a:r>
              <a:rPr lang="en-US"/>
              <a:t>SDLC phase: </a:t>
            </a:r>
            <a:r>
              <a:rPr lang="en-US">
                <a:solidFill>
                  <a:srgbClr val="FF0000"/>
                </a:solidFill>
              </a:rPr>
              <a:t>&lt;Operation; Patching and Maintenance&gt;</a:t>
            </a:r>
          </a:p>
          <a:p>
            <a:pPr lvl="1"/>
            <a:r>
              <a:rPr lang="en-US"/>
              <a:t>Notes: &lt;Updates or modifications may be made to the model that alter its behavior without thorough re-evaluation.&gt;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701742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92500" lnSpcReduction="2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&lt;Implementation; System Configuration; Operation&gt;</a:t>
            </a:r>
            <a:endParaRPr lang="en-US" sz="1700"/>
          </a:p>
          <a:p>
            <a:pPr lvl="1"/>
            <a:r>
              <a:rPr lang="en-US" sz="1700"/>
              <a:t>Name/brief desc: Develop and adhere to robust parameter tuning processes that include extensive testing and validation</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&lt;Implementation; System Configuration; Operation&gt; </a:t>
            </a:r>
            <a:endParaRPr lang="en-US" sz="1700"/>
          </a:p>
          <a:p>
            <a:pPr lvl="1"/>
            <a:r>
              <a:rPr lang="en-US" sz="1700"/>
              <a:t>Name/brief desc: Implement feedback mechanisms to continuously assess and adjust model performance</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&lt;Documentation&gt; </a:t>
            </a:r>
            <a:endParaRPr lang="en-US" sz="1700"/>
          </a:p>
          <a:p>
            <a:pPr lvl="1"/>
            <a:r>
              <a:rPr lang="en-US" sz="1700"/>
              <a:t>Name/brief desc: &lt;Provide comprehensive documentation and guidelines for parameter settings to ensure consistent and accurate model behavior&gt;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976026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CEF76-84D2-D5F6-EC61-F3457C90D52F}"/>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60F09E05-5C5B-B252-2D8C-81D9597607D7}"/>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&lt;Dynamic Analysis&gt;</a:t>
            </a:r>
          </a:p>
          <a:p>
            <a:pPr lvl="1"/>
            <a:r>
              <a:rPr lang="en-US" sz="1800"/>
              <a:t>Desc:</a:t>
            </a:r>
            <a:r>
              <a:rPr lang="en-US" sz="1800">
                <a:solidFill>
                  <a:srgbClr val="FF0000"/>
                </a:solidFill>
              </a:rPr>
              <a:t> &lt;(1) Run the model against the test sets again. (2) Compare to other models in its lineage.&gt;</a:t>
            </a:r>
          </a:p>
          <a:p>
            <a:r>
              <a:rPr lang="en-US" sz="1800"/>
              <a:t>Detection Method 2</a:t>
            </a:r>
          </a:p>
          <a:p>
            <a:pPr lvl="1"/>
            <a:r>
              <a:rPr lang="en-US" sz="1800"/>
              <a:t>Method: </a:t>
            </a:r>
            <a:r>
              <a:rPr lang="en-US" sz="1800">
                <a:solidFill>
                  <a:srgbClr val="FF0000"/>
                </a:solidFill>
              </a:rPr>
              <a:t>&lt;fill in here&gt;</a:t>
            </a:r>
          </a:p>
          <a:p>
            <a:pPr lvl="1"/>
            <a:r>
              <a:rPr lang="en-US" sz="1800"/>
              <a:t>Desc: </a:t>
            </a:r>
            <a:r>
              <a:rPr lang="en-US" sz="1800">
                <a:solidFill>
                  <a:srgbClr val="FF0000"/>
                </a:solidFill>
              </a:rPr>
              <a:t>&lt;“fuzzing” style hyperparameter search. Automated Dynamic Analysis, Manual Dynamic Analysis, Dynamic Analysis with Automatic/Manual Results Interpretation&gt;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FB768AA7-67B2-0219-71D6-CCE6DFA6A6A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752366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&lt;Erick will suggest a paper&gt;</a:t>
            </a:r>
            <a:endParaRPr lang="en-US" sz="1600"/>
          </a:p>
          <a:p>
            <a:pPr lvl="1"/>
            <a:r>
              <a:rPr lang="en-US" sz="1600"/>
              <a:t>URL: </a:t>
            </a:r>
            <a:r>
              <a:rPr lang="en-US" sz="1600">
                <a:solidFill>
                  <a:srgbClr val="FF0000"/>
                </a:solidFill>
              </a:rPr>
              <a:t>&lt;Fill Here&gt;</a:t>
            </a:r>
            <a:endParaRPr lang="en-US" sz="1600"/>
          </a:p>
          <a:p>
            <a:r>
              <a:rPr lang="en-US" sz="1600"/>
              <a:t>Reference 2</a:t>
            </a:r>
          </a:p>
          <a:p>
            <a:pPr lvl="1"/>
            <a:r>
              <a:rPr lang="en-US" sz="1600"/>
              <a:t>Title: </a:t>
            </a:r>
            <a:r>
              <a:rPr lang="en-US" sz="1600">
                <a:solidFill>
                  <a:srgbClr val="FF0000"/>
                </a:solidFill>
              </a:rPr>
              <a:t>&lt;Fill Here&gt; </a:t>
            </a:r>
          </a:p>
          <a:p>
            <a:pPr lvl="1"/>
            <a:r>
              <a:rPr lang="en-US" sz="1600"/>
              <a:t>URL: </a:t>
            </a:r>
            <a:r>
              <a:rPr lang="en-US" sz="1600">
                <a:solidFill>
                  <a:srgbClr val="FF0000"/>
                </a:solidFill>
              </a:rPr>
              <a:t>&lt;Fill Here&gt;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3986389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&lt;this might not be reported at this level of detail&gt;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err="1"/>
              <a:t>Obex</a:t>
            </a:r>
            <a:r>
              <a:rPr lang="en-US" sz="1600"/>
              <a:t> 3</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endParaRPr lang="en-US" sz="20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508213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6947844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normAutofit/>
          </a:bodyPr>
          <a:lstStyle/>
          <a:p>
            <a:r>
              <a:rPr lang="en-US"/>
              <a:t>Introductory text – </a:t>
            </a:r>
            <a:r>
              <a:rPr lang="en-US">
                <a:solidFill>
                  <a:srgbClr val="FF0000"/>
                </a:solidFill>
              </a:rPr>
              <a:t>&lt;robot controller operating within safety parameters, requiring less “creativity” and lower temperature than some gen AI&gt;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1976655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105972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D7E57-4669-02B0-7272-364FC52DB1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55DC7-4FF5-490C-0B7A-4D742009E84D}"/>
              </a:ext>
            </a:extLst>
          </p:cNvPr>
          <p:cNvSpPr>
            <a:spLocks noGrp="1"/>
          </p:cNvSpPr>
          <p:nvPr>
            <p:ph type="title"/>
          </p:nvPr>
        </p:nvSpPr>
        <p:spPr/>
        <p:txBody>
          <a:bodyPr/>
          <a:lstStyle/>
          <a:p>
            <a:r>
              <a:rPr lang="en-US"/>
              <a:t>Next Steps</a:t>
            </a:r>
          </a:p>
        </p:txBody>
      </p:sp>
      <p:sp>
        <p:nvSpPr>
          <p:cNvPr id="3" name="Content Placeholder 2">
            <a:extLst>
              <a:ext uri="{FF2B5EF4-FFF2-40B4-BE49-F238E27FC236}">
                <a16:creationId xmlns:a16="http://schemas.microsoft.com/office/drawing/2014/main" id="{1FCCB05C-7E32-73E1-2F09-27776A9F4221}"/>
              </a:ext>
            </a:extLst>
          </p:cNvPr>
          <p:cNvSpPr>
            <a:spLocks noGrp="1"/>
          </p:cNvSpPr>
          <p:nvPr>
            <p:ph idx="1"/>
          </p:nvPr>
        </p:nvSpPr>
        <p:spPr/>
        <p:txBody>
          <a:bodyPr/>
          <a:lstStyle/>
          <a:p>
            <a:r>
              <a:rPr lang="en-US"/>
              <a:t>CWE 4.17 – Published Thursday, April 3</a:t>
            </a:r>
          </a:p>
          <a:p>
            <a:r>
              <a:rPr lang="en-US"/>
              <a:t>Upcoming meetings:</a:t>
            </a:r>
          </a:p>
          <a:p>
            <a:pPr lvl="1"/>
            <a:r>
              <a:rPr lang="en-US"/>
              <a:t>Modifications subgroup: April 11</a:t>
            </a:r>
          </a:p>
          <a:p>
            <a:pPr lvl="1"/>
            <a:r>
              <a:rPr lang="en-US"/>
              <a:t>New entry subgroup: April 25</a:t>
            </a:r>
          </a:p>
          <a:p>
            <a:endParaRPr lang="en-US"/>
          </a:p>
          <a:p>
            <a:r>
              <a:rPr lang="en-US"/>
              <a:t>Formalize subgroup leadership</a:t>
            </a:r>
          </a:p>
          <a:p>
            <a:endParaRPr lang="en-US"/>
          </a:p>
          <a:p>
            <a:endParaRPr lang="en-US"/>
          </a:p>
        </p:txBody>
      </p:sp>
      <p:sp>
        <p:nvSpPr>
          <p:cNvPr id="4" name="Slide Number Placeholder 3">
            <a:extLst>
              <a:ext uri="{FF2B5EF4-FFF2-40B4-BE49-F238E27FC236}">
                <a16:creationId xmlns:a16="http://schemas.microsoft.com/office/drawing/2014/main" id="{2AD9B31C-FD79-7E3B-4DAB-9A6D8EEE0A3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296684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4C4EE-AD34-158A-0473-8FD64EB6CC77}"/>
              </a:ext>
            </a:extLst>
          </p:cNvPr>
          <p:cNvSpPr>
            <a:spLocks noGrp="1"/>
          </p:cNvSpPr>
          <p:nvPr>
            <p:ph type="title"/>
          </p:nvPr>
        </p:nvSpPr>
        <p:spPr/>
        <p:txBody>
          <a:bodyPr/>
          <a:lstStyle/>
          <a:p>
            <a:r>
              <a:rPr lang="en-US"/>
              <a:t>References on improper tuning</a:t>
            </a:r>
          </a:p>
        </p:txBody>
      </p:sp>
      <p:sp>
        <p:nvSpPr>
          <p:cNvPr id="3" name="Content Placeholder 2">
            <a:extLst>
              <a:ext uri="{FF2B5EF4-FFF2-40B4-BE49-F238E27FC236}">
                <a16:creationId xmlns:a16="http://schemas.microsoft.com/office/drawing/2014/main" id="{8BA7C391-82D3-70E1-6585-7590DC9E29A5}"/>
              </a:ext>
            </a:extLst>
          </p:cNvPr>
          <p:cNvSpPr>
            <a:spLocks noGrp="1"/>
          </p:cNvSpPr>
          <p:nvPr>
            <p:ph idx="1"/>
          </p:nvPr>
        </p:nvSpPr>
        <p:spPr/>
        <p:txBody>
          <a:bodyPr/>
          <a:lstStyle/>
          <a:p>
            <a:r>
              <a:rPr lang="en-US"/>
              <a:t>Documentation for Transformers text generation parameters</a:t>
            </a:r>
          </a:p>
          <a:p>
            <a:pPr lvl="1"/>
            <a:r>
              <a:rPr lang="en-US"/>
              <a:t>https://huggingface.co/docs/transformers/main_classes/text_generation#transformers.GenerationConfig</a:t>
            </a:r>
          </a:p>
          <a:p>
            <a:r>
              <a:rPr lang="en-US"/>
              <a:t>Any others that come to mind?</a:t>
            </a:r>
          </a:p>
          <a:p>
            <a:endParaRPr lang="en-US"/>
          </a:p>
        </p:txBody>
      </p:sp>
      <p:sp>
        <p:nvSpPr>
          <p:cNvPr id="4" name="Slide Number Placeholder 3">
            <a:extLst>
              <a:ext uri="{FF2B5EF4-FFF2-40B4-BE49-F238E27FC236}">
                <a16:creationId xmlns:a16="http://schemas.microsoft.com/office/drawing/2014/main" id="{ACFA7CC3-A51C-1593-058B-8C316BE2864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700583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EE636-A57B-BB7C-C698-DCB6F2A7B071}"/>
              </a:ext>
            </a:extLst>
          </p:cNvPr>
          <p:cNvSpPr>
            <a:spLocks noGrp="1"/>
          </p:cNvSpPr>
          <p:nvPr>
            <p:ph type="title"/>
          </p:nvPr>
        </p:nvSpPr>
        <p:spPr/>
        <p:txBody>
          <a:bodyPr/>
          <a:lstStyle/>
          <a:p>
            <a:r>
              <a:rPr lang="en-US"/>
              <a:t>Other Work Items - New Entry Submissions</a:t>
            </a:r>
          </a:p>
        </p:txBody>
      </p:sp>
      <p:sp>
        <p:nvSpPr>
          <p:cNvPr id="3" name="Content Placeholder 2">
            <a:extLst>
              <a:ext uri="{FF2B5EF4-FFF2-40B4-BE49-F238E27FC236}">
                <a16:creationId xmlns:a16="http://schemas.microsoft.com/office/drawing/2014/main" id="{9915B450-3AB3-4605-EAE8-C84785DE6064}"/>
              </a:ext>
            </a:extLst>
          </p:cNvPr>
          <p:cNvSpPr>
            <a:spLocks noGrp="1"/>
          </p:cNvSpPr>
          <p:nvPr>
            <p:ph idx="1"/>
          </p:nvPr>
        </p:nvSpPr>
        <p:spPr/>
        <p:txBody>
          <a:bodyPr/>
          <a:lstStyle/>
          <a:p>
            <a:r>
              <a:rPr lang="en-US" sz="2000"/>
              <a:t>Delayed / TBD</a:t>
            </a:r>
          </a:p>
          <a:p>
            <a:pPr lvl="1"/>
            <a:r>
              <a:rPr lang="en-US" sz="2000"/>
              <a:t>“Bias in AI Models” (Kurt Seifried) - ES2402-38e20ce6</a:t>
            </a:r>
          </a:p>
          <a:p>
            <a:pPr lvl="1"/>
            <a:r>
              <a:rPr lang="en-US" sz="2000"/>
              <a:t>“Insufficient Input Validation in Generative AI Applications” (Steve / AI WG) - ES2405-84711fc4</a:t>
            </a:r>
          </a:p>
          <a:p>
            <a:r>
              <a:rPr lang="en-US" sz="2000"/>
              <a:t>Other MITRE work outside of ATLAS (in process)</a:t>
            </a:r>
          </a:p>
          <a:p>
            <a:endParaRPr lang="en-US"/>
          </a:p>
        </p:txBody>
      </p:sp>
      <p:sp>
        <p:nvSpPr>
          <p:cNvPr id="4" name="Slide Number Placeholder 3">
            <a:extLst>
              <a:ext uri="{FF2B5EF4-FFF2-40B4-BE49-F238E27FC236}">
                <a16:creationId xmlns:a16="http://schemas.microsoft.com/office/drawing/2014/main" id="{01451B97-3CE8-370F-7779-4EE5D0AA51C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662232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73B08-2967-AAF3-53F0-447CEF4E99B5}"/>
              </a:ext>
            </a:extLst>
          </p:cNvPr>
          <p:cNvSpPr>
            <a:spLocks noGrp="1"/>
          </p:cNvSpPr>
          <p:nvPr>
            <p:ph type="ctrTitle" sz="quarter"/>
          </p:nvPr>
        </p:nvSpPr>
        <p:spPr/>
        <p:txBody>
          <a:bodyPr/>
          <a:lstStyle/>
          <a:p>
            <a:r>
              <a:rPr lang="en-US"/>
              <a:t>Future Content Work</a:t>
            </a:r>
          </a:p>
        </p:txBody>
      </p:sp>
      <p:sp>
        <p:nvSpPr>
          <p:cNvPr id="3" name="Slide Number Placeholder 2">
            <a:extLst>
              <a:ext uri="{FF2B5EF4-FFF2-40B4-BE49-F238E27FC236}">
                <a16:creationId xmlns:a16="http://schemas.microsoft.com/office/drawing/2014/main" id="{47A26D2F-3F67-3547-F640-9D2554C8542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532014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7698D-BC9A-28D2-4336-B8478BD9DE4F}"/>
              </a:ext>
            </a:extLst>
          </p:cNvPr>
          <p:cNvSpPr>
            <a:spLocks noGrp="1"/>
          </p:cNvSpPr>
          <p:nvPr>
            <p:ph type="title"/>
          </p:nvPr>
        </p:nvSpPr>
        <p:spPr/>
        <p:txBody>
          <a:bodyPr/>
          <a:lstStyle/>
          <a:p>
            <a:r>
              <a:rPr lang="en-US" sz="3200"/>
              <a:t>Delayed: “Bias in AI Models” (Kurt Seifried) - ES2402-38e20ce6</a:t>
            </a:r>
            <a:br>
              <a:rPr lang="en-US" sz="3200"/>
            </a:br>
            <a:endParaRPr lang="en-US"/>
          </a:p>
        </p:txBody>
      </p:sp>
      <p:sp>
        <p:nvSpPr>
          <p:cNvPr id="3" name="Content Placeholder 2">
            <a:extLst>
              <a:ext uri="{FF2B5EF4-FFF2-40B4-BE49-F238E27FC236}">
                <a16:creationId xmlns:a16="http://schemas.microsoft.com/office/drawing/2014/main" id="{8E18EDAB-114A-7565-3477-1309F48B90FB}"/>
              </a:ext>
            </a:extLst>
          </p:cNvPr>
          <p:cNvSpPr>
            <a:spLocks noGrp="1"/>
          </p:cNvSpPr>
          <p:nvPr>
            <p:ph idx="1"/>
          </p:nvPr>
        </p:nvSpPr>
        <p:spPr/>
        <p:txBody>
          <a:bodyPr/>
          <a:lstStyle/>
          <a:p>
            <a:r>
              <a:rPr lang="en-US" sz="2000"/>
              <a:t>Name: Bias in AI Models</a:t>
            </a:r>
          </a:p>
          <a:p>
            <a:r>
              <a:rPr lang="en-US" sz="2000"/>
              <a:t>Description:</a:t>
            </a:r>
          </a:p>
          <a:p>
            <a:pPr lvl="1"/>
            <a:r>
              <a:rPr lang="en-US" sz="2000"/>
              <a:t>This weakness occurs when an AI model processes inputs so that it systematically and unfairly discriminates against certain groups or individuals based on inherent biases in the training data, model design, or operational context. These biases can manifest in various forms, including but not limited to gender, ethnicity, age, or socioeconomic status, leading to outcomes that perpetuate stereotypes, unfair treatment, or unequal access to benefits and services. The weakness is rooted in failing to adequately identify, mitigate, and monitor biases throughout the AI system's lifecycle, from data collection and model training to deployment and operation.</a:t>
            </a:r>
          </a:p>
          <a:p>
            <a:r>
              <a:rPr lang="en-US" sz="2000"/>
              <a:t>Submission cites several real-world concerns including biased image generation (Google Gemini), discriminatory practices [that] disproportionately impact marginalized groups, risks of violating equal employment laws through reliance on biased AI tools</a:t>
            </a:r>
          </a:p>
          <a:p>
            <a:r>
              <a:rPr lang="en-US" sz="2000"/>
              <a:t>https://github.com/CWE-CAPEC/CWE-Content-Development-Repository/issues/73</a:t>
            </a:r>
          </a:p>
        </p:txBody>
      </p:sp>
      <p:sp>
        <p:nvSpPr>
          <p:cNvPr id="4" name="Slide Number Placeholder 3">
            <a:extLst>
              <a:ext uri="{FF2B5EF4-FFF2-40B4-BE49-F238E27FC236}">
                <a16:creationId xmlns:a16="http://schemas.microsoft.com/office/drawing/2014/main" id="{F07235F5-74CA-7340-123F-30A693C239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022599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37094-A533-79D5-3374-777789798775}"/>
              </a:ext>
            </a:extLst>
          </p:cNvPr>
          <p:cNvSpPr>
            <a:spLocks noGrp="1"/>
          </p:cNvSpPr>
          <p:nvPr>
            <p:ph type="title"/>
          </p:nvPr>
        </p:nvSpPr>
        <p:spPr/>
        <p:txBody>
          <a:bodyPr/>
          <a:lstStyle/>
          <a:p>
            <a:r>
              <a:rPr lang="en-US"/>
              <a:t>Delayed: Insufficient Input Validation in Generative AI Applications (Steve / AI WG) ES2405-84711fc4</a:t>
            </a:r>
          </a:p>
        </p:txBody>
      </p:sp>
      <p:sp>
        <p:nvSpPr>
          <p:cNvPr id="3" name="Content Placeholder 2">
            <a:extLst>
              <a:ext uri="{FF2B5EF4-FFF2-40B4-BE49-F238E27FC236}">
                <a16:creationId xmlns:a16="http://schemas.microsoft.com/office/drawing/2014/main" id="{4AAD0163-4D5C-07F0-AD94-0E567808EB5B}"/>
              </a:ext>
            </a:extLst>
          </p:cNvPr>
          <p:cNvSpPr>
            <a:spLocks noGrp="1"/>
          </p:cNvSpPr>
          <p:nvPr>
            <p:ph idx="1"/>
          </p:nvPr>
        </p:nvSpPr>
        <p:spPr/>
        <p:txBody>
          <a:bodyPr/>
          <a:lstStyle/>
          <a:p>
            <a:r>
              <a:rPr lang="en-US" sz="2000"/>
              <a:t>Name: Insufficient Input Validation in Generative AI Applications</a:t>
            </a:r>
          </a:p>
          <a:p>
            <a:r>
              <a:rPr lang="en-US" sz="2000"/>
              <a:t>Description:</a:t>
            </a:r>
          </a:p>
          <a:p>
            <a:pPr lvl="1"/>
            <a:r>
              <a:rPr lang="en-US" sz="2000"/>
              <a:t>The product accepts user inputs for a generative artificial intelligence application, which can modify or bypass the original instructions resulting in an unintended response.</a:t>
            </a:r>
          </a:p>
          <a:p>
            <a:pPr lvl="1"/>
            <a:r>
              <a:rPr lang="en-US" sz="2000"/>
              <a:t>Extended Description: Without sufficient validation to application user inputs, the generative artificial intelligence model can change its original behavior or provide unintended responses. This can be used to reveal model secrets, output biased responses, and possibly execute system commands, depending on application capabilities.  This flaw depends on the fact that generative artificial intelligence models make no real distinction between the control and data planes.</a:t>
            </a:r>
          </a:p>
          <a:p>
            <a:r>
              <a:rPr lang="en-US" sz="2000"/>
              <a:t>Significant overlap problems (see “ACTIVE ISSUES” in submission file)</a:t>
            </a:r>
          </a:p>
          <a:p>
            <a:r>
              <a:rPr lang="en-US" sz="2000"/>
              <a:t>https://github.com/CWE-CAPEC/CWE-Content-Development-Repository/issues/109</a:t>
            </a:r>
          </a:p>
        </p:txBody>
      </p:sp>
      <p:sp>
        <p:nvSpPr>
          <p:cNvPr id="4" name="Slide Number Placeholder 3">
            <a:extLst>
              <a:ext uri="{FF2B5EF4-FFF2-40B4-BE49-F238E27FC236}">
                <a16:creationId xmlns:a16="http://schemas.microsoft.com/office/drawing/2014/main" id="{8206FA13-2D8E-E05E-6332-F61AEB65931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30261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566D0-BD1D-1B57-CEBB-5BF820808F91}"/>
              </a:ext>
            </a:extLst>
          </p:cNvPr>
          <p:cNvSpPr>
            <a:spLocks noGrp="1"/>
          </p:cNvSpPr>
          <p:nvPr>
            <p:ph type="ctrTitle" sz="quarter"/>
          </p:nvPr>
        </p:nvSpPr>
        <p:spPr/>
        <p:txBody>
          <a:bodyPr/>
          <a:lstStyle/>
          <a:p>
            <a:r>
              <a:rPr lang="en-US"/>
              <a:t>Blank Content Development Worksheets</a:t>
            </a:r>
          </a:p>
        </p:txBody>
      </p:sp>
      <p:sp>
        <p:nvSpPr>
          <p:cNvPr id="3" name="Slide Number Placeholder 2">
            <a:extLst>
              <a:ext uri="{FF2B5EF4-FFF2-40B4-BE49-F238E27FC236}">
                <a16:creationId xmlns:a16="http://schemas.microsoft.com/office/drawing/2014/main" id="{D539774B-434D-F12B-24EA-E1D2EEC006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728177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10338-F4BA-2E7E-9651-B7211FD6B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56C31-9632-2A32-FE3C-3FDA88CA478D}"/>
              </a:ext>
            </a:extLst>
          </p:cNvPr>
          <p:cNvSpPr>
            <a:spLocks noGrp="1"/>
          </p:cNvSpPr>
          <p:nvPr>
            <p:ph type="title"/>
          </p:nvPr>
        </p:nvSpPr>
        <p:spPr/>
        <p:txBody>
          <a:bodyPr/>
          <a:lstStyle/>
          <a:p>
            <a:r>
              <a:rPr lang="en-US"/>
              <a:t>Discussion: Name</a:t>
            </a:r>
          </a:p>
        </p:txBody>
      </p:sp>
      <p:sp>
        <p:nvSpPr>
          <p:cNvPr id="3" name="Content Placeholder 2">
            <a:extLst>
              <a:ext uri="{FF2B5EF4-FFF2-40B4-BE49-F238E27FC236}">
                <a16:creationId xmlns:a16="http://schemas.microsoft.com/office/drawing/2014/main" id="{F4A51509-D69F-5CF8-9402-CBF0B00A7FA0}"/>
              </a:ext>
            </a:extLst>
          </p:cNvPr>
          <p:cNvSpPr>
            <a:spLocks noGrp="1"/>
          </p:cNvSpPr>
          <p:nvPr>
            <p:ph idx="1"/>
          </p:nvPr>
        </p:nvSpPr>
        <p:spPr/>
        <p:txBody>
          <a:bodyPr/>
          <a:lstStyle/>
          <a:p>
            <a:r>
              <a:rPr lang="en-US" sz="1800"/>
              <a:t>Must be focused only on the weakness (mistake), without describing the attack, technical impact, etc.</a:t>
            </a:r>
          </a:p>
          <a:p>
            <a:r>
              <a:rPr lang="en-US" sz="1800"/>
              <a:t>Dimensions: behavior (required), property [incorrect/insecure/out-of-bounds/etc., technology, language, and resource (file, memory, etc.)</a:t>
            </a:r>
          </a:p>
          <a:p>
            <a:r>
              <a:rPr lang="en-US" sz="1800"/>
              <a:t>Must include some aspect of “the mistake”</a:t>
            </a:r>
          </a:p>
          <a:p>
            <a:endParaRPr lang="en-US" sz="1800"/>
          </a:p>
          <a:p>
            <a:endParaRPr lang="en-US" sz="1800"/>
          </a:p>
          <a:p>
            <a:r>
              <a:rPr lang="en-US" sz="1800"/>
              <a:t>Name 1: </a:t>
            </a:r>
            <a:r>
              <a:rPr lang="en-US" sz="1800">
                <a:solidFill>
                  <a:srgbClr val="FF0000"/>
                </a:solidFill>
              </a:rPr>
              <a:t>&lt;fill in here&gt;</a:t>
            </a:r>
          </a:p>
          <a:p>
            <a:r>
              <a:rPr lang="en-US" sz="1800"/>
              <a:t>Name 2: </a:t>
            </a:r>
            <a:r>
              <a:rPr lang="en-US" sz="1800">
                <a:solidFill>
                  <a:srgbClr val="FF0000"/>
                </a:solidFill>
              </a:rPr>
              <a:t>&lt;fill in here&gt;</a:t>
            </a:r>
          </a:p>
          <a:p>
            <a:r>
              <a:rPr lang="en-US" sz="1800"/>
              <a:t>Internal Notes: </a:t>
            </a:r>
            <a:r>
              <a:rPr lang="en-US" sz="1800">
                <a:solidFill>
                  <a:srgbClr val="FF0000"/>
                </a:solidFill>
              </a:rPr>
              <a:t>&lt;fill in here&gt;</a:t>
            </a:r>
          </a:p>
          <a:p>
            <a:endParaRPr lang="en-US" sz="1800"/>
          </a:p>
          <a:p>
            <a:endParaRPr lang="en-US" sz="1800"/>
          </a:p>
        </p:txBody>
      </p:sp>
      <p:sp>
        <p:nvSpPr>
          <p:cNvPr id="4" name="Slide Number Placeholder 3">
            <a:extLst>
              <a:ext uri="{FF2B5EF4-FFF2-40B4-BE49-F238E27FC236}">
                <a16:creationId xmlns:a16="http://schemas.microsoft.com/office/drawing/2014/main" id="{3052FB78-D486-84BC-72E4-58694200189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39</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B9DA437C-3706-1816-9033-3A7612D9B7A9}"/>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NAME HERE]</a:t>
            </a:r>
          </a:p>
        </p:txBody>
      </p:sp>
    </p:spTree>
    <p:extLst>
      <p:ext uri="{BB962C8B-B14F-4D97-AF65-F5344CB8AC3E}">
        <p14:creationId xmlns:p14="http://schemas.microsoft.com/office/powerpoint/2010/main" val="24464142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1521E-D3D4-05A9-0AFE-8B7B93CB0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C858C9-0979-A415-6777-039EC2118C52}"/>
              </a:ext>
            </a:extLst>
          </p:cNvPr>
          <p:cNvSpPr>
            <a:spLocks noGrp="1"/>
          </p:cNvSpPr>
          <p:nvPr>
            <p:ph type="title"/>
          </p:nvPr>
        </p:nvSpPr>
        <p:spPr/>
        <p:txBody>
          <a:bodyPr/>
          <a:lstStyle/>
          <a:p>
            <a:r>
              <a:rPr lang="en-US"/>
              <a:t>Discussion: Description</a:t>
            </a:r>
          </a:p>
        </p:txBody>
      </p:sp>
      <p:sp>
        <p:nvSpPr>
          <p:cNvPr id="3" name="Content Placeholder 2">
            <a:extLst>
              <a:ext uri="{FF2B5EF4-FFF2-40B4-BE49-F238E27FC236}">
                <a16:creationId xmlns:a16="http://schemas.microsoft.com/office/drawing/2014/main" id="{E8FDC161-BB9A-599A-B67F-A1D4AB373266}"/>
              </a:ext>
            </a:extLst>
          </p:cNvPr>
          <p:cNvSpPr>
            <a:spLocks noGrp="1"/>
          </p:cNvSpPr>
          <p:nvPr>
            <p:ph idx="1"/>
          </p:nvPr>
        </p:nvSpPr>
        <p:spPr>
          <a:xfrm>
            <a:off x="477640" y="2670027"/>
            <a:ext cx="11236720" cy="3245740"/>
          </a:xfrm>
        </p:spPr>
        <p:txBody>
          <a:bodyPr/>
          <a:lstStyle/>
          <a:p>
            <a:r>
              <a:rPr lang="en-US" sz="2000"/>
              <a:t>Should be one sentence, focused on behavior [required], property, technology, language, and resource; no mentions of attack, technical impact, mitigation, etc.</a:t>
            </a:r>
          </a:p>
          <a:p>
            <a:r>
              <a:rPr lang="en-US" sz="2000"/>
              <a:t>Alt Desc 1: </a:t>
            </a:r>
            <a:r>
              <a:rPr lang="en-US" sz="2000">
                <a:solidFill>
                  <a:srgbClr val="FF0000"/>
                </a:solidFill>
              </a:rPr>
              <a:t>&lt;fill in here&gt;</a:t>
            </a:r>
          </a:p>
          <a:p>
            <a:r>
              <a:rPr lang="en-US" sz="2000"/>
              <a:t>Alt Desc 2: </a:t>
            </a:r>
            <a:r>
              <a:rPr lang="en-US" sz="2000">
                <a:solidFill>
                  <a:srgbClr val="FF0000"/>
                </a:solidFill>
              </a:rPr>
              <a:t>&lt;fill in here&gt;</a:t>
            </a:r>
          </a:p>
          <a:p>
            <a:r>
              <a:rPr lang="en-US" sz="2000"/>
              <a:t>Questions/comments:</a:t>
            </a:r>
          </a:p>
          <a:p>
            <a:pPr lvl="1"/>
            <a:endParaRPr lang="en-US" sz="2000"/>
          </a:p>
          <a:p>
            <a:endParaRPr lang="en-US" sz="2000"/>
          </a:p>
        </p:txBody>
      </p:sp>
      <p:sp>
        <p:nvSpPr>
          <p:cNvPr id="4" name="Slide Number Placeholder 3">
            <a:extLst>
              <a:ext uri="{FF2B5EF4-FFF2-40B4-BE49-F238E27FC236}">
                <a16:creationId xmlns:a16="http://schemas.microsoft.com/office/drawing/2014/main" id="{21466BA1-622F-BC5B-B145-54C1F2999B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40</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428D40A1-E99B-2178-993F-19EC3760BE71}"/>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DESC HERE]</a:t>
            </a:r>
          </a:p>
        </p:txBody>
      </p:sp>
    </p:spTree>
    <p:extLst>
      <p:ext uri="{BB962C8B-B14F-4D97-AF65-F5344CB8AC3E}">
        <p14:creationId xmlns:p14="http://schemas.microsoft.com/office/powerpoint/2010/main" val="10564426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09D3F-078F-9F14-77CA-1A96C2C91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B1EA7-ED84-1098-2516-943B22B9091F}"/>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690BCB9-606D-3712-8FA5-EC1389703CF1}"/>
              </a:ext>
            </a:extLst>
          </p:cNvPr>
          <p:cNvSpPr>
            <a:spLocks noGrp="1"/>
          </p:cNvSpPr>
          <p:nvPr>
            <p:ph idx="1"/>
          </p:nvPr>
        </p:nvSpPr>
        <p:spPr/>
        <p:txBody>
          <a:bodyPr>
            <a:normAutofit/>
          </a:bodyPr>
          <a:lstStyle/>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pPr lvl="1"/>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AED395A3-57F8-D048-653B-C3C9E706068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723977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A3A1E-2670-EA76-ED2C-B50E68134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E2D41-5D16-EF36-8807-8E01811DD312}"/>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B7786D1-A3E0-760D-1667-06C7DBAD1201}"/>
              </a:ext>
            </a:extLst>
          </p:cNvPr>
          <p:cNvSpPr>
            <a:spLocks noGrp="1"/>
          </p:cNvSpPr>
          <p:nvPr>
            <p:ph idx="1"/>
          </p:nvPr>
        </p:nvSpPr>
        <p:spPr/>
        <p:txBody>
          <a:bodyPr>
            <a:normAutofit/>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1</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r>
              <a:rPr lang="en-US" sz="2000" err="1"/>
              <a:t>Conseq</a:t>
            </a:r>
            <a:r>
              <a:rPr lang="en-US" sz="2000"/>
              <a:t> 2</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pPr lvl="1"/>
            <a:endParaRPr lang="en-US" sz="2000"/>
          </a:p>
        </p:txBody>
      </p:sp>
      <p:sp>
        <p:nvSpPr>
          <p:cNvPr id="4" name="Slide Number Placeholder 3">
            <a:extLst>
              <a:ext uri="{FF2B5EF4-FFF2-40B4-BE49-F238E27FC236}">
                <a16:creationId xmlns:a16="http://schemas.microsoft.com/office/drawing/2014/main" id="{E3455AF9-6681-98C6-D988-BACDF32C73D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37369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45253-BF15-1B96-A8CD-3E95F3010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95776-FBE8-2EC3-414E-AD274C0EBC64}"/>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5D9BF8EF-5F93-012A-1630-1E44C4210C78}"/>
              </a:ext>
            </a:extLst>
          </p:cNvPr>
          <p:cNvSpPr>
            <a:spLocks noGrp="1"/>
          </p:cNvSpPr>
          <p:nvPr>
            <p:ph idx="1"/>
          </p:nvPr>
        </p:nvSpPr>
        <p:spPr/>
        <p:txBody>
          <a:bodyPr>
            <a:normAutofit fontScale="92500" lnSpcReduction="1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&lt;fill in here&gt;</a:t>
            </a:r>
            <a:endParaRPr lang="en-US" sz="1700"/>
          </a:p>
          <a:p>
            <a:pPr lvl="1"/>
            <a:r>
              <a:rPr lang="en-US" sz="1700"/>
              <a:t>Name/brief desc: </a:t>
            </a:r>
            <a:r>
              <a:rPr lang="en-US" sz="1700">
                <a:solidFill>
                  <a:srgbClr val="FF0000"/>
                </a:solidFill>
              </a:rPr>
              <a:t>&lt;fill in here&gt; </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28F255FB-B948-160F-D682-03F276BD3DE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124131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F3170-6AF4-FBC6-5119-BEF90028A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9434C-637D-5894-39A5-4A0A05C75B1E}"/>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7F28244C-4AF2-B764-F6F7-0ABFE4E33B01}"/>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&lt;fill in here&gt;</a:t>
            </a:r>
          </a:p>
          <a:p>
            <a:pPr lvl="1"/>
            <a:r>
              <a:rPr lang="en-US" sz="1800"/>
              <a:t>Desc:</a:t>
            </a:r>
            <a:r>
              <a:rPr lang="en-US" sz="1800">
                <a:solidFill>
                  <a:srgbClr val="FF0000"/>
                </a:solidFill>
              </a:rPr>
              <a:t> &lt;fill in here&gt;</a:t>
            </a:r>
          </a:p>
          <a:p>
            <a:r>
              <a:rPr lang="en-US" sz="1800"/>
              <a:t>Detection Method 2</a:t>
            </a:r>
          </a:p>
          <a:p>
            <a:pPr lvl="1"/>
            <a:r>
              <a:rPr lang="en-US" sz="1800"/>
              <a:t>Method: </a:t>
            </a:r>
            <a:r>
              <a:rPr lang="en-US" sz="1800">
                <a:solidFill>
                  <a:srgbClr val="FF0000"/>
                </a:solidFill>
              </a:rPr>
              <a:t>&lt;fill in here&gt;</a:t>
            </a:r>
          </a:p>
          <a:p>
            <a:pPr lvl="1"/>
            <a:r>
              <a:rPr lang="en-US" sz="1800"/>
              <a:t>Desc: </a:t>
            </a:r>
            <a:r>
              <a:rPr lang="en-US" sz="1800">
                <a:solidFill>
                  <a:srgbClr val="FF0000"/>
                </a:solidFill>
              </a:rPr>
              <a:t>&lt;fill in here&gt;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0B4C86C6-7E5F-459E-6D54-B04901FD00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404106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BF63E-2447-EBC0-6996-EF2AD2B73C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B2F9E-0F1F-A5B3-FD23-A9364E377DE3}"/>
              </a:ext>
            </a:extLst>
          </p:cNvPr>
          <p:cNvSpPr>
            <a:spLocks noGrp="1"/>
          </p:cNvSpPr>
          <p:nvPr>
            <p:ph type="title"/>
          </p:nvPr>
        </p:nvSpPr>
        <p:spPr/>
        <p:txBody>
          <a:bodyPr/>
          <a:lstStyle/>
          <a:p>
            <a:r>
              <a:rPr lang="en-US"/>
              <a:t>Applicable Platforms Worksheet</a:t>
            </a:r>
          </a:p>
        </p:txBody>
      </p:sp>
      <p:sp>
        <p:nvSpPr>
          <p:cNvPr id="3" name="Content Placeholder 2">
            <a:extLst>
              <a:ext uri="{FF2B5EF4-FFF2-40B4-BE49-F238E27FC236}">
                <a16:creationId xmlns:a16="http://schemas.microsoft.com/office/drawing/2014/main" id="{5D6AE2D3-5CE7-D6E1-C25C-4A82D8209DCB}"/>
              </a:ext>
            </a:extLst>
          </p:cNvPr>
          <p:cNvSpPr>
            <a:spLocks noGrp="1"/>
          </p:cNvSpPr>
          <p:nvPr>
            <p:ph idx="1"/>
          </p:nvPr>
        </p:nvSpPr>
        <p:spPr/>
        <p:txBody>
          <a:bodyPr/>
          <a:lstStyle/>
          <a:p>
            <a:pPr marL="307975" indent="-307975"/>
            <a:r>
              <a:rPr lang="en-US" sz="2000"/>
              <a:t>Use created “AI/ML” Applicable Platform element</a:t>
            </a:r>
          </a:p>
          <a:p>
            <a:pPr marL="685800" lvl="1" indent="-303530"/>
            <a:r>
              <a:rPr lang="en-US" sz="2000"/>
              <a:t>Examples: web server, database server, memory hardware, etc.</a:t>
            </a:r>
          </a:p>
          <a:p>
            <a:pPr marL="685800" lvl="1" indent="-303530"/>
            <a:r>
              <a:rPr lang="en-US" sz="2000"/>
              <a:t>Tech class: cloud computing, system on chip, web based, …</a:t>
            </a:r>
          </a:p>
          <a:p>
            <a:r>
              <a:rPr lang="en-US" sz="2000"/>
              <a:t>Platform 1:</a:t>
            </a:r>
          </a:p>
          <a:p>
            <a:pPr lvl="1"/>
            <a:r>
              <a:rPr lang="en-US" sz="2000"/>
              <a:t>Technology Type: </a:t>
            </a:r>
            <a:r>
              <a:rPr lang="en-US" sz="2000">
                <a:solidFill>
                  <a:srgbClr val="FF0000"/>
                </a:solidFill>
              </a:rPr>
              <a:t>&lt;fill in here&gt;</a:t>
            </a:r>
            <a:endParaRPr lang="en-US" sz="2000"/>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r>
              <a:rPr lang="en-US" sz="2000"/>
              <a:t>Platform 2:</a:t>
            </a:r>
          </a:p>
          <a:p>
            <a:pPr lvl="1"/>
            <a:r>
              <a:rPr lang="en-US" sz="2000"/>
              <a:t>Technology Type: </a:t>
            </a:r>
            <a:r>
              <a:rPr lang="en-US" sz="2000">
                <a:solidFill>
                  <a:srgbClr val="FF0000"/>
                </a:solidFill>
              </a:rPr>
              <a:t>&lt;fill in here&gt;</a:t>
            </a:r>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endParaRPr lang="en-US" sz="2000"/>
          </a:p>
        </p:txBody>
      </p:sp>
      <p:sp>
        <p:nvSpPr>
          <p:cNvPr id="4" name="Slide Number Placeholder 3">
            <a:extLst>
              <a:ext uri="{FF2B5EF4-FFF2-40B4-BE49-F238E27FC236}">
                <a16:creationId xmlns:a16="http://schemas.microsoft.com/office/drawing/2014/main" id="{30A4DF0F-779D-7B6E-4144-4289FBD595F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318727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277E7-3ADE-6153-1E55-011DF89B6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41138-0CF5-98FB-B2BA-AF6184676427}"/>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BED8E3D3-292D-5EBD-1253-B78EF621A278}"/>
              </a:ext>
            </a:extLst>
          </p:cNvPr>
          <p:cNvSpPr>
            <a:spLocks noGrp="1"/>
          </p:cNvSpPr>
          <p:nvPr>
            <p:ph idx="1"/>
          </p:nvPr>
        </p:nvSpPr>
        <p:spPr/>
        <p:txBody>
          <a:bodyPr>
            <a:normAutofit fontScale="85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2:</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3:</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007E785D-8709-53C4-07F2-05E053F71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544910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0B354-1F3B-F702-CF25-65FC760E4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162BA-716C-D85F-E1CA-4552CE4C3122}"/>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F9910720-9FD1-2383-CA31-97BCACF600DE}"/>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&lt;Fill Here&gt;</a:t>
            </a:r>
            <a:endParaRPr lang="en-US" sz="1600"/>
          </a:p>
          <a:p>
            <a:pPr lvl="1"/>
            <a:r>
              <a:rPr lang="en-US" sz="1600"/>
              <a:t>URL: </a:t>
            </a:r>
            <a:r>
              <a:rPr lang="en-US" sz="1600">
                <a:solidFill>
                  <a:srgbClr val="FF0000"/>
                </a:solidFill>
              </a:rPr>
              <a:t>&lt;Fill Here&gt;</a:t>
            </a:r>
            <a:endParaRPr lang="en-US" sz="1600"/>
          </a:p>
          <a:p>
            <a:r>
              <a:rPr lang="en-US" sz="1600"/>
              <a:t>Reference 2</a:t>
            </a:r>
          </a:p>
          <a:p>
            <a:pPr lvl="1"/>
            <a:r>
              <a:rPr lang="en-US" sz="1600"/>
              <a:t>Title: </a:t>
            </a:r>
            <a:r>
              <a:rPr lang="en-US" sz="1600">
                <a:solidFill>
                  <a:srgbClr val="FF0000"/>
                </a:solidFill>
              </a:rPr>
              <a:t>&lt;Fill Here&gt; </a:t>
            </a:r>
          </a:p>
          <a:p>
            <a:pPr lvl="1"/>
            <a:r>
              <a:rPr lang="en-US" sz="1600"/>
              <a:t>URL: </a:t>
            </a:r>
            <a:r>
              <a:rPr lang="en-US" sz="1600">
                <a:solidFill>
                  <a:srgbClr val="FF0000"/>
                </a:solidFill>
              </a:rPr>
              <a:t>&lt;Fill Here&gt;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85CE9518-95D3-D891-A968-4AF6254FCDC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682709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DDE8F-4F94-060B-211A-4EB84B607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30B5E-E28F-949A-0B18-A0AEB39E5361}"/>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65FC0AAA-8D58-E5FD-FE5A-E559F7575A9B}"/>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err="1"/>
              <a:t>Obex</a:t>
            </a:r>
            <a:r>
              <a:rPr lang="en-US" sz="1600"/>
              <a:t> 3</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endParaRPr lang="en-US" sz="2000"/>
          </a:p>
        </p:txBody>
      </p:sp>
      <p:sp>
        <p:nvSpPr>
          <p:cNvPr id="4" name="Slide Number Placeholder 3">
            <a:extLst>
              <a:ext uri="{FF2B5EF4-FFF2-40B4-BE49-F238E27FC236}">
                <a16:creationId xmlns:a16="http://schemas.microsoft.com/office/drawing/2014/main" id="{74E65507-F6B3-876B-2248-66E53AB8821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162093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78B7F-A822-631C-3A1E-33A068548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C8C77-C2BA-4FA5-8AEE-76CECDC620D2}"/>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131E019E-EEA9-9A39-3D6C-EA92F2E15C60}"/>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318ED2BB-DECB-D106-D60E-4FBED6F8499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88992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916A8-7041-990B-5D38-D13320E47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38BB5-56BD-B1F2-0357-3A2F22038BBD}"/>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646C2CDE-366D-49F1-B92F-78FE1EEF28B3}"/>
              </a:ext>
            </a:extLst>
          </p:cNvPr>
          <p:cNvSpPr>
            <a:spLocks noGrp="1"/>
          </p:cNvSpPr>
          <p:nvPr>
            <p:ph idx="1"/>
          </p:nvPr>
        </p:nvSpPr>
        <p:spPr/>
        <p:txBody>
          <a:bodyPr>
            <a:normAutofit/>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D377FA5F-7F49-6D8B-BAEF-83810CCA141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99433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3EF59-9C54-FFC1-EE04-6B7A0E946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051FE-8A29-DEC3-D2AD-B426A1C1AA1E}"/>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73DE5637-DDAD-E217-FE1D-9B809407FA3A}"/>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88024C46-049E-FDFC-ED41-0CD2907BE3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302905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14E44-5533-E23E-D801-C7E6D41F3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43D31-778D-9348-D9B6-6922569C19C6}"/>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E89B3DEA-DA39-8D9F-7553-2503C071D694}"/>
              </a:ext>
            </a:extLst>
          </p:cNvPr>
          <p:cNvSpPr>
            <a:spLocks noGrp="1"/>
          </p:cNvSpPr>
          <p:nvPr>
            <p:ph idx="1"/>
          </p:nvPr>
        </p:nvSpPr>
        <p:spPr/>
        <p:txBody>
          <a:bodyPr/>
          <a:lstStyle/>
          <a:p>
            <a:r>
              <a:rPr lang="en-US" sz="2000"/>
              <a:t>Optional – often not necessary</a:t>
            </a:r>
          </a:p>
          <a:p>
            <a:r>
              <a:rPr lang="en-US" sz="2000"/>
              <a:t>Used when entries are known to be incomplete or require additional focused research</a:t>
            </a:r>
          </a:p>
          <a:p>
            <a:r>
              <a:rPr lang="en-US" sz="2000"/>
              <a:t>Essential for transparency</a:t>
            </a:r>
          </a:p>
          <a:p>
            <a:r>
              <a:rPr lang="en-US" sz="2000"/>
              <a:t>Types: Research Gap, Maintenance, Applicable Platform, Relationship, Terminology, Theoretical</a:t>
            </a:r>
          </a:p>
          <a:p>
            <a:r>
              <a:rPr lang="en-US" sz="2000"/>
              <a:t>Note 1</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endParaRPr lang="en-US" sz="2000"/>
          </a:p>
          <a:p>
            <a:r>
              <a:rPr lang="en-US" sz="2000"/>
              <a:t>Note 2</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p>
        </p:txBody>
      </p:sp>
      <p:sp>
        <p:nvSpPr>
          <p:cNvPr id="4" name="Slide Number Placeholder 3">
            <a:extLst>
              <a:ext uri="{FF2B5EF4-FFF2-40B4-BE49-F238E27FC236}">
                <a16:creationId xmlns:a16="http://schemas.microsoft.com/office/drawing/2014/main" id="{1DBA6F68-017D-45C0-723F-E35C55E666A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484360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553B-65F7-479D-4DA0-BF468708828B}"/>
              </a:ext>
            </a:extLst>
          </p:cNvPr>
          <p:cNvSpPr>
            <a:spLocks noGrp="1"/>
          </p:cNvSpPr>
          <p:nvPr>
            <p:ph type="ctrTitle" sz="quarter"/>
          </p:nvPr>
        </p:nvSpPr>
        <p:spPr/>
        <p:txBody>
          <a:bodyPr/>
          <a:lstStyle/>
          <a:p>
            <a:r>
              <a:rPr lang="en-US"/>
              <a:t>BACKUP / OLD SLIDES</a:t>
            </a:r>
          </a:p>
        </p:txBody>
      </p:sp>
      <p:sp>
        <p:nvSpPr>
          <p:cNvPr id="3" name="Slide Number Placeholder 2">
            <a:extLst>
              <a:ext uri="{FF2B5EF4-FFF2-40B4-BE49-F238E27FC236}">
                <a16:creationId xmlns:a16="http://schemas.microsoft.com/office/drawing/2014/main" id="{00758441-5BF3-C82F-378A-3A54EA4F361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01127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AAB70-A147-2E82-9984-2F1D7F40BA9E}"/>
              </a:ext>
            </a:extLst>
          </p:cNvPr>
          <p:cNvSpPr>
            <a:spLocks noGrp="1"/>
          </p:cNvSpPr>
          <p:nvPr>
            <p:ph type="title"/>
          </p:nvPr>
        </p:nvSpPr>
        <p:spPr/>
        <p:txBody>
          <a:bodyPr/>
          <a:lstStyle/>
          <a:p>
            <a:r>
              <a:rPr lang="en-US">
                <a:latin typeface="Tahoma"/>
                <a:ea typeface="Tahoma"/>
                <a:cs typeface="Tahoma"/>
              </a:rPr>
              <a:t>Open Discussion: Goals for 2025</a:t>
            </a:r>
            <a:endParaRPr lang="en-US"/>
          </a:p>
        </p:txBody>
      </p:sp>
      <p:sp>
        <p:nvSpPr>
          <p:cNvPr id="3" name="Content Placeholder 2">
            <a:extLst>
              <a:ext uri="{FF2B5EF4-FFF2-40B4-BE49-F238E27FC236}">
                <a16:creationId xmlns:a16="http://schemas.microsoft.com/office/drawing/2014/main" id="{1A065927-5551-1053-CA96-EFA73AF6FCFB}"/>
              </a:ext>
            </a:extLst>
          </p:cNvPr>
          <p:cNvSpPr>
            <a:spLocks noGrp="1"/>
          </p:cNvSpPr>
          <p:nvPr>
            <p:ph idx="1"/>
          </p:nvPr>
        </p:nvSpPr>
        <p:spPr/>
        <p:txBody>
          <a:bodyPr/>
          <a:lstStyle/>
          <a:p>
            <a:r>
              <a:rPr lang="en-US"/>
              <a:t>Key context</a:t>
            </a:r>
          </a:p>
          <a:p>
            <a:pPr lvl="1"/>
            <a:r>
              <a:rPr lang="en-US"/>
              <a:t>This WG arose from high community interest</a:t>
            </a:r>
          </a:p>
          <a:p>
            <a:pPr lvl="1"/>
            <a:r>
              <a:rPr lang="en-US"/>
              <a:t>Non-MITRE co-chairs moved things along in the first 6+ months</a:t>
            </a:r>
          </a:p>
          <a:p>
            <a:r>
              <a:rPr lang="en-US"/>
              <a:t>Review: how well did the AI WG collaborate in 2024?</a:t>
            </a:r>
          </a:p>
          <a:p>
            <a:r>
              <a:rPr lang="en-US"/>
              <a:t>What could be done to improve effectiveness in 2025?</a:t>
            </a:r>
          </a:p>
          <a:p>
            <a:r>
              <a:rPr lang="en-US"/>
              <a:t>What kinds of goals / “KPIs” may be reasonable?</a:t>
            </a:r>
          </a:p>
          <a:p>
            <a:r>
              <a:rPr lang="en-US"/>
              <a:t>Near-term goal: AI-related changes to CWE 4.17 in March?</a:t>
            </a:r>
          </a:p>
          <a:p>
            <a:pPr lvl="1"/>
            <a:r>
              <a:rPr lang="en-US"/>
              <a:t>Current new submissions might be too complex/time-consuming</a:t>
            </a:r>
          </a:p>
          <a:p>
            <a:pPr lvl="1"/>
            <a:r>
              <a:rPr lang="en-US"/>
              <a:t>Modifying existing submissions might be more directly achievable</a:t>
            </a:r>
          </a:p>
          <a:p>
            <a:r>
              <a:rPr lang="en-US"/>
              <a:t>What should MITRE’s role be?</a:t>
            </a:r>
          </a:p>
        </p:txBody>
      </p:sp>
      <p:sp>
        <p:nvSpPr>
          <p:cNvPr id="4" name="Slide Number Placeholder 3">
            <a:extLst>
              <a:ext uri="{FF2B5EF4-FFF2-40B4-BE49-F238E27FC236}">
                <a16:creationId xmlns:a16="http://schemas.microsoft.com/office/drawing/2014/main" id="{5496FE25-A9F0-C1D9-B6B2-EBFC391649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74283638"/>
      </p:ext>
    </p:extLst>
  </p:cSld>
  <p:clrMapOvr>
    <a:masterClrMapping/>
  </p:clrMapOvr>
</p:sld>
</file>

<file path=ppt/theme/theme1.xml><?xml version="1.0" encoding="utf-8"?>
<a:theme xmlns:a="http://schemas.openxmlformats.org/drawingml/2006/main" name="mitre-2018">
  <a:themeElements>
    <a:clrScheme name="MITRE">
      <a:dk1>
        <a:sysClr val="windowText" lastClr="000000"/>
      </a:dk1>
      <a:lt1>
        <a:sysClr val="window" lastClr="FFFFFF"/>
      </a:lt1>
      <a:dk2>
        <a:srgbClr val="005F9E"/>
      </a:dk2>
      <a:lt2>
        <a:srgbClr val="EEECE1"/>
      </a:lt2>
      <a:accent1>
        <a:srgbClr val="00B3DC"/>
      </a:accent1>
      <a:accent2>
        <a:srgbClr val="F7901E"/>
      </a:accent2>
      <a:accent3>
        <a:srgbClr val="FFE23C"/>
      </a:accent3>
      <a:accent4>
        <a:srgbClr val="C1CD23"/>
      </a:accent4>
      <a:accent5>
        <a:srgbClr val="C6401D"/>
      </a:accent5>
      <a:accent6>
        <a:srgbClr val="FFFFFF"/>
      </a:accent6>
      <a:hlink>
        <a:srgbClr val="005F9E"/>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TRE_Breifing_Template16x9.pptx" id="{5D2CB0C6-7637-4667-A648-EBA1BD2742AF}" vid="{B8F31EA5-7C34-4FF6-949E-D1CB1F3742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5a44311-ed64-4a72-909f-c9dc6973bde2" xsi:nil="true"/>
    <lcf76f155ced4ddcb4097134ff3c332f xmlns="aff8eeb6-53bf-44bf-a224-fac977cd228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603A42B84B06847AFCE29FF3D1CE16D" ma:contentTypeVersion="15" ma:contentTypeDescription="Create a new document." ma:contentTypeScope="" ma:versionID="741299f3784e3124fa92cbb09fadfee5">
  <xsd:schema xmlns:xsd="http://www.w3.org/2001/XMLSchema" xmlns:xs="http://www.w3.org/2001/XMLSchema" xmlns:p="http://schemas.microsoft.com/office/2006/metadata/properties" xmlns:ns2="aff8eeb6-53bf-44bf-a224-fac977cd228b" xmlns:ns3="f3e578be-7961-41e8-91c9-b742ecb60a74" xmlns:ns4="b5a44311-ed64-4a72-909f-c9dc6973bde2" targetNamespace="http://schemas.microsoft.com/office/2006/metadata/properties" ma:root="true" ma:fieldsID="0629cb982ad0d5026b78e967e4c8216b" ns2:_="" ns3:_="" ns4:_="">
    <xsd:import namespace="aff8eeb6-53bf-44bf-a224-fac977cd228b"/>
    <xsd:import namespace="f3e578be-7961-41e8-91c9-b742ecb60a74"/>
    <xsd:import namespace="b5a44311-ed64-4a72-909f-c9dc6973bde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3:SharedWithUsers" minOccurs="0"/>
                <xsd:element ref="ns3:SharedWithDetail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f8eeb6-53bf-44bf-a224-fac977cd22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ea1a638-fe8f-4e55-a8a3-ec1a1fdf419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3e578be-7961-41e8-91c9-b742ecb60a7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5a44311-ed64-4a72-909f-c9dc6973bde2"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3131ba83-ba9f-42af-b172-0c273580dada}" ma:internalName="TaxCatchAll" ma:showField="CatchAllData" ma:web="f3e578be-7961-41e8-91c9-b742ecb60a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450FCDD-08B1-48D8-BB50-7A17E590A5EE}">
  <ds:schemaRefs>
    <ds:schemaRef ds:uri="http://purl.org/dc/dcmitype/"/>
    <ds:schemaRef ds:uri="http://purl.org/dc/elements/1.1/"/>
    <ds:schemaRef ds:uri="http://purl.org/dc/terms/"/>
    <ds:schemaRef ds:uri="http://www.w3.org/XML/1998/namespace"/>
    <ds:schemaRef ds:uri="http://schemas.microsoft.com/office/2006/documentManagement/types"/>
    <ds:schemaRef ds:uri="http://schemas.microsoft.com/office/infopath/2007/PartnerControls"/>
    <ds:schemaRef ds:uri="http://schemas.microsoft.com/office/2006/metadata/properties"/>
    <ds:schemaRef ds:uri="http://schemas.openxmlformats.org/package/2006/metadata/core-properties"/>
    <ds:schemaRef ds:uri="b5a44311-ed64-4a72-909f-c9dc6973bde2"/>
    <ds:schemaRef ds:uri="f3e578be-7961-41e8-91c9-b742ecb60a74"/>
    <ds:schemaRef ds:uri="aff8eeb6-53bf-44bf-a224-fac977cd228b"/>
  </ds:schemaRefs>
</ds:datastoreItem>
</file>

<file path=customXml/itemProps2.xml><?xml version="1.0" encoding="utf-8"?>
<ds:datastoreItem xmlns:ds="http://schemas.openxmlformats.org/officeDocument/2006/customXml" ds:itemID="{1775F550-92B0-4AF7-A4CE-A813320B618B}">
  <ds:schemaRefs>
    <ds:schemaRef ds:uri="aff8eeb6-53bf-44bf-a224-fac977cd228b"/>
    <ds:schemaRef ds:uri="b5a44311-ed64-4a72-909f-c9dc6973bde2"/>
    <ds:schemaRef ds:uri="f3e578be-7961-41e8-91c9-b742ecb60a7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16BA5C9-2D71-4B86-AE8A-8C0D9BC5FB22}">
  <ds:schemaRefs>
    <ds:schemaRef ds:uri="http://schemas.microsoft.com/sharepoint/v3/contenttype/forms"/>
  </ds:schemaRefs>
</ds:datastoreItem>
</file>

<file path=docMetadata/LabelInfo.xml><?xml version="1.0" encoding="utf-8"?>
<clbl:labelList xmlns:clbl="http://schemas.microsoft.com/office/2020/mipLabelMetadata">
  <clbl:label id="{c620dc48-1d50-4952-8b39-df4d54d74d82}" enabled="0" method="" siteId="{c620dc48-1d50-4952-8b39-df4d54d74d82}" removed="1"/>
</clbl:labelList>
</file>

<file path=docProps/app.xml><?xml version="1.0" encoding="utf-8"?>
<Properties xmlns="http://schemas.openxmlformats.org/officeDocument/2006/extended-properties" xmlns:vt="http://schemas.openxmlformats.org/officeDocument/2006/docPropsVTypes">
  <Template>MITRE_Briefing_Template16x9</Template>
  <TotalTime>156</TotalTime>
  <Words>4550</Words>
  <Application>Microsoft Office PowerPoint</Application>
  <PresentationFormat>Widescreen</PresentationFormat>
  <Paragraphs>537</Paragraphs>
  <Slides>54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54</vt:i4>
      </vt:variant>
    </vt:vector>
  </HeadingPairs>
  <TitlesOfParts>
    <vt:vector size="63" baseType="lpstr">
      <vt:lpstr>-apple-system</vt:lpstr>
      <vt:lpstr>Aptos</vt:lpstr>
      <vt:lpstr>Arial</vt:lpstr>
      <vt:lpstr>Calibri</vt:lpstr>
      <vt:lpstr>Helvetica LT Std</vt:lpstr>
      <vt:lpstr>Tahoma</vt:lpstr>
      <vt:lpstr>Verdana</vt:lpstr>
      <vt:lpstr>Wingdings</vt:lpstr>
      <vt:lpstr>mitre-2018</vt:lpstr>
      <vt:lpstr>CWE AI Working Group Meeting: Modification Subgroup </vt:lpstr>
      <vt:lpstr>Agenda</vt:lpstr>
      <vt:lpstr>Status Updates</vt:lpstr>
      <vt:lpstr>Subgroups </vt:lpstr>
      <vt:lpstr>Identifying Observed / Demonstrative Examples for “General” CWEs</vt:lpstr>
      <vt:lpstr>Basic Process</vt:lpstr>
      <vt:lpstr>Initial Investigation – from May</vt:lpstr>
      <vt:lpstr>“Classes” of AI/ML Products</vt:lpstr>
      <vt:lpstr>“Classes” of AI/ML Products (2)</vt:lpstr>
      <vt:lpstr>CVE-Driven Analysis</vt:lpstr>
      <vt:lpstr>Anecdotal Observations of Common Weaknesses</vt:lpstr>
      <vt:lpstr>Demonstrative Examples</vt:lpstr>
      <vt:lpstr>Demonstrative example - 1</vt:lpstr>
      <vt:lpstr>Collaboration on Data Gathering</vt:lpstr>
      <vt:lpstr>Next Steps</vt:lpstr>
      <vt:lpstr>Other / Older Slides</vt:lpstr>
      <vt:lpstr>Modifications to CWE-1039: Automated Recognition Mechanism with Inadequate Detection or Handling of Adversarial Input Perturbations</vt:lpstr>
      <vt:lpstr>CWE-1039 Status</vt:lpstr>
      <vt:lpstr>Quick Demo - CWE-1039</vt:lpstr>
      <vt:lpstr>“LLM Bad Practices: Improper tuning of model control parameters” (Lily Wong) - ES2406-9e5fcf10</vt:lpstr>
      <vt:lpstr>Name, Summary, and Extended Description</vt:lpstr>
      <vt:lpstr>Relationships Worksheet</vt:lpstr>
      <vt:lpstr>Common Consequences Worksheet</vt:lpstr>
      <vt:lpstr>Modes of Introduction Worksheet</vt:lpstr>
      <vt:lpstr>Potential Mitigations Worksheet</vt:lpstr>
      <vt:lpstr>Detection Methods Worksheet</vt:lpstr>
      <vt:lpstr>References Worksheet</vt:lpstr>
      <vt:lpstr>Observed Examples Worksheet</vt:lpstr>
      <vt:lpstr>Demonstrative Examples</vt:lpstr>
      <vt:lpstr>Demonstrative example - 1</vt:lpstr>
      <vt:lpstr>Demonstrative example - 2</vt:lpstr>
      <vt:lpstr>Next Steps</vt:lpstr>
      <vt:lpstr>References on improper tuning</vt:lpstr>
      <vt:lpstr>Other Work Items - New Entry Submissions</vt:lpstr>
      <vt:lpstr>Future Content Work</vt:lpstr>
      <vt:lpstr>Delayed: “Bias in AI Models” (Kurt Seifried) - ES2402-38e20ce6 </vt:lpstr>
      <vt:lpstr>Delayed: Insufficient Input Validation in Generative AI Applications (Steve / AI WG) ES2405-84711fc4</vt:lpstr>
      <vt:lpstr>Blank Content Development Worksheets</vt:lpstr>
      <vt:lpstr>Discussion: Name</vt:lpstr>
      <vt:lpstr>Discussion: Description</vt:lpstr>
      <vt:lpstr>Relationships Worksheet</vt:lpstr>
      <vt:lpstr>Common Consequences Worksheet</vt:lpstr>
      <vt:lpstr>Potential Mitigations Worksheet</vt:lpstr>
      <vt:lpstr>Detection Methods Worksheet</vt:lpstr>
      <vt:lpstr>Applicable Platforms Worksheet</vt:lpstr>
      <vt:lpstr>Modes of Introduction Worksheet</vt:lpstr>
      <vt:lpstr>References Worksheet</vt:lpstr>
      <vt:lpstr>Observed Examples Worksheet</vt:lpstr>
      <vt:lpstr>Demonstrative Examples</vt:lpstr>
      <vt:lpstr>Demonstrative example - 1</vt:lpstr>
      <vt:lpstr>Demonstrative example - 2</vt:lpstr>
      <vt:lpstr>Maintenance Notes Worksheet</vt:lpstr>
      <vt:lpstr>BACKUP / OLD SLIDES</vt:lpstr>
      <vt:lpstr>Open Discussion: Goals for 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Template</dc:title>
  <dc:creator>Roberge Jr., Robert J</dc:creator>
  <cp:lastModifiedBy>Steven M Christey</cp:lastModifiedBy>
  <cp:revision>1</cp:revision>
  <dcterms:created xsi:type="dcterms:W3CDTF">2019-02-26T16:06:40Z</dcterms:created>
  <dcterms:modified xsi:type="dcterms:W3CDTF">2025-06-06T15:50:43Z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0x0101003603A42B84B06847AFCE29FF3D1CE16D</vt:lpwstr>
  </property>
  <property fmtid="{D5CDD505-2E9C-101B-9397-08002B2CF9AE}" pid="3" name="MediaServiceImageTags">
    <vt:lpwstr/>
  </property>
</Properties>
</file>